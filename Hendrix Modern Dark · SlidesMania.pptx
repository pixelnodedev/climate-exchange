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saveSubsetFonts="1" autoCompressPictures="0">
  <p:sldMasterIdLst>
    <p:sldMasterId id="2147483668" r:id="rId1"/>
  </p:sldMasterIdLst>
  <p:notesMasterIdLst>
    <p:notesMasterId r:id="rId11"/>
  </p:notesMasterIdLst>
  <p:sldIdLst>
    <p:sldId id="256" r:id="rId2"/>
    <p:sldId id="280" r:id="rId3"/>
    <p:sldId id="281" r:id="rId4"/>
    <p:sldId id="282" r:id="rId5"/>
    <p:sldId id="283" r:id="rId6"/>
    <p:sldId id="284" r:id="rId7"/>
    <p:sldId id="285" r:id="rId8"/>
    <p:sldId id="272" r:id="rId9"/>
    <p:sldId id="274" r:id="rId10"/>
  </p:sldIdLst>
  <p:sldSz cx="12192000" cy="6858000"/>
  <p:notesSz cx="6858000" cy="9144000"/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384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>
      <p:cViewPr varScale="1">
        <p:scale>
          <a:sx n="84" d="100"/>
          <a:sy n="84" d="100"/>
        </p:scale>
        <p:origin x="629" y="48"/>
      </p:cViewPr>
      <p:guideLst>
        <p:guide orient="horz" pos="2160"/>
        <p:guide pos="384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notesMaster" Target="notesMasters/notesMaster1.xml"/><Relationship Id="rId5" Type="http://schemas.openxmlformats.org/officeDocument/2006/relationships/slide" Target="slides/slide4.xml"/><Relationship Id="rId15" Type="http://schemas.openxmlformats.org/officeDocument/2006/relationships/tableStyles" Target="tableStyle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heme" Target="theme/theme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7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" name="Google Shape;4;n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marL="914400" lvl="1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marL="1371600" lvl="2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marL="1828800" lvl="3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marL="2286000" lvl="4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marL="2743200" lvl="5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marL="3200400" lvl="6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marL="3657600" lvl="7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marL="4114800" lvl="8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3024928823"/>
      </p:ext>
    </p:extLst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7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9" name="Google Shape;739;ga073618e60_0_16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40" name="Google Shape;740;ga073618e60_0_16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1892832307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11" name="Google Shape;911;ga073618e60_0_214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12" name="Google Shape;912;ga073618e60_0_214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4021583957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1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53" name="Google Shape;1153;ga073618e60_0_686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154" name="Google Shape;1154;ga073618e60_0_686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3888104400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001 Title">
  <p:cSld name="CUSTOM">
    <p:spTree>
      <p:nvGrpSpPr>
        <p:cNvPr id="1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0" name="Google Shape;10;p2"/>
          <p:cNvGrpSpPr/>
          <p:nvPr/>
        </p:nvGrpSpPr>
        <p:grpSpPr>
          <a:xfrm>
            <a:off x="-54500" y="2918637"/>
            <a:ext cx="12245912" cy="3938882"/>
            <a:chOff x="4435" y="7748593"/>
            <a:chExt cx="12182563" cy="5161009"/>
          </a:xfrm>
        </p:grpSpPr>
        <p:sp>
          <p:nvSpPr>
            <p:cNvPr id="11" name="Google Shape;11;p2"/>
            <p:cNvSpPr/>
            <p:nvPr/>
          </p:nvSpPr>
          <p:spPr>
            <a:xfrm>
              <a:off x="4435" y="7748593"/>
              <a:ext cx="12182563" cy="5161009"/>
            </a:xfrm>
            <a:custGeom>
              <a:avLst/>
              <a:gdLst/>
              <a:ahLst/>
              <a:cxnLst/>
              <a:rect l="l" t="t" r="r" b="b"/>
              <a:pathLst>
                <a:path w="12182563" h="5161009" extrusionOk="0">
                  <a:moveTo>
                    <a:pt x="0" y="3708557"/>
                  </a:moveTo>
                  <a:cubicBezTo>
                    <a:pt x="108331" y="4020435"/>
                    <a:pt x="379915" y="4274183"/>
                    <a:pt x="700002" y="4355149"/>
                  </a:cubicBezTo>
                  <a:cubicBezTo>
                    <a:pt x="1020089" y="4436114"/>
                    <a:pt x="1378300" y="4345996"/>
                    <a:pt x="1621951" y="4123199"/>
                  </a:cubicBezTo>
                  <a:cubicBezTo>
                    <a:pt x="1819080" y="3942961"/>
                    <a:pt x="1935810" y="3692704"/>
                    <a:pt x="2103781" y="3485006"/>
                  </a:cubicBezTo>
                  <a:cubicBezTo>
                    <a:pt x="2271657" y="3277308"/>
                    <a:pt x="2534558" y="3103109"/>
                    <a:pt x="2792836" y="3171147"/>
                  </a:cubicBezTo>
                  <a:cubicBezTo>
                    <a:pt x="3089521" y="3249376"/>
                    <a:pt x="3217763" y="3587581"/>
                    <a:pt x="3331474" y="3872564"/>
                  </a:cubicBezTo>
                  <a:cubicBezTo>
                    <a:pt x="3445278" y="4157548"/>
                    <a:pt x="3667697" y="4476597"/>
                    <a:pt x="3971459" y="4433567"/>
                  </a:cubicBezTo>
                  <a:cubicBezTo>
                    <a:pt x="4202183" y="4400916"/>
                    <a:pt x="4347128" y="4168966"/>
                    <a:pt x="4428093" y="3950416"/>
                  </a:cubicBezTo>
                  <a:cubicBezTo>
                    <a:pt x="4509058" y="3731866"/>
                    <a:pt x="4568414" y="3488214"/>
                    <a:pt x="4746859" y="3338268"/>
                  </a:cubicBezTo>
                  <a:cubicBezTo>
                    <a:pt x="4974657" y="3146706"/>
                    <a:pt x="5331075" y="3182471"/>
                    <a:pt x="5579350" y="3346572"/>
                  </a:cubicBezTo>
                  <a:cubicBezTo>
                    <a:pt x="5827626" y="3510673"/>
                    <a:pt x="5989556" y="3774991"/>
                    <a:pt x="6129595" y="4037609"/>
                  </a:cubicBezTo>
                  <a:cubicBezTo>
                    <a:pt x="6269632" y="4300228"/>
                    <a:pt x="6399762" y="4575115"/>
                    <a:pt x="6609065" y="4786681"/>
                  </a:cubicBezTo>
                  <a:cubicBezTo>
                    <a:pt x="7046637" y="5228972"/>
                    <a:pt x="7816091" y="5287950"/>
                    <a:pt x="8315944" y="4917472"/>
                  </a:cubicBezTo>
                  <a:cubicBezTo>
                    <a:pt x="8830424" y="4536236"/>
                    <a:pt x="8990279" y="3854069"/>
                    <a:pt x="9219964" y="3256265"/>
                  </a:cubicBezTo>
                  <a:cubicBezTo>
                    <a:pt x="9764641" y="1838614"/>
                    <a:pt x="10785391" y="595257"/>
                    <a:pt x="12182563" y="0"/>
                  </a:cubicBezTo>
                </a:path>
              </a:pathLst>
            </a:custGeom>
            <a:noFill/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2" name="Google Shape;12;p2"/>
            <p:cNvSpPr/>
            <p:nvPr/>
          </p:nvSpPr>
          <p:spPr>
            <a:xfrm>
              <a:off x="7454" y="7872778"/>
              <a:ext cx="12179449" cy="4973808"/>
            </a:xfrm>
            <a:custGeom>
              <a:avLst/>
              <a:gdLst/>
              <a:ahLst/>
              <a:cxnLst/>
              <a:rect l="l" t="t" r="r" b="b"/>
              <a:pathLst>
                <a:path w="12179449" h="4973808" extrusionOk="0">
                  <a:moveTo>
                    <a:pt x="0" y="3466888"/>
                  </a:moveTo>
                  <a:cubicBezTo>
                    <a:pt x="107105" y="3772349"/>
                    <a:pt x="373404" y="4024681"/>
                    <a:pt x="687640" y="4109327"/>
                  </a:cubicBezTo>
                  <a:cubicBezTo>
                    <a:pt x="1000556" y="4193595"/>
                    <a:pt x="1351028" y="4111498"/>
                    <a:pt x="1590622" y="3901157"/>
                  </a:cubicBezTo>
                  <a:cubicBezTo>
                    <a:pt x="1784637" y="3731300"/>
                    <a:pt x="1900235" y="3492838"/>
                    <a:pt x="2066695" y="3295992"/>
                  </a:cubicBezTo>
                  <a:cubicBezTo>
                    <a:pt x="2232967" y="3099335"/>
                    <a:pt x="2492377" y="2934951"/>
                    <a:pt x="2746031" y="3001667"/>
                  </a:cubicBezTo>
                  <a:cubicBezTo>
                    <a:pt x="2919003" y="3046962"/>
                    <a:pt x="3040262" y="3165579"/>
                    <a:pt x="3135194" y="3309015"/>
                  </a:cubicBezTo>
                  <a:cubicBezTo>
                    <a:pt x="3208799" y="3419422"/>
                    <a:pt x="3267400" y="3544456"/>
                    <a:pt x="3323924" y="3662130"/>
                  </a:cubicBezTo>
                  <a:cubicBezTo>
                    <a:pt x="3336758" y="3688741"/>
                    <a:pt x="3350535" y="3715729"/>
                    <a:pt x="3365445" y="3742907"/>
                  </a:cubicBezTo>
                  <a:cubicBezTo>
                    <a:pt x="3446033" y="3889928"/>
                    <a:pt x="3557667" y="4042045"/>
                    <a:pt x="3684683" y="4140468"/>
                  </a:cubicBezTo>
                  <a:cubicBezTo>
                    <a:pt x="3772348" y="4207845"/>
                    <a:pt x="3867846" y="4247384"/>
                    <a:pt x="3975989" y="4239080"/>
                  </a:cubicBezTo>
                  <a:cubicBezTo>
                    <a:pt x="4019114" y="4235871"/>
                    <a:pt x="4059502" y="4225397"/>
                    <a:pt x="4097720" y="4209071"/>
                  </a:cubicBezTo>
                  <a:cubicBezTo>
                    <a:pt x="4256914" y="4141317"/>
                    <a:pt x="4379401" y="3965892"/>
                    <a:pt x="4451496" y="3789523"/>
                  </a:cubicBezTo>
                  <a:cubicBezTo>
                    <a:pt x="4538217" y="3577484"/>
                    <a:pt x="4596724" y="3337513"/>
                    <a:pt x="4773753" y="3189454"/>
                  </a:cubicBezTo>
                  <a:cubicBezTo>
                    <a:pt x="5000324" y="3000063"/>
                    <a:pt x="5351080" y="3030259"/>
                    <a:pt x="5597940" y="3186057"/>
                  </a:cubicBezTo>
                  <a:cubicBezTo>
                    <a:pt x="5844139" y="3342231"/>
                    <a:pt x="6008051" y="3596735"/>
                    <a:pt x="6149977" y="3851898"/>
                  </a:cubicBezTo>
                  <a:cubicBezTo>
                    <a:pt x="6273313" y="4073091"/>
                    <a:pt x="6388721" y="4305041"/>
                    <a:pt x="6550841" y="4500660"/>
                  </a:cubicBezTo>
                  <a:cubicBezTo>
                    <a:pt x="6575848" y="4530763"/>
                    <a:pt x="6601893" y="4560016"/>
                    <a:pt x="6629259" y="4588231"/>
                  </a:cubicBezTo>
                  <a:cubicBezTo>
                    <a:pt x="6875930" y="4842074"/>
                    <a:pt x="7224610" y="4974185"/>
                    <a:pt x="7572535" y="4973808"/>
                  </a:cubicBezTo>
                  <a:cubicBezTo>
                    <a:pt x="7828831" y="4973619"/>
                    <a:pt x="8084749" y="4900958"/>
                    <a:pt x="8294712" y="4752427"/>
                  </a:cubicBezTo>
                  <a:cubicBezTo>
                    <a:pt x="8487784" y="4615597"/>
                    <a:pt x="8632351" y="4436020"/>
                    <a:pt x="8750025" y="4233890"/>
                  </a:cubicBezTo>
                  <a:cubicBezTo>
                    <a:pt x="8943002" y="3902950"/>
                    <a:pt x="9064073" y="3511900"/>
                    <a:pt x="9211094" y="3151897"/>
                  </a:cubicBezTo>
                  <a:cubicBezTo>
                    <a:pt x="9247708" y="3062155"/>
                    <a:pt x="9286303" y="2973169"/>
                    <a:pt x="9326785" y="2884937"/>
                  </a:cubicBezTo>
                  <a:cubicBezTo>
                    <a:pt x="9906755" y="1621951"/>
                    <a:pt x="10884096" y="535523"/>
                    <a:pt x="12179449" y="0"/>
                  </a:cubicBezTo>
                </a:path>
              </a:pathLst>
            </a:custGeom>
            <a:noFill/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3" name="Google Shape;13;p2"/>
            <p:cNvSpPr/>
            <p:nvPr/>
          </p:nvSpPr>
          <p:spPr>
            <a:xfrm>
              <a:off x="10568" y="7997057"/>
              <a:ext cx="12176240" cy="4787302"/>
            </a:xfrm>
            <a:custGeom>
              <a:avLst/>
              <a:gdLst/>
              <a:ahLst/>
              <a:cxnLst/>
              <a:rect l="l" t="t" r="r" b="b"/>
              <a:pathLst>
                <a:path w="12176240" h="4787302" extrusionOk="0">
                  <a:moveTo>
                    <a:pt x="0" y="3225124"/>
                  </a:moveTo>
                  <a:cubicBezTo>
                    <a:pt x="105878" y="3524073"/>
                    <a:pt x="366798" y="3775085"/>
                    <a:pt x="675373" y="3863411"/>
                  </a:cubicBezTo>
                  <a:cubicBezTo>
                    <a:pt x="981022" y="3950982"/>
                    <a:pt x="1323851" y="3876811"/>
                    <a:pt x="1559387" y="3679116"/>
                  </a:cubicBezTo>
                  <a:cubicBezTo>
                    <a:pt x="1750288" y="3519638"/>
                    <a:pt x="1864753" y="3292878"/>
                    <a:pt x="2029704" y="3106979"/>
                  </a:cubicBezTo>
                  <a:cubicBezTo>
                    <a:pt x="2194371" y="2921362"/>
                    <a:pt x="2450290" y="2766697"/>
                    <a:pt x="2699226" y="2832187"/>
                  </a:cubicBezTo>
                  <a:cubicBezTo>
                    <a:pt x="2877576" y="2878614"/>
                    <a:pt x="3005913" y="2989116"/>
                    <a:pt x="3108300" y="3122171"/>
                  </a:cubicBezTo>
                  <a:cubicBezTo>
                    <a:pt x="3187378" y="3224935"/>
                    <a:pt x="3252584" y="3340438"/>
                    <a:pt x="3316281" y="3451601"/>
                  </a:cubicBezTo>
                  <a:cubicBezTo>
                    <a:pt x="3330624" y="3476796"/>
                    <a:pt x="3346100" y="3502464"/>
                    <a:pt x="3362614" y="3528414"/>
                  </a:cubicBezTo>
                  <a:cubicBezTo>
                    <a:pt x="3451884" y="3669019"/>
                    <a:pt x="3572766" y="3821796"/>
                    <a:pt x="3699215" y="3927391"/>
                  </a:cubicBezTo>
                  <a:cubicBezTo>
                    <a:pt x="3785748" y="3999769"/>
                    <a:pt x="3876056" y="4044875"/>
                    <a:pt x="3980424" y="4044309"/>
                  </a:cubicBezTo>
                  <a:cubicBezTo>
                    <a:pt x="4022039" y="4044121"/>
                    <a:pt x="4061295" y="4036949"/>
                    <a:pt x="4099324" y="4024115"/>
                  </a:cubicBezTo>
                  <a:cubicBezTo>
                    <a:pt x="4257575" y="3970421"/>
                    <a:pt x="4395820" y="3804905"/>
                    <a:pt x="4474804" y="3628347"/>
                  </a:cubicBezTo>
                  <a:cubicBezTo>
                    <a:pt x="4566810" y="3422819"/>
                    <a:pt x="4624939" y="3186623"/>
                    <a:pt x="4800647" y="3040451"/>
                  </a:cubicBezTo>
                  <a:cubicBezTo>
                    <a:pt x="5025897" y="2853230"/>
                    <a:pt x="5371464" y="2877388"/>
                    <a:pt x="5616624" y="3025447"/>
                  </a:cubicBezTo>
                  <a:cubicBezTo>
                    <a:pt x="5861030" y="3173034"/>
                    <a:pt x="6026642" y="3418478"/>
                    <a:pt x="6170455" y="3666187"/>
                  </a:cubicBezTo>
                  <a:cubicBezTo>
                    <a:pt x="6295866" y="3880963"/>
                    <a:pt x="6412785" y="4108100"/>
                    <a:pt x="6572545" y="4302682"/>
                  </a:cubicBezTo>
                  <a:cubicBezTo>
                    <a:pt x="6597174" y="4332596"/>
                    <a:pt x="6622748" y="4361755"/>
                    <a:pt x="6649453" y="4389781"/>
                  </a:cubicBezTo>
                  <a:cubicBezTo>
                    <a:pt x="6890839" y="4642680"/>
                    <a:pt x="7226119" y="4779416"/>
                    <a:pt x="7564797" y="4786965"/>
                  </a:cubicBezTo>
                  <a:cubicBezTo>
                    <a:pt x="7814299" y="4792626"/>
                    <a:pt x="8065499" y="4727326"/>
                    <a:pt x="8273575" y="4587382"/>
                  </a:cubicBezTo>
                  <a:cubicBezTo>
                    <a:pt x="8464664" y="4458385"/>
                    <a:pt x="8609609" y="4287112"/>
                    <a:pt x="8728698" y="4092813"/>
                  </a:cubicBezTo>
                  <a:cubicBezTo>
                    <a:pt x="8924412" y="3774991"/>
                    <a:pt x="9050767" y="3396397"/>
                    <a:pt x="9202223" y="3047528"/>
                  </a:cubicBezTo>
                  <a:cubicBezTo>
                    <a:pt x="9239875" y="2960618"/>
                    <a:pt x="9279508" y="2874274"/>
                    <a:pt x="9320935" y="2788873"/>
                  </a:cubicBezTo>
                  <a:cubicBezTo>
                    <a:pt x="9914115" y="1564955"/>
                    <a:pt x="10891552" y="514763"/>
                    <a:pt x="12176241" y="0"/>
                  </a:cubicBezTo>
                </a:path>
              </a:pathLst>
            </a:custGeom>
            <a:noFill/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4" name="Google Shape;14;p2"/>
            <p:cNvSpPr/>
            <p:nvPr/>
          </p:nvSpPr>
          <p:spPr>
            <a:xfrm>
              <a:off x="13588" y="8121525"/>
              <a:ext cx="12172938" cy="4601569"/>
            </a:xfrm>
            <a:custGeom>
              <a:avLst/>
              <a:gdLst/>
              <a:ahLst/>
              <a:cxnLst/>
              <a:rect l="l" t="t" r="r" b="b"/>
              <a:pathLst>
                <a:path w="12172938" h="4601569" extrusionOk="0">
                  <a:moveTo>
                    <a:pt x="0" y="2983171"/>
                  </a:moveTo>
                  <a:cubicBezTo>
                    <a:pt x="104651" y="3275609"/>
                    <a:pt x="360287" y="3525206"/>
                    <a:pt x="663011" y="3617306"/>
                  </a:cubicBezTo>
                  <a:cubicBezTo>
                    <a:pt x="961394" y="3708086"/>
                    <a:pt x="1296580" y="3641936"/>
                    <a:pt x="1528152" y="3456791"/>
                  </a:cubicBezTo>
                  <a:cubicBezTo>
                    <a:pt x="1715939" y="3307694"/>
                    <a:pt x="1829272" y="3092729"/>
                    <a:pt x="1992713" y="2917682"/>
                  </a:cubicBezTo>
                  <a:cubicBezTo>
                    <a:pt x="2155776" y="2743012"/>
                    <a:pt x="2408203" y="2598255"/>
                    <a:pt x="2652515" y="2662329"/>
                  </a:cubicBezTo>
                  <a:cubicBezTo>
                    <a:pt x="2836244" y="2709795"/>
                    <a:pt x="2971942" y="2812181"/>
                    <a:pt x="3081594" y="2934951"/>
                  </a:cubicBezTo>
                  <a:cubicBezTo>
                    <a:pt x="3166429" y="3029882"/>
                    <a:pt x="3238052" y="3136043"/>
                    <a:pt x="3308732" y="3240789"/>
                  </a:cubicBezTo>
                  <a:cubicBezTo>
                    <a:pt x="3324679" y="3264474"/>
                    <a:pt x="3341759" y="3288821"/>
                    <a:pt x="3359783" y="3313639"/>
                  </a:cubicBezTo>
                  <a:cubicBezTo>
                    <a:pt x="3457829" y="3447920"/>
                    <a:pt x="3588053" y="3600887"/>
                    <a:pt x="3713747" y="3714125"/>
                  </a:cubicBezTo>
                  <a:cubicBezTo>
                    <a:pt x="3799337" y="3791221"/>
                    <a:pt x="3884360" y="3842273"/>
                    <a:pt x="3984765" y="3849445"/>
                  </a:cubicBezTo>
                  <a:cubicBezTo>
                    <a:pt x="4024870" y="3852276"/>
                    <a:pt x="4062994" y="3848501"/>
                    <a:pt x="4100740" y="3839065"/>
                  </a:cubicBezTo>
                  <a:cubicBezTo>
                    <a:pt x="4258236" y="3799620"/>
                    <a:pt x="4411768" y="3644106"/>
                    <a:pt x="4497923" y="3467077"/>
                  </a:cubicBezTo>
                  <a:cubicBezTo>
                    <a:pt x="4594837" y="3268060"/>
                    <a:pt x="4652871" y="3035544"/>
                    <a:pt x="4827258" y="2891354"/>
                  </a:cubicBezTo>
                  <a:cubicBezTo>
                    <a:pt x="5051282" y="2706303"/>
                    <a:pt x="5391375" y="2724705"/>
                    <a:pt x="5635026" y="2864743"/>
                  </a:cubicBezTo>
                  <a:cubicBezTo>
                    <a:pt x="5877544" y="3004120"/>
                    <a:pt x="6044949" y="3240034"/>
                    <a:pt x="6190743" y="3480382"/>
                  </a:cubicBezTo>
                  <a:cubicBezTo>
                    <a:pt x="6318136" y="3688741"/>
                    <a:pt x="6436659" y="3911160"/>
                    <a:pt x="6593966" y="4104609"/>
                  </a:cubicBezTo>
                  <a:cubicBezTo>
                    <a:pt x="6618218" y="4134334"/>
                    <a:pt x="6643225" y="4163304"/>
                    <a:pt x="6669459" y="4191331"/>
                  </a:cubicBezTo>
                  <a:cubicBezTo>
                    <a:pt x="6905466" y="4443286"/>
                    <a:pt x="7227441" y="4584645"/>
                    <a:pt x="7556870" y="4600121"/>
                  </a:cubicBezTo>
                  <a:cubicBezTo>
                    <a:pt x="7799577" y="4611728"/>
                    <a:pt x="8046154" y="4553693"/>
                    <a:pt x="8252153" y="4422337"/>
                  </a:cubicBezTo>
                  <a:cubicBezTo>
                    <a:pt x="8441167" y="4301172"/>
                    <a:pt x="8586678" y="4138109"/>
                    <a:pt x="8707089" y="3951737"/>
                  </a:cubicBezTo>
                  <a:cubicBezTo>
                    <a:pt x="8905444" y="3646937"/>
                    <a:pt x="9037273" y="3280799"/>
                    <a:pt x="9193165" y="2943160"/>
                  </a:cubicBezTo>
                  <a:cubicBezTo>
                    <a:pt x="9231949" y="2858987"/>
                    <a:pt x="9272526" y="2775473"/>
                    <a:pt x="9314895" y="2692715"/>
                  </a:cubicBezTo>
                  <a:cubicBezTo>
                    <a:pt x="9921193" y="1507864"/>
                    <a:pt x="10898912" y="493908"/>
                    <a:pt x="12172939" y="0"/>
                  </a:cubicBezTo>
                </a:path>
              </a:pathLst>
            </a:custGeom>
            <a:noFill/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5" name="Google Shape;15;p2"/>
            <p:cNvSpPr/>
            <p:nvPr/>
          </p:nvSpPr>
          <p:spPr>
            <a:xfrm>
              <a:off x="16608" y="8245804"/>
              <a:ext cx="12170106" cy="4416557"/>
            </a:xfrm>
            <a:custGeom>
              <a:avLst/>
              <a:gdLst/>
              <a:ahLst/>
              <a:cxnLst/>
              <a:rect l="l" t="t" r="r" b="b"/>
              <a:pathLst>
                <a:path w="12170106" h="4416557" extrusionOk="0">
                  <a:moveTo>
                    <a:pt x="0" y="2741313"/>
                  </a:moveTo>
                  <a:cubicBezTo>
                    <a:pt x="103424" y="3027334"/>
                    <a:pt x="353681" y="3275421"/>
                    <a:pt x="650649" y="3371296"/>
                  </a:cubicBezTo>
                  <a:cubicBezTo>
                    <a:pt x="941766" y="3465284"/>
                    <a:pt x="1268931" y="3406683"/>
                    <a:pt x="1496823" y="3234561"/>
                  </a:cubicBezTo>
                  <a:cubicBezTo>
                    <a:pt x="1681118" y="3095372"/>
                    <a:pt x="1793791" y="2892486"/>
                    <a:pt x="1955627" y="2728479"/>
                  </a:cubicBezTo>
                  <a:cubicBezTo>
                    <a:pt x="2117181" y="2564755"/>
                    <a:pt x="2365833" y="2430473"/>
                    <a:pt x="2605710" y="2492660"/>
                  </a:cubicBezTo>
                  <a:cubicBezTo>
                    <a:pt x="2794818" y="2541730"/>
                    <a:pt x="2937970" y="2635529"/>
                    <a:pt x="3054795" y="2747919"/>
                  </a:cubicBezTo>
                  <a:cubicBezTo>
                    <a:pt x="3145385" y="2835018"/>
                    <a:pt x="3223425" y="2931836"/>
                    <a:pt x="3301182" y="3030165"/>
                  </a:cubicBezTo>
                  <a:cubicBezTo>
                    <a:pt x="3318734" y="3052435"/>
                    <a:pt x="3337324" y="3075461"/>
                    <a:pt x="3357047" y="3099052"/>
                  </a:cubicBezTo>
                  <a:cubicBezTo>
                    <a:pt x="3463774" y="3226917"/>
                    <a:pt x="3603529" y="3380166"/>
                    <a:pt x="3728468" y="3501048"/>
                  </a:cubicBezTo>
                  <a:cubicBezTo>
                    <a:pt x="3813114" y="3582957"/>
                    <a:pt x="3892947" y="3639954"/>
                    <a:pt x="3989389" y="3654769"/>
                  </a:cubicBezTo>
                  <a:cubicBezTo>
                    <a:pt x="4027984" y="3660714"/>
                    <a:pt x="4064975" y="3660242"/>
                    <a:pt x="4102533" y="3654203"/>
                  </a:cubicBezTo>
                  <a:cubicBezTo>
                    <a:pt x="4259368" y="3629008"/>
                    <a:pt x="4427904" y="3483591"/>
                    <a:pt x="4521420" y="3305995"/>
                  </a:cubicBezTo>
                  <a:cubicBezTo>
                    <a:pt x="4622863" y="3113395"/>
                    <a:pt x="4681275" y="2884654"/>
                    <a:pt x="4854341" y="2742351"/>
                  </a:cubicBezTo>
                  <a:cubicBezTo>
                    <a:pt x="5077044" y="2559471"/>
                    <a:pt x="5411757" y="2572116"/>
                    <a:pt x="5653898" y="2704039"/>
                  </a:cubicBezTo>
                  <a:cubicBezTo>
                    <a:pt x="5894436" y="2835112"/>
                    <a:pt x="6063255" y="3062061"/>
                    <a:pt x="6211409" y="3294577"/>
                  </a:cubicBezTo>
                  <a:cubicBezTo>
                    <a:pt x="6340312" y="3496896"/>
                    <a:pt x="6460911" y="3714125"/>
                    <a:pt x="6615859" y="3906536"/>
                  </a:cubicBezTo>
                  <a:cubicBezTo>
                    <a:pt x="6639733" y="3936072"/>
                    <a:pt x="6664268" y="3964948"/>
                    <a:pt x="6689936" y="3992786"/>
                  </a:cubicBezTo>
                  <a:cubicBezTo>
                    <a:pt x="6920659" y="4243892"/>
                    <a:pt x="7229233" y="4389781"/>
                    <a:pt x="7549321" y="4413184"/>
                  </a:cubicBezTo>
                  <a:cubicBezTo>
                    <a:pt x="7785140" y="4430735"/>
                    <a:pt x="8027186" y="4379967"/>
                    <a:pt x="8231205" y="4257198"/>
                  </a:cubicBezTo>
                  <a:cubicBezTo>
                    <a:pt x="8418236" y="4143770"/>
                    <a:pt x="8564125" y="3989011"/>
                    <a:pt x="8686045" y="3810566"/>
                  </a:cubicBezTo>
                  <a:cubicBezTo>
                    <a:pt x="8887043" y="3518789"/>
                    <a:pt x="9024250" y="3165202"/>
                    <a:pt x="9184577" y="2838698"/>
                  </a:cubicBezTo>
                  <a:cubicBezTo>
                    <a:pt x="9224400" y="2757355"/>
                    <a:pt x="9266014" y="2676484"/>
                    <a:pt x="9309328" y="2596556"/>
                  </a:cubicBezTo>
                  <a:cubicBezTo>
                    <a:pt x="9928837" y="1450773"/>
                    <a:pt x="10906745" y="472959"/>
                    <a:pt x="12170107" y="0"/>
                  </a:cubicBezTo>
                </a:path>
              </a:pathLst>
            </a:custGeom>
            <a:noFill/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6" name="Google Shape;16;p2"/>
            <p:cNvSpPr/>
            <p:nvPr/>
          </p:nvSpPr>
          <p:spPr>
            <a:xfrm>
              <a:off x="19722" y="8370178"/>
              <a:ext cx="12166615" cy="4232536"/>
            </a:xfrm>
            <a:custGeom>
              <a:avLst/>
              <a:gdLst/>
              <a:ahLst/>
              <a:cxnLst/>
              <a:rect l="l" t="t" r="r" b="b"/>
              <a:pathLst>
                <a:path w="12166615" h="4232536" extrusionOk="0">
                  <a:moveTo>
                    <a:pt x="0" y="2499455"/>
                  </a:moveTo>
                  <a:cubicBezTo>
                    <a:pt x="102198" y="2778965"/>
                    <a:pt x="347076" y="3025636"/>
                    <a:pt x="638287" y="3125380"/>
                  </a:cubicBezTo>
                  <a:cubicBezTo>
                    <a:pt x="922138" y="3222576"/>
                    <a:pt x="1241565" y="3171808"/>
                    <a:pt x="1465494" y="3012424"/>
                  </a:cubicBezTo>
                  <a:cubicBezTo>
                    <a:pt x="1646581" y="2883427"/>
                    <a:pt x="1758309" y="2692432"/>
                    <a:pt x="1918636" y="2539371"/>
                  </a:cubicBezTo>
                  <a:cubicBezTo>
                    <a:pt x="2078679" y="2386499"/>
                    <a:pt x="2323746" y="2262220"/>
                    <a:pt x="2558905" y="2322991"/>
                  </a:cubicBezTo>
                  <a:cubicBezTo>
                    <a:pt x="2753392" y="2373288"/>
                    <a:pt x="2904093" y="2458783"/>
                    <a:pt x="3027995" y="2560886"/>
                  </a:cubicBezTo>
                  <a:cubicBezTo>
                    <a:pt x="3124342" y="2640248"/>
                    <a:pt x="3208799" y="2727630"/>
                    <a:pt x="3293633" y="2819542"/>
                  </a:cubicBezTo>
                  <a:cubicBezTo>
                    <a:pt x="3312789" y="2840302"/>
                    <a:pt x="3332983" y="2862006"/>
                    <a:pt x="3354216" y="2884465"/>
                  </a:cubicBezTo>
                  <a:cubicBezTo>
                    <a:pt x="3469624" y="3006008"/>
                    <a:pt x="3618910" y="3159446"/>
                    <a:pt x="3743001" y="3287877"/>
                  </a:cubicBezTo>
                  <a:cubicBezTo>
                    <a:pt x="3826703" y="3374504"/>
                    <a:pt x="3901251" y="3437540"/>
                    <a:pt x="3993729" y="3459905"/>
                  </a:cubicBezTo>
                  <a:cubicBezTo>
                    <a:pt x="4030815" y="3468870"/>
                    <a:pt x="4066674" y="3471795"/>
                    <a:pt x="4104042" y="3469153"/>
                  </a:cubicBezTo>
                  <a:cubicBezTo>
                    <a:pt x="4260123" y="3458206"/>
                    <a:pt x="4443569" y="3322981"/>
                    <a:pt x="4544634" y="3144725"/>
                  </a:cubicBezTo>
                  <a:cubicBezTo>
                    <a:pt x="4650229" y="2958636"/>
                    <a:pt x="4709396" y="2733669"/>
                    <a:pt x="4881047" y="2593254"/>
                  </a:cubicBezTo>
                  <a:cubicBezTo>
                    <a:pt x="5102522" y="2412544"/>
                    <a:pt x="5431668" y="2419433"/>
                    <a:pt x="5672300" y="2543334"/>
                  </a:cubicBezTo>
                  <a:cubicBezTo>
                    <a:pt x="5910855" y="2666198"/>
                    <a:pt x="6081373" y="2883710"/>
                    <a:pt x="6231603" y="3108771"/>
                  </a:cubicBezTo>
                  <a:cubicBezTo>
                    <a:pt x="6362394" y="3304768"/>
                    <a:pt x="6484691" y="3517185"/>
                    <a:pt x="6637280" y="3708463"/>
                  </a:cubicBezTo>
                  <a:cubicBezTo>
                    <a:pt x="6660777" y="3737811"/>
                    <a:pt x="6684840" y="3766498"/>
                    <a:pt x="6709847" y="3794336"/>
                  </a:cubicBezTo>
                  <a:cubicBezTo>
                    <a:pt x="6935191" y="4044498"/>
                    <a:pt x="7230366" y="4195011"/>
                    <a:pt x="7541300" y="4226340"/>
                  </a:cubicBezTo>
                  <a:cubicBezTo>
                    <a:pt x="7770324" y="4249837"/>
                    <a:pt x="8008031" y="4206807"/>
                    <a:pt x="8209784" y="4092153"/>
                  </a:cubicBezTo>
                  <a:cubicBezTo>
                    <a:pt x="8395022" y="3986935"/>
                    <a:pt x="8540722" y="3839631"/>
                    <a:pt x="8664436" y="3669490"/>
                  </a:cubicBezTo>
                  <a:cubicBezTo>
                    <a:pt x="8867416" y="3390263"/>
                    <a:pt x="9010662" y="3049699"/>
                    <a:pt x="9175423" y="2734330"/>
                  </a:cubicBezTo>
                  <a:cubicBezTo>
                    <a:pt x="9216284" y="2655724"/>
                    <a:pt x="9258937" y="2577683"/>
                    <a:pt x="9303100" y="2500398"/>
                  </a:cubicBezTo>
                  <a:cubicBezTo>
                    <a:pt x="9935725" y="1393682"/>
                    <a:pt x="10913916" y="452104"/>
                    <a:pt x="12166616" y="0"/>
                  </a:cubicBezTo>
                </a:path>
              </a:pathLst>
            </a:custGeom>
            <a:noFill/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7" name="Google Shape;17;p2"/>
            <p:cNvSpPr/>
            <p:nvPr/>
          </p:nvSpPr>
          <p:spPr>
            <a:xfrm>
              <a:off x="22742" y="8494551"/>
              <a:ext cx="12163690" cy="4049276"/>
            </a:xfrm>
            <a:custGeom>
              <a:avLst/>
              <a:gdLst/>
              <a:ahLst/>
              <a:cxnLst/>
              <a:rect l="l" t="t" r="r" b="b"/>
              <a:pathLst>
                <a:path w="12163690" h="4049276" extrusionOk="0">
                  <a:moveTo>
                    <a:pt x="0" y="2257596"/>
                  </a:moveTo>
                  <a:cubicBezTo>
                    <a:pt x="100971" y="2530595"/>
                    <a:pt x="340470" y="2775851"/>
                    <a:pt x="626020" y="2879370"/>
                  </a:cubicBezTo>
                  <a:cubicBezTo>
                    <a:pt x="902604" y="2979680"/>
                    <a:pt x="1214293" y="2936932"/>
                    <a:pt x="1434259" y="2790194"/>
                  </a:cubicBezTo>
                  <a:cubicBezTo>
                    <a:pt x="1612232" y="2671482"/>
                    <a:pt x="1723017" y="2492094"/>
                    <a:pt x="1881645" y="2350169"/>
                  </a:cubicBezTo>
                  <a:cubicBezTo>
                    <a:pt x="2040273" y="2208149"/>
                    <a:pt x="2281659" y="2093967"/>
                    <a:pt x="2512194" y="2153323"/>
                  </a:cubicBezTo>
                  <a:cubicBezTo>
                    <a:pt x="2712060" y="2204752"/>
                    <a:pt x="2870216" y="2282131"/>
                    <a:pt x="3001289" y="2373854"/>
                  </a:cubicBezTo>
                  <a:cubicBezTo>
                    <a:pt x="3103487" y="2445383"/>
                    <a:pt x="3194266" y="2523423"/>
                    <a:pt x="3286084" y="2608918"/>
                  </a:cubicBezTo>
                  <a:cubicBezTo>
                    <a:pt x="3306844" y="2628263"/>
                    <a:pt x="3328643" y="2648646"/>
                    <a:pt x="3351479" y="2669878"/>
                  </a:cubicBezTo>
                  <a:cubicBezTo>
                    <a:pt x="3475664" y="2785004"/>
                    <a:pt x="3634292" y="2938725"/>
                    <a:pt x="3757627" y="3074800"/>
                  </a:cubicBezTo>
                  <a:cubicBezTo>
                    <a:pt x="3840386" y="3166146"/>
                    <a:pt x="3909744" y="3235221"/>
                    <a:pt x="3998259" y="3265229"/>
                  </a:cubicBezTo>
                  <a:cubicBezTo>
                    <a:pt x="4033835" y="3277308"/>
                    <a:pt x="4068561" y="3283536"/>
                    <a:pt x="4105741" y="3284291"/>
                  </a:cubicBezTo>
                  <a:cubicBezTo>
                    <a:pt x="4261161" y="3287594"/>
                    <a:pt x="4459139" y="3162560"/>
                    <a:pt x="4568037" y="2983643"/>
                  </a:cubicBezTo>
                  <a:cubicBezTo>
                    <a:pt x="4677406" y="2803877"/>
                    <a:pt x="4737706" y="2582779"/>
                    <a:pt x="4908035" y="2444345"/>
                  </a:cubicBezTo>
                  <a:cubicBezTo>
                    <a:pt x="5128189" y="2265806"/>
                    <a:pt x="5451863" y="2266938"/>
                    <a:pt x="5691079" y="2382725"/>
                  </a:cubicBezTo>
                  <a:cubicBezTo>
                    <a:pt x="5927653" y="2497379"/>
                    <a:pt x="6099964" y="2705454"/>
                    <a:pt x="6252175" y="2922966"/>
                  </a:cubicBezTo>
                  <a:cubicBezTo>
                    <a:pt x="6384853" y="3112640"/>
                    <a:pt x="6508754" y="3320150"/>
                    <a:pt x="6659078" y="3510390"/>
                  </a:cubicBezTo>
                  <a:cubicBezTo>
                    <a:pt x="6682198" y="3539549"/>
                    <a:pt x="6705789" y="3568047"/>
                    <a:pt x="6730230" y="3595791"/>
                  </a:cubicBezTo>
                  <a:cubicBezTo>
                    <a:pt x="6950290" y="3845010"/>
                    <a:pt x="7232064" y="4000146"/>
                    <a:pt x="7533656" y="4039402"/>
                  </a:cubicBezTo>
                  <a:cubicBezTo>
                    <a:pt x="7755886" y="4068750"/>
                    <a:pt x="7988969" y="4033080"/>
                    <a:pt x="8188646" y="3927013"/>
                  </a:cubicBezTo>
                  <a:cubicBezTo>
                    <a:pt x="8371903" y="3829628"/>
                    <a:pt x="8517981" y="3690534"/>
                    <a:pt x="8643203" y="3528320"/>
                  </a:cubicBezTo>
                  <a:cubicBezTo>
                    <a:pt x="8848825" y="3262115"/>
                    <a:pt x="8997451" y="2934101"/>
                    <a:pt x="9166742" y="2629868"/>
                  </a:cubicBezTo>
                  <a:cubicBezTo>
                    <a:pt x="9208735" y="2554092"/>
                    <a:pt x="9252332" y="2478694"/>
                    <a:pt x="9297438" y="2404240"/>
                  </a:cubicBezTo>
                  <a:cubicBezTo>
                    <a:pt x="9943274" y="1336590"/>
                    <a:pt x="10921654" y="431250"/>
                    <a:pt x="12163691" y="0"/>
                  </a:cubicBezTo>
                </a:path>
              </a:pathLst>
            </a:custGeom>
            <a:noFill/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8" name="Google Shape;18;p2"/>
            <p:cNvSpPr/>
            <p:nvPr/>
          </p:nvSpPr>
          <p:spPr>
            <a:xfrm>
              <a:off x="25761" y="8618736"/>
              <a:ext cx="12160387" cy="3867222"/>
            </a:xfrm>
            <a:custGeom>
              <a:avLst/>
              <a:gdLst/>
              <a:ahLst/>
              <a:cxnLst/>
              <a:rect l="l" t="t" r="r" b="b"/>
              <a:pathLst>
                <a:path w="12160387" h="3867222" extrusionOk="0">
                  <a:moveTo>
                    <a:pt x="0" y="2015926"/>
                  </a:moveTo>
                  <a:cubicBezTo>
                    <a:pt x="99744" y="2282509"/>
                    <a:pt x="333865" y="2526160"/>
                    <a:pt x="613658" y="2633548"/>
                  </a:cubicBezTo>
                  <a:cubicBezTo>
                    <a:pt x="882976" y="2736972"/>
                    <a:pt x="1187022" y="2702151"/>
                    <a:pt x="1402929" y="2568153"/>
                  </a:cubicBezTo>
                  <a:cubicBezTo>
                    <a:pt x="1577694" y="2459727"/>
                    <a:pt x="1687630" y="2292040"/>
                    <a:pt x="1844559" y="2161155"/>
                  </a:cubicBezTo>
                  <a:cubicBezTo>
                    <a:pt x="2001866" y="2029987"/>
                    <a:pt x="2239478" y="1925808"/>
                    <a:pt x="2465294" y="1983842"/>
                  </a:cubicBezTo>
                  <a:cubicBezTo>
                    <a:pt x="2670539" y="2036498"/>
                    <a:pt x="2836339" y="2105574"/>
                    <a:pt x="2974395" y="2186917"/>
                  </a:cubicBezTo>
                  <a:cubicBezTo>
                    <a:pt x="3082444" y="2250613"/>
                    <a:pt x="3179451" y="2319311"/>
                    <a:pt x="3278440" y="2398389"/>
                  </a:cubicBezTo>
                  <a:cubicBezTo>
                    <a:pt x="3300805" y="2416319"/>
                    <a:pt x="3324113" y="2435286"/>
                    <a:pt x="3348648" y="2455386"/>
                  </a:cubicBezTo>
                  <a:cubicBezTo>
                    <a:pt x="3481515" y="2564095"/>
                    <a:pt x="3649673" y="2718005"/>
                    <a:pt x="3772254" y="2861817"/>
                  </a:cubicBezTo>
                  <a:cubicBezTo>
                    <a:pt x="3854069" y="2957881"/>
                    <a:pt x="3918237" y="3032996"/>
                    <a:pt x="4002694" y="3070554"/>
                  </a:cubicBezTo>
                  <a:cubicBezTo>
                    <a:pt x="4036760" y="3085747"/>
                    <a:pt x="4070354" y="3095277"/>
                    <a:pt x="4107251" y="3099429"/>
                  </a:cubicBezTo>
                  <a:cubicBezTo>
                    <a:pt x="4262010" y="3117076"/>
                    <a:pt x="4474332" y="3002233"/>
                    <a:pt x="4591251" y="2822561"/>
                  </a:cubicBezTo>
                  <a:cubicBezTo>
                    <a:pt x="4704112" y="2649118"/>
                    <a:pt x="4765732" y="2431889"/>
                    <a:pt x="4934740" y="2295342"/>
                  </a:cubicBezTo>
                  <a:cubicBezTo>
                    <a:pt x="5153668" y="2118879"/>
                    <a:pt x="5471774" y="2114255"/>
                    <a:pt x="5709575" y="2222115"/>
                  </a:cubicBezTo>
                  <a:cubicBezTo>
                    <a:pt x="5944167" y="2328465"/>
                    <a:pt x="6118365" y="2527292"/>
                    <a:pt x="6272463" y="2737255"/>
                  </a:cubicBezTo>
                  <a:cubicBezTo>
                    <a:pt x="6407123" y="2920701"/>
                    <a:pt x="6532629" y="3123304"/>
                    <a:pt x="6680593" y="3312412"/>
                  </a:cubicBezTo>
                  <a:cubicBezTo>
                    <a:pt x="6703336" y="3341382"/>
                    <a:pt x="6726455" y="3369786"/>
                    <a:pt x="6750329" y="3397435"/>
                  </a:cubicBezTo>
                  <a:cubicBezTo>
                    <a:pt x="6965011" y="3645805"/>
                    <a:pt x="7233480" y="3805471"/>
                    <a:pt x="7525824" y="3852653"/>
                  </a:cubicBezTo>
                  <a:cubicBezTo>
                    <a:pt x="7741260" y="3887946"/>
                    <a:pt x="7969718" y="3859636"/>
                    <a:pt x="8167413" y="3762063"/>
                  </a:cubicBezTo>
                  <a:cubicBezTo>
                    <a:pt x="8348689" y="3672604"/>
                    <a:pt x="8495144" y="3541531"/>
                    <a:pt x="8621782" y="3387338"/>
                  </a:cubicBezTo>
                  <a:cubicBezTo>
                    <a:pt x="8829952" y="3134062"/>
                    <a:pt x="8984145" y="2818692"/>
                    <a:pt x="9157777" y="2525594"/>
                  </a:cubicBezTo>
                  <a:cubicBezTo>
                    <a:pt x="9200808" y="2452555"/>
                    <a:pt x="9245443" y="2379988"/>
                    <a:pt x="9291493" y="2308176"/>
                  </a:cubicBezTo>
                  <a:cubicBezTo>
                    <a:pt x="9950540" y="1279594"/>
                    <a:pt x="10929109" y="410395"/>
                    <a:pt x="12160388" y="0"/>
                  </a:cubicBezTo>
                </a:path>
              </a:pathLst>
            </a:custGeom>
            <a:noFill/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9" name="Google Shape;19;p2"/>
            <p:cNvSpPr/>
            <p:nvPr/>
          </p:nvSpPr>
          <p:spPr>
            <a:xfrm>
              <a:off x="28781" y="8743109"/>
              <a:ext cx="12157084" cy="3686107"/>
            </a:xfrm>
            <a:custGeom>
              <a:avLst/>
              <a:gdLst/>
              <a:ahLst/>
              <a:cxnLst/>
              <a:rect l="l" t="t" r="r" b="b"/>
              <a:pathLst>
                <a:path w="12157084" h="3686107" extrusionOk="0">
                  <a:moveTo>
                    <a:pt x="0" y="1774068"/>
                  </a:moveTo>
                  <a:cubicBezTo>
                    <a:pt x="98517" y="2034139"/>
                    <a:pt x="327259" y="2276186"/>
                    <a:pt x="601296" y="2387537"/>
                  </a:cubicBezTo>
                  <a:cubicBezTo>
                    <a:pt x="863348" y="2493982"/>
                    <a:pt x="1159656" y="2467276"/>
                    <a:pt x="1371600" y="2346016"/>
                  </a:cubicBezTo>
                  <a:cubicBezTo>
                    <a:pt x="1543251" y="2247782"/>
                    <a:pt x="1652337" y="2091796"/>
                    <a:pt x="1807473" y="1972047"/>
                  </a:cubicBezTo>
                  <a:cubicBezTo>
                    <a:pt x="1963459" y="1851637"/>
                    <a:pt x="2197202" y="1757649"/>
                    <a:pt x="2418489" y="1814174"/>
                  </a:cubicBezTo>
                  <a:cubicBezTo>
                    <a:pt x="2629207" y="1868056"/>
                    <a:pt x="2802556" y="1928827"/>
                    <a:pt x="2947595" y="1999884"/>
                  </a:cubicBezTo>
                  <a:cubicBezTo>
                    <a:pt x="3061589" y="2055749"/>
                    <a:pt x="3164824" y="2115105"/>
                    <a:pt x="3270797" y="2187766"/>
                  </a:cubicBezTo>
                  <a:cubicBezTo>
                    <a:pt x="3294671" y="2204185"/>
                    <a:pt x="3319678" y="2221926"/>
                    <a:pt x="3345723" y="2240799"/>
                  </a:cubicBezTo>
                  <a:cubicBezTo>
                    <a:pt x="3487271" y="2343186"/>
                    <a:pt x="3664961" y="2497190"/>
                    <a:pt x="3786692" y="2648646"/>
                  </a:cubicBezTo>
                  <a:cubicBezTo>
                    <a:pt x="3867657" y="2749428"/>
                    <a:pt x="3926541" y="2830677"/>
                    <a:pt x="4007035" y="2875784"/>
                  </a:cubicBezTo>
                  <a:cubicBezTo>
                    <a:pt x="4039591" y="2894090"/>
                    <a:pt x="4072053" y="2906924"/>
                    <a:pt x="4108761" y="2914568"/>
                  </a:cubicBezTo>
                  <a:cubicBezTo>
                    <a:pt x="4262860" y="2946463"/>
                    <a:pt x="4489336" y="2841906"/>
                    <a:pt x="4614465" y="2661480"/>
                  </a:cubicBezTo>
                  <a:cubicBezTo>
                    <a:pt x="4730440" y="2494170"/>
                    <a:pt x="4793853" y="2281093"/>
                    <a:pt x="4961540" y="2146434"/>
                  </a:cubicBezTo>
                  <a:cubicBezTo>
                    <a:pt x="5179147" y="1972141"/>
                    <a:pt x="5491779" y="1961855"/>
                    <a:pt x="5728070" y="2061505"/>
                  </a:cubicBezTo>
                  <a:cubicBezTo>
                    <a:pt x="5960681" y="2159645"/>
                    <a:pt x="6136672" y="2349036"/>
                    <a:pt x="6292752" y="2551544"/>
                  </a:cubicBezTo>
                  <a:cubicBezTo>
                    <a:pt x="6429299" y="2728668"/>
                    <a:pt x="6556503" y="2926363"/>
                    <a:pt x="6702109" y="3114434"/>
                  </a:cubicBezTo>
                  <a:cubicBezTo>
                    <a:pt x="6724474" y="3143215"/>
                    <a:pt x="6747121" y="3171430"/>
                    <a:pt x="6770335" y="3198985"/>
                  </a:cubicBezTo>
                  <a:cubicBezTo>
                    <a:pt x="6979732" y="3446411"/>
                    <a:pt x="7234801" y="3610701"/>
                    <a:pt x="7517802" y="3665810"/>
                  </a:cubicBezTo>
                  <a:cubicBezTo>
                    <a:pt x="7726444" y="3707048"/>
                    <a:pt x="7950373" y="3686099"/>
                    <a:pt x="8145992" y="3597018"/>
                  </a:cubicBezTo>
                  <a:cubicBezTo>
                    <a:pt x="8325286" y="3515392"/>
                    <a:pt x="8472119" y="3392434"/>
                    <a:pt x="8600267" y="3246262"/>
                  </a:cubicBezTo>
                  <a:cubicBezTo>
                    <a:pt x="8810985" y="3005913"/>
                    <a:pt x="8970651" y="2703189"/>
                    <a:pt x="9148718" y="2421226"/>
                  </a:cubicBezTo>
                  <a:cubicBezTo>
                    <a:pt x="9192881" y="2351018"/>
                    <a:pt x="9238460" y="2281093"/>
                    <a:pt x="9285453" y="2212018"/>
                  </a:cubicBezTo>
                  <a:cubicBezTo>
                    <a:pt x="9957618" y="1222503"/>
                    <a:pt x="10936469" y="389540"/>
                    <a:pt x="12157085" y="0"/>
                  </a:cubicBezTo>
                </a:path>
              </a:pathLst>
            </a:custGeom>
            <a:noFill/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0" name="Google Shape;20;p2"/>
            <p:cNvSpPr/>
            <p:nvPr/>
          </p:nvSpPr>
          <p:spPr>
            <a:xfrm>
              <a:off x="31895" y="8867766"/>
              <a:ext cx="12153970" cy="3505951"/>
            </a:xfrm>
            <a:custGeom>
              <a:avLst/>
              <a:gdLst/>
              <a:ahLst/>
              <a:cxnLst/>
              <a:rect l="l" t="t" r="r" b="b"/>
              <a:pathLst>
                <a:path w="12153970" h="3505951" extrusionOk="0">
                  <a:moveTo>
                    <a:pt x="0" y="1531927"/>
                  </a:moveTo>
                  <a:cubicBezTo>
                    <a:pt x="97291" y="1785486"/>
                    <a:pt x="320559" y="2026024"/>
                    <a:pt x="588934" y="2141244"/>
                  </a:cubicBezTo>
                  <a:cubicBezTo>
                    <a:pt x="843720" y="2250613"/>
                    <a:pt x="1132384" y="2232023"/>
                    <a:pt x="1340271" y="2123503"/>
                  </a:cubicBezTo>
                  <a:cubicBezTo>
                    <a:pt x="1508807" y="2035554"/>
                    <a:pt x="1617233" y="1891176"/>
                    <a:pt x="1770388" y="1782561"/>
                  </a:cubicBezTo>
                  <a:cubicBezTo>
                    <a:pt x="1925241" y="1672814"/>
                    <a:pt x="2155021" y="1589018"/>
                    <a:pt x="2371684" y="1644221"/>
                  </a:cubicBezTo>
                  <a:cubicBezTo>
                    <a:pt x="2587780" y="1699331"/>
                    <a:pt x="2768773" y="1751704"/>
                    <a:pt x="2920796" y="1812569"/>
                  </a:cubicBezTo>
                  <a:cubicBezTo>
                    <a:pt x="3040734" y="1860601"/>
                    <a:pt x="3150198" y="1910615"/>
                    <a:pt x="3263247" y="1976859"/>
                  </a:cubicBezTo>
                  <a:cubicBezTo>
                    <a:pt x="3288726" y="1991864"/>
                    <a:pt x="3315337" y="2008189"/>
                    <a:pt x="3342986" y="2025929"/>
                  </a:cubicBezTo>
                  <a:cubicBezTo>
                    <a:pt x="3493216" y="2121899"/>
                    <a:pt x="3680436" y="2276092"/>
                    <a:pt x="3801318" y="2435286"/>
                  </a:cubicBezTo>
                  <a:cubicBezTo>
                    <a:pt x="3881340" y="2540692"/>
                    <a:pt x="3935034" y="2628169"/>
                    <a:pt x="4011564" y="2680825"/>
                  </a:cubicBezTo>
                  <a:cubicBezTo>
                    <a:pt x="4042705" y="2702246"/>
                    <a:pt x="4074034" y="2718382"/>
                    <a:pt x="4110459" y="2729423"/>
                  </a:cubicBezTo>
                  <a:cubicBezTo>
                    <a:pt x="4263992" y="2775756"/>
                    <a:pt x="4504340" y="2681202"/>
                    <a:pt x="4637867" y="2500115"/>
                  </a:cubicBezTo>
                  <a:cubicBezTo>
                    <a:pt x="4756673" y="2338939"/>
                    <a:pt x="4822163" y="2129920"/>
                    <a:pt x="4988435" y="1997242"/>
                  </a:cubicBezTo>
                  <a:cubicBezTo>
                    <a:pt x="5204814" y="1825120"/>
                    <a:pt x="5511879" y="1809078"/>
                    <a:pt x="5746754" y="1900707"/>
                  </a:cubicBezTo>
                  <a:cubicBezTo>
                    <a:pt x="5977289" y="1990637"/>
                    <a:pt x="6155168" y="2170686"/>
                    <a:pt x="6313229" y="2365645"/>
                  </a:cubicBezTo>
                  <a:cubicBezTo>
                    <a:pt x="6451758" y="2536446"/>
                    <a:pt x="6580566" y="2729329"/>
                    <a:pt x="6723813" y="2916266"/>
                  </a:cubicBezTo>
                  <a:cubicBezTo>
                    <a:pt x="6745800" y="2944859"/>
                    <a:pt x="6767976" y="2972980"/>
                    <a:pt x="6790623" y="3000440"/>
                  </a:cubicBezTo>
                  <a:cubicBezTo>
                    <a:pt x="6994641" y="3247017"/>
                    <a:pt x="7236405" y="3415836"/>
                    <a:pt x="7510159" y="3478872"/>
                  </a:cubicBezTo>
                  <a:cubicBezTo>
                    <a:pt x="7712006" y="3525961"/>
                    <a:pt x="7931311" y="3512466"/>
                    <a:pt x="8124855" y="3431878"/>
                  </a:cubicBezTo>
                  <a:cubicBezTo>
                    <a:pt x="8302167" y="3358085"/>
                    <a:pt x="8449377" y="3243242"/>
                    <a:pt x="8578940" y="3105091"/>
                  </a:cubicBezTo>
                  <a:cubicBezTo>
                    <a:pt x="8792300" y="2877671"/>
                    <a:pt x="8957345" y="2587498"/>
                    <a:pt x="9139848" y="2316763"/>
                  </a:cubicBezTo>
                  <a:cubicBezTo>
                    <a:pt x="9185049" y="2249292"/>
                    <a:pt x="9231665" y="2182198"/>
                    <a:pt x="9279603" y="2115860"/>
                  </a:cubicBezTo>
                  <a:cubicBezTo>
                    <a:pt x="9964978" y="1165506"/>
                    <a:pt x="10944019" y="368685"/>
                    <a:pt x="12153971" y="0"/>
                  </a:cubicBezTo>
                </a:path>
              </a:pathLst>
            </a:custGeom>
            <a:noFill/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1" name="Google Shape;21;p2"/>
            <p:cNvSpPr/>
            <p:nvPr/>
          </p:nvSpPr>
          <p:spPr>
            <a:xfrm>
              <a:off x="34915" y="8991762"/>
              <a:ext cx="12151139" cy="3327091"/>
            </a:xfrm>
            <a:custGeom>
              <a:avLst/>
              <a:gdLst/>
              <a:ahLst/>
              <a:cxnLst/>
              <a:rect l="l" t="t" r="r" b="b"/>
              <a:pathLst>
                <a:path w="12151139" h="3327091" extrusionOk="0">
                  <a:moveTo>
                    <a:pt x="0" y="1290352"/>
                  </a:moveTo>
                  <a:cubicBezTo>
                    <a:pt x="96064" y="1537494"/>
                    <a:pt x="313953" y="1776239"/>
                    <a:pt x="576667" y="1895517"/>
                  </a:cubicBezTo>
                  <a:cubicBezTo>
                    <a:pt x="824187" y="2007906"/>
                    <a:pt x="1105207" y="1997431"/>
                    <a:pt x="1309036" y="1901556"/>
                  </a:cubicBezTo>
                  <a:cubicBezTo>
                    <a:pt x="1474364" y="1823799"/>
                    <a:pt x="1582223" y="1691121"/>
                    <a:pt x="1733491" y="1593642"/>
                  </a:cubicBezTo>
                  <a:cubicBezTo>
                    <a:pt x="1887307" y="1494558"/>
                    <a:pt x="2113028" y="1420953"/>
                    <a:pt x="2324973" y="1474836"/>
                  </a:cubicBezTo>
                  <a:cubicBezTo>
                    <a:pt x="2546448" y="1531078"/>
                    <a:pt x="2735179" y="1575146"/>
                    <a:pt x="2893996" y="1625820"/>
                  </a:cubicBezTo>
                  <a:cubicBezTo>
                    <a:pt x="3019879" y="1665926"/>
                    <a:pt x="3135571" y="1706691"/>
                    <a:pt x="3255698" y="1766519"/>
                  </a:cubicBezTo>
                  <a:cubicBezTo>
                    <a:pt x="3282781" y="1780108"/>
                    <a:pt x="3310902" y="1795112"/>
                    <a:pt x="3340250" y="1811626"/>
                  </a:cubicBezTo>
                  <a:cubicBezTo>
                    <a:pt x="3499255" y="1901273"/>
                    <a:pt x="3696007" y="2055560"/>
                    <a:pt x="3816039" y="2222492"/>
                  </a:cubicBezTo>
                  <a:cubicBezTo>
                    <a:pt x="3895212" y="2332617"/>
                    <a:pt x="3943621" y="2426322"/>
                    <a:pt x="4016094" y="2486338"/>
                  </a:cubicBezTo>
                  <a:cubicBezTo>
                    <a:pt x="4045725" y="2510873"/>
                    <a:pt x="4075922" y="2530406"/>
                    <a:pt x="4112158" y="2544750"/>
                  </a:cubicBezTo>
                  <a:cubicBezTo>
                    <a:pt x="4265030" y="2605427"/>
                    <a:pt x="4519061" y="2520970"/>
                    <a:pt x="4661270" y="2339222"/>
                  </a:cubicBezTo>
                  <a:cubicBezTo>
                    <a:pt x="4782718" y="2183991"/>
                    <a:pt x="4850473" y="1979219"/>
                    <a:pt x="5015423" y="1848428"/>
                  </a:cubicBezTo>
                  <a:cubicBezTo>
                    <a:pt x="5230576" y="1678476"/>
                    <a:pt x="5531979" y="1656678"/>
                    <a:pt x="5765533" y="1740191"/>
                  </a:cubicBezTo>
                  <a:cubicBezTo>
                    <a:pt x="5993991" y="1821911"/>
                    <a:pt x="6173852" y="1992524"/>
                    <a:pt x="6333895" y="2179934"/>
                  </a:cubicBezTo>
                  <a:cubicBezTo>
                    <a:pt x="6474311" y="2344413"/>
                    <a:pt x="6604818" y="2532483"/>
                    <a:pt x="6745705" y="2718288"/>
                  </a:cubicBezTo>
                  <a:cubicBezTo>
                    <a:pt x="6767315" y="2746692"/>
                    <a:pt x="6789019" y="2774624"/>
                    <a:pt x="6811100" y="2801990"/>
                  </a:cubicBezTo>
                  <a:cubicBezTo>
                    <a:pt x="7009834" y="3047623"/>
                    <a:pt x="7238198" y="3221066"/>
                    <a:pt x="7502610" y="3292029"/>
                  </a:cubicBezTo>
                  <a:cubicBezTo>
                    <a:pt x="7697568" y="3345062"/>
                    <a:pt x="7912344" y="3338929"/>
                    <a:pt x="8103905" y="3266834"/>
                  </a:cubicBezTo>
                  <a:cubicBezTo>
                    <a:pt x="8279142" y="3200966"/>
                    <a:pt x="8426824" y="3094145"/>
                    <a:pt x="8557803" y="2964015"/>
                  </a:cubicBezTo>
                  <a:cubicBezTo>
                    <a:pt x="8773805" y="2749523"/>
                    <a:pt x="8944229" y="2471994"/>
                    <a:pt x="9131260" y="2212395"/>
                  </a:cubicBezTo>
                  <a:cubicBezTo>
                    <a:pt x="9177500" y="2147755"/>
                    <a:pt x="9225154" y="2083398"/>
                    <a:pt x="9274035" y="2019701"/>
                  </a:cubicBezTo>
                  <a:cubicBezTo>
                    <a:pt x="9972622" y="1108415"/>
                    <a:pt x="10951757" y="347831"/>
                    <a:pt x="12151140" y="0"/>
                  </a:cubicBezTo>
                </a:path>
              </a:pathLst>
            </a:custGeom>
            <a:noFill/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2" name="Google Shape;22;p2"/>
            <p:cNvSpPr/>
            <p:nvPr/>
          </p:nvSpPr>
          <p:spPr>
            <a:xfrm>
              <a:off x="37934" y="9116230"/>
              <a:ext cx="12147742" cy="3149423"/>
            </a:xfrm>
            <a:custGeom>
              <a:avLst/>
              <a:gdLst/>
              <a:ahLst/>
              <a:cxnLst/>
              <a:rect l="l" t="t" r="r" b="b"/>
              <a:pathLst>
                <a:path w="12147742" h="3149423" extrusionOk="0">
                  <a:moveTo>
                    <a:pt x="0" y="1048399"/>
                  </a:moveTo>
                  <a:cubicBezTo>
                    <a:pt x="94837" y="1289030"/>
                    <a:pt x="307348" y="1526170"/>
                    <a:pt x="564305" y="1649412"/>
                  </a:cubicBezTo>
                  <a:cubicBezTo>
                    <a:pt x="804559" y="1764632"/>
                    <a:pt x="1077935" y="1762367"/>
                    <a:pt x="1277707" y="1679231"/>
                  </a:cubicBezTo>
                  <a:cubicBezTo>
                    <a:pt x="1439921" y="1611760"/>
                    <a:pt x="1547214" y="1490689"/>
                    <a:pt x="1696405" y="1404439"/>
                  </a:cubicBezTo>
                  <a:cubicBezTo>
                    <a:pt x="1849277" y="1316019"/>
                    <a:pt x="2070847" y="1252605"/>
                    <a:pt x="2278168" y="1305073"/>
                  </a:cubicBezTo>
                  <a:cubicBezTo>
                    <a:pt x="2505022" y="1362541"/>
                    <a:pt x="2701396" y="1398211"/>
                    <a:pt x="2867196" y="1438694"/>
                  </a:cubicBezTo>
                  <a:cubicBezTo>
                    <a:pt x="2999024" y="1470873"/>
                    <a:pt x="3120945" y="1502391"/>
                    <a:pt x="3248055" y="1555801"/>
                  </a:cubicBezTo>
                  <a:cubicBezTo>
                    <a:pt x="3276742" y="1567880"/>
                    <a:pt x="3306467" y="1581563"/>
                    <a:pt x="3337324" y="1596944"/>
                  </a:cubicBezTo>
                  <a:cubicBezTo>
                    <a:pt x="3505012" y="1680175"/>
                    <a:pt x="3711294" y="1834556"/>
                    <a:pt x="3830477" y="2009227"/>
                  </a:cubicBezTo>
                  <a:cubicBezTo>
                    <a:pt x="3908801" y="2123975"/>
                    <a:pt x="3951831" y="2224002"/>
                    <a:pt x="4020435" y="2291473"/>
                  </a:cubicBezTo>
                  <a:cubicBezTo>
                    <a:pt x="4048556" y="2319122"/>
                    <a:pt x="4077620" y="2341959"/>
                    <a:pt x="4113573" y="2359700"/>
                  </a:cubicBezTo>
                  <a:cubicBezTo>
                    <a:pt x="4265785" y="2434814"/>
                    <a:pt x="4533216" y="2360360"/>
                    <a:pt x="4684389" y="2177952"/>
                  </a:cubicBezTo>
                  <a:cubicBezTo>
                    <a:pt x="4808197" y="2028571"/>
                    <a:pt x="4878404" y="1828234"/>
                    <a:pt x="5042034" y="1699331"/>
                  </a:cubicBezTo>
                  <a:cubicBezTo>
                    <a:pt x="5255866" y="1531549"/>
                    <a:pt x="5551795" y="1504089"/>
                    <a:pt x="5783840" y="1579487"/>
                  </a:cubicBezTo>
                  <a:cubicBezTo>
                    <a:pt x="6010222" y="1653092"/>
                    <a:pt x="6191970" y="1814268"/>
                    <a:pt x="6353995" y="1994128"/>
                  </a:cubicBezTo>
                  <a:cubicBezTo>
                    <a:pt x="6496392" y="2152285"/>
                    <a:pt x="6628409" y="2335448"/>
                    <a:pt x="6767032" y="2520215"/>
                  </a:cubicBezTo>
                  <a:cubicBezTo>
                    <a:pt x="6788264" y="2548430"/>
                    <a:pt x="6809402" y="2576268"/>
                    <a:pt x="6830918" y="2603540"/>
                  </a:cubicBezTo>
                  <a:cubicBezTo>
                    <a:pt x="7024272" y="2848229"/>
                    <a:pt x="7239330" y="3026296"/>
                    <a:pt x="7494494" y="3105186"/>
                  </a:cubicBezTo>
                  <a:cubicBezTo>
                    <a:pt x="7682659" y="3164164"/>
                    <a:pt x="7892716" y="3165296"/>
                    <a:pt x="8082391" y="3101788"/>
                  </a:cubicBezTo>
                  <a:cubicBezTo>
                    <a:pt x="8255645" y="3043754"/>
                    <a:pt x="8403704" y="2945142"/>
                    <a:pt x="8536193" y="2822939"/>
                  </a:cubicBezTo>
                  <a:cubicBezTo>
                    <a:pt x="8754838" y="2621375"/>
                    <a:pt x="8930640" y="2356491"/>
                    <a:pt x="9122107" y="2108027"/>
                  </a:cubicBezTo>
                  <a:cubicBezTo>
                    <a:pt x="9169478" y="2046123"/>
                    <a:pt x="9218077" y="1984503"/>
                    <a:pt x="9267902" y="1923637"/>
                  </a:cubicBezTo>
                  <a:cubicBezTo>
                    <a:pt x="9979604" y="1051419"/>
                    <a:pt x="10959023" y="326976"/>
                    <a:pt x="12147742" y="0"/>
                  </a:cubicBezTo>
                </a:path>
              </a:pathLst>
            </a:custGeom>
            <a:noFill/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3" name="Google Shape;23;p2"/>
            <p:cNvSpPr/>
            <p:nvPr/>
          </p:nvSpPr>
          <p:spPr>
            <a:xfrm>
              <a:off x="40954" y="9240698"/>
              <a:ext cx="12144534" cy="2972959"/>
            </a:xfrm>
            <a:custGeom>
              <a:avLst/>
              <a:gdLst/>
              <a:ahLst/>
              <a:cxnLst/>
              <a:rect l="l" t="t" r="r" b="b"/>
              <a:pathLst>
                <a:path w="12144534" h="2972959" extrusionOk="0">
                  <a:moveTo>
                    <a:pt x="0" y="806446"/>
                  </a:moveTo>
                  <a:cubicBezTo>
                    <a:pt x="93610" y="1040567"/>
                    <a:pt x="300648" y="1275914"/>
                    <a:pt x="551943" y="1403307"/>
                  </a:cubicBezTo>
                  <a:cubicBezTo>
                    <a:pt x="784931" y="1521358"/>
                    <a:pt x="1050664" y="1527397"/>
                    <a:pt x="1246377" y="1456906"/>
                  </a:cubicBezTo>
                  <a:cubicBezTo>
                    <a:pt x="1405572" y="1399627"/>
                    <a:pt x="1512393" y="1290257"/>
                    <a:pt x="1659320" y="1215142"/>
                  </a:cubicBezTo>
                  <a:cubicBezTo>
                    <a:pt x="1811342" y="1137385"/>
                    <a:pt x="2028666" y="1084163"/>
                    <a:pt x="2231363" y="1135309"/>
                  </a:cubicBezTo>
                  <a:cubicBezTo>
                    <a:pt x="2463690" y="1193910"/>
                    <a:pt x="2667708" y="1221182"/>
                    <a:pt x="2840396" y="1251567"/>
                  </a:cubicBezTo>
                  <a:cubicBezTo>
                    <a:pt x="2978264" y="1275819"/>
                    <a:pt x="3106318" y="1298090"/>
                    <a:pt x="3240505" y="1345083"/>
                  </a:cubicBezTo>
                  <a:cubicBezTo>
                    <a:pt x="3270797" y="1355747"/>
                    <a:pt x="3302126" y="1368014"/>
                    <a:pt x="3334588" y="1382263"/>
                  </a:cubicBezTo>
                  <a:cubicBezTo>
                    <a:pt x="3510956" y="1459077"/>
                    <a:pt x="3726864" y="1613647"/>
                    <a:pt x="3845104" y="1796055"/>
                  </a:cubicBezTo>
                  <a:cubicBezTo>
                    <a:pt x="3922484" y="1915522"/>
                    <a:pt x="3960324" y="2021777"/>
                    <a:pt x="4024870" y="2096703"/>
                  </a:cubicBezTo>
                  <a:cubicBezTo>
                    <a:pt x="4051481" y="2127561"/>
                    <a:pt x="4079413" y="2153606"/>
                    <a:pt x="4115178" y="2174744"/>
                  </a:cubicBezTo>
                  <a:cubicBezTo>
                    <a:pt x="4266728" y="2264296"/>
                    <a:pt x="4547465" y="2199562"/>
                    <a:pt x="4707698" y="2016776"/>
                  </a:cubicBezTo>
                  <a:cubicBezTo>
                    <a:pt x="4833581" y="1873058"/>
                    <a:pt x="4906620" y="1677249"/>
                    <a:pt x="5068928" y="1550328"/>
                  </a:cubicBezTo>
                  <a:cubicBezTo>
                    <a:pt x="5281533" y="1384717"/>
                    <a:pt x="5571801" y="1351500"/>
                    <a:pt x="5802524" y="1418877"/>
                  </a:cubicBezTo>
                  <a:cubicBezTo>
                    <a:pt x="6026831" y="1484272"/>
                    <a:pt x="6210560" y="1636012"/>
                    <a:pt x="6374472" y="1808417"/>
                  </a:cubicBezTo>
                  <a:cubicBezTo>
                    <a:pt x="6518852" y="1960345"/>
                    <a:pt x="6652473" y="2138601"/>
                    <a:pt x="6788736" y="2322237"/>
                  </a:cubicBezTo>
                  <a:cubicBezTo>
                    <a:pt x="6809591" y="2350263"/>
                    <a:pt x="6830257" y="2377912"/>
                    <a:pt x="6851206" y="2405089"/>
                  </a:cubicBezTo>
                  <a:cubicBezTo>
                    <a:pt x="7039276" y="2648929"/>
                    <a:pt x="7241029" y="2830960"/>
                    <a:pt x="7486756" y="2918342"/>
                  </a:cubicBezTo>
                  <a:cubicBezTo>
                    <a:pt x="7668221" y="2982888"/>
                    <a:pt x="7873560" y="2991758"/>
                    <a:pt x="8061158" y="2936744"/>
                  </a:cubicBezTo>
                  <a:cubicBezTo>
                    <a:pt x="8232337" y="2886541"/>
                    <a:pt x="8380868" y="2796045"/>
                    <a:pt x="8514772" y="2681863"/>
                  </a:cubicBezTo>
                  <a:cubicBezTo>
                    <a:pt x="8736059" y="2493227"/>
                    <a:pt x="8917335" y="2240988"/>
                    <a:pt x="9113143" y="2003659"/>
                  </a:cubicBezTo>
                  <a:cubicBezTo>
                    <a:pt x="9161552" y="1944586"/>
                    <a:pt x="9211188" y="1885702"/>
                    <a:pt x="9261957" y="1827479"/>
                  </a:cubicBezTo>
                  <a:cubicBezTo>
                    <a:pt x="9986871" y="994328"/>
                    <a:pt x="10966477" y="306121"/>
                    <a:pt x="12144535" y="0"/>
                  </a:cubicBezTo>
                </a:path>
              </a:pathLst>
            </a:custGeom>
            <a:noFill/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4" name="Google Shape;24;p2"/>
            <p:cNvSpPr/>
            <p:nvPr/>
          </p:nvSpPr>
          <p:spPr>
            <a:xfrm>
              <a:off x="44068" y="9364883"/>
              <a:ext cx="12141514" cy="2797895"/>
            </a:xfrm>
            <a:custGeom>
              <a:avLst/>
              <a:gdLst/>
              <a:ahLst/>
              <a:cxnLst/>
              <a:rect l="l" t="t" r="r" b="b"/>
              <a:pathLst>
                <a:path w="12141514" h="2797895" extrusionOk="0">
                  <a:moveTo>
                    <a:pt x="0" y="564776"/>
                  </a:moveTo>
                  <a:cubicBezTo>
                    <a:pt x="92384" y="792480"/>
                    <a:pt x="294042" y="1025940"/>
                    <a:pt x="539581" y="1157485"/>
                  </a:cubicBezTo>
                  <a:cubicBezTo>
                    <a:pt x="765303" y="1278367"/>
                    <a:pt x="1023486" y="1292616"/>
                    <a:pt x="1215048" y="1234959"/>
                  </a:cubicBezTo>
                  <a:cubicBezTo>
                    <a:pt x="1371128" y="1187965"/>
                    <a:pt x="1477761" y="1090203"/>
                    <a:pt x="1622234" y="1026223"/>
                  </a:cubicBezTo>
                  <a:cubicBezTo>
                    <a:pt x="1773691" y="959129"/>
                    <a:pt x="1986484" y="916099"/>
                    <a:pt x="2184463" y="965829"/>
                  </a:cubicBezTo>
                  <a:cubicBezTo>
                    <a:pt x="2422169" y="1025657"/>
                    <a:pt x="2633925" y="1044436"/>
                    <a:pt x="2813502" y="1064724"/>
                  </a:cubicBezTo>
                  <a:cubicBezTo>
                    <a:pt x="2957315" y="1080955"/>
                    <a:pt x="3091503" y="1094072"/>
                    <a:pt x="3232767" y="1134649"/>
                  </a:cubicBezTo>
                  <a:cubicBezTo>
                    <a:pt x="3264663" y="1143802"/>
                    <a:pt x="3297502" y="1154843"/>
                    <a:pt x="3331662" y="1167865"/>
                  </a:cubicBezTo>
                  <a:cubicBezTo>
                    <a:pt x="3516713" y="1238356"/>
                    <a:pt x="3742246" y="1392927"/>
                    <a:pt x="3859636" y="1583167"/>
                  </a:cubicBezTo>
                  <a:cubicBezTo>
                    <a:pt x="3936167" y="1707258"/>
                    <a:pt x="3968628" y="1819835"/>
                    <a:pt x="4029305" y="1902122"/>
                  </a:cubicBezTo>
                  <a:cubicBezTo>
                    <a:pt x="4054406" y="1936093"/>
                    <a:pt x="4081301" y="1965535"/>
                    <a:pt x="4116782" y="1989976"/>
                  </a:cubicBezTo>
                  <a:cubicBezTo>
                    <a:pt x="4267672" y="2093967"/>
                    <a:pt x="4561431" y="2038952"/>
                    <a:pt x="4731006" y="1855694"/>
                  </a:cubicBezTo>
                  <a:cubicBezTo>
                    <a:pt x="4858871" y="1717543"/>
                    <a:pt x="4934835" y="1526359"/>
                    <a:pt x="5095822" y="1401325"/>
                  </a:cubicBezTo>
                  <a:cubicBezTo>
                    <a:pt x="5307106" y="1237885"/>
                    <a:pt x="5591712" y="1199006"/>
                    <a:pt x="5821208" y="1258173"/>
                  </a:cubicBezTo>
                  <a:cubicBezTo>
                    <a:pt x="6043345" y="1315453"/>
                    <a:pt x="6229150" y="1457661"/>
                    <a:pt x="6394949" y="1622612"/>
                  </a:cubicBezTo>
                  <a:cubicBezTo>
                    <a:pt x="6541310" y="1768217"/>
                    <a:pt x="6676536" y="1941567"/>
                    <a:pt x="6810346" y="2124069"/>
                  </a:cubicBezTo>
                  <a:cubicBezTo>
                    <a:pt x="6830823" y="2151907"/>
                    <a:pt x="6851017" y="2179367"/>
                    <a:pt x="6871400" y="2206545"/>
                  </a:cubicBezTo>
                  <a:cubicBezTo>
                    <a:pt x="7054092" y="2449441"/>
                    <a:pt x="7242539" y="2636095"/>
                    <a:pt x="7479018" y="2731405"/>
                  </a:cubicBezTo>
                  <a:cubicBezTo>
                    <a:pt x="7653689" y="2801801"/>
                    <a:pt x="7854404" y="2818126"/>
                    <a:pt x="8040020" y="2771604"/>
                  </a:cubicBezTo>
                  <a:cubicBezTo>
                    <a:pt x="8209217" y="2729234"/>
                    <a:pt x="8358220" y="2646853"/>
                    <a:pt x="8493540" y="2540692"/>
                  </a:cubicBezTo>
                  <a:cubicBezTo>
                    <a:pt x="8717468" y="2364984"/>
                    <a:pt x="8904595" y="2125768"/>
                    <a:pt x="9104461" y="1899197"/>
                  </a:cubicBezTo>
                  <a:cubicBezTo>
                    <a:pt x="9154097" y="1842955"/>
                    <a:pt x="9204583" y="1786713"/>
                    <a:pt x="9256295" y="1731321"/>
                  </a:cubicBezTo>
                  <a:cubicBezTo>
                    <a:pt x="9994326" y="937236"/>
                    <a:pt x="10974215" y="285266"/>
                    <a:pt x="12141514" y="0"/>
                  </a:cubicBezTo>
                </a:path>
              </a:pathLst>
            </a:custGeom>
            <a:noFill/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5" name="Google Shape;25;p2"/>
            <p:cNvSpPr/>
            <p:nvPr/>
          </p:nvSpPr>
          <p:spPr>
            <a:xfrm>
              <a:off x="47088" y="9489162"/>
              <a:ext cx="12138212" cy="2624367"/>
            </a:xfrm>
            <a:custGeom>
              <a:avLst/>
              <a:gdLst/>
              <a:ahLst/>
              <a:cxnLst/>
              <a:rect l="l" t="t" r="r" b="b"/>
              <a:pathLst>
                <a:path w="12138212" h="2624367" extrusionOk="0">
                  <a:moveTo>
                    <a:pt x="0" y="323012"/>
                  </a:moveTo>
                  <a:cubicBezTo>
                    <a:pt x="91157" y="544205"/>
                    <a:pt x="287437" y="775872"/>
                    <a:pt x="527313" y="911569"/>
                  </a:cubicBezTo>
                  <a:cubicBezTo>
                    <a:pt x="745769" y="1035188"/>
                    <a:pt x="996404" y="1057835"/>
                    <a:pt x="1183813" y="1012823"/>
                  </a:cubicBezTo>
                  <a:cubicBezTo>
                    <a:pt x="1336874" y="976021"/>
                    <a:pt x="1443318" y="890054"/>
                    <a:pt x="1585243" y="837115"/>
                  </a:cubicBezTo>
                  <a:cubicBezTo>
                    <a:pt x="1736228" y="780779"/>
                    <a:pt x="1944398" y="747751"/>
                    <a:pt x="2137752" y="796255"/>
                  </a:cubicBezTo>
                  <a:cubicBezTo>
                    <a:pt x="2380837" y="857215"/>
                    <a:pt x="2600331" y="867500"/>
                    <a:pt x="2786797" y="877786"/>
                  </a:cubicBezTo>
                  <a:cubicBezTo>
                    <a:pt x="2936649" y="885996"/>
                    <a:pt x="3076970" y="889959"/>
                    <a:pt x="3225313" y="924120"/>
                  </a:cubicBezTo>
                  <a:cubicBezTo>
                    <a:pt x="3258718" y="931858"/>
                    <a:pt x="3293256" y="941483"/>
                    <a:pt x="3328926" y="953373"/>
                  </a:cubicBezTo>
                  <a:cubicBezTo>
                    <a:pt x="3522752" y="1017447"/>
                    <a:pt x="3757816" y="1172206"/>
                    <a:pt x="3874263" y="1370090"/>
                  </a:cubicBezTo>
                  <a:cubicBezTo>
                    <a:pt x="3949944" y="1498804"/>
                    <a:pt x="3976932" y="1617799"/>
                    <a:pt x="4033835" y="1707446"/>
                  </a:cubicBezTo>
                  <a:cubicBezTo>
                    <a:pt x="4057426" y="1744626"/>
                    <a:pt x="4083188" y="1777277"/>
                    <a:pt x="4118480" y="1805115"/>
                  </a:cubicBezTo>
                  <a:cubicBezTo>
                    <a:pt x="4268616" y="1923637"/>
                    <a:pt x="4575303" y="1877965"/>
                    <a:pt x="4754408" y="1694613"/>
                  </a:cubicBezTo>
                  <a:cubicBezTo>
                    <a:pt x="4883972" y="1561935"/>
                    <a:pt x="4963145" y="1375563"/>
                    <a:pt x="5122716" y="1252417"/>
                  </a:cubicBezTo>
                  <a:cubicBezTo>
                    <a:pt x="5332773" y="1091052"/>
                    <a:pt x="5611717" y="1046700"/>
                    <a:pt x="5839893" y="1097658"/>
                  </a:cubicBezTo>
                  <a:cubicBezTo>
                    <a:pt x="6059953" y="1146822"/>
                    <a:pt x="6247740" y="1279594"/>
                    <a:pt x="6415427" y="1436901"/>
                  </a:cubicBezTo>
                  <a:cubicBezTo>
                    <a:pt x="6563769" y="1576184"/>
                    <a:pt x="6700599" y="1744720"/>
                    <a:pt x="6832050" y="1926091"/>
                  </a:cubicBezTo>
                  <a:cubicBezTo>
                    <a:pt x="6852150" y="1953740"/>
                    <a:pt x="6871872" y="1981106"/>
                    <a:pt x="6891594" y="2008094"/>
                  </a:cubicBezTo>
                  <a:cubicBezTo>
                    <a:pt x="7069001" y="2250047"/>
                    <a:pt x="7244143" y="2441325"/>
                    <a:pt x="7471186" y="2544561"/>
                  </a:cubicBezTo>
                  <a:cubicBezTo>
                    <a:pt x="7639157" y="2620903"/>
                    <a:pt x="7835059" y="2644494"/>
                    <a:pt x="8018788" y="2606559"/>
                  </a:cubicBezTo>
                  <a:cubicBezTo>
                    <a:pt x="8185909" y="2572021"/>
                    <a:pt x="8335384" y="2497850"/>
                    <a:pt x="8472119" y="2399616"/>
                  </a:cubicBezTo>
                  <a:cubicBezTo>
                    <a:pt x="8698784" y="2236836"/>
                    <a:pt x="8891195" y="2010265"/>
                    <a:pt x="9095496" y="1794828"/>
                  </a:cubicBezTo>
                  <a:cubicBezTo>
                    <a:pt x="9146170" y="1741418"/>
                    <a:pt x="9197694" y="1687913"/>
                    <a:pt x="9250255" y="1635162"/>
                  </a:cubicBezTo>
                  <a:cubicBezTo>
                    <a:pt x="10001498" y="880145"/>
                    <a:pt x="10981576" y="264317"/>
                    <a:pt x="12138212" y="0"/>
                  </a:cubicBezTo>
                </a:path>
              </a:pathLst>
            </a:custGeom>
            <a:noFill/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6" name="Google Shape;26;p2"/>
            <p:cNvSpPr/>
            <p:nvPr/>
          </p:nvSpPr>
          <p:spPr>
            <a:xfrm>
              <a:off x="50107" y="9613818"/>
              <a:ext cx="12135097" cy="2452279"/>
            </a:xfrm>
            <a:custGeom>
              <a:avLst/>
              <a:gdLst/>
              <a:ahLst/>
              <a:cxnLst/>
              <a:rect l="l" t="t" r="r" b="b"/>
              <a:pathLst>
                <a:path w="12135097" h="2452279" extrusionOk="0">
                  <a:moveTo>
                    <a:pt x="0" y="80871"/>
                  </a:moveTo>
                  <a:cubicBezTo>
                    <a:pt x="89930" y="295552"/>
                    <a:pt x="280831" y="525332"/>
                    <a:pt x="514952" y="665276"/>
                  </a:cubicBezTo>
                  <a:cubicBezTo>
                    <a:pt x="726141" y="791536"/>
                    <a:pt x="969226" y="822677"/>
                    <a:pt x="1152484" y="790310"/>
                  </a:cubicBezTo>
                  <a:cubicBezTo>
                    <a:pt x="1302525" y="763793"/>
                    <a:pt x="1408969" y="689716"/>
                    <a:pt x="1548252" y="647629"/>
                  </a:cubicBezTo>
                  <a:cubicBezTo>
                    <a:pt x="1698953" y="602051"/>
                    <a:pt x="1902311" y="579120"/>
                    <a:pt x="2091041" y="626303"/>
                  </a:cubicBezTo>
                  <a:cubicBezTo>
                    <a:pt x="2339600" y="688395"/>
                    <a:pt x="2566737" y="694529"/>
                    <a:pt x="2760091" y="690471"/>
                  </a:cubicBezTo>
                  <a:cubicBezTo>
                    <a:pt x="2915889" y="687168"/>
                    <a:pt x="3062438" y="685470"/>
                    <a:pt x="3217858" y="713213"/>
                  </a:cubicBezTo>
                  <a:cubicBezTo>
                    <a:pt x="3252867" y="719536"/>
                    <a:pt x="3289009" y="727840"/>
                    <a:pt x="3326283" y="738503"/>
                  </a:cubicBezTo>
                  <a:cubicBezTo>
                    <a:pt x="3528792" y="796255"/>
                    <a:pt x="3773481" y="951014"/>
                    <a:pt x="3888984" y="1156730"/>
                  </a:cubicBezTo>
                  <a:cubicBezTo>
                    <a:pt x="3963815" y="1290068"/>
                    <a:pt x="3985425" y="1415386"/>
                    <a:pt x="4038364" y="1512488"/>
                  </a:cubicBezTo>
                  <a:cubicBezTo>
                    <a:pt x="4060351" y="1552876"/>
                    <a:pt x="4085075" y="1588829"/>
                    <a:pt x="4120085" y="1620064"/>
                  </a:cubicBezTo>
                  <a:cubicBezTo>
                    <a:pt x="4269465" y="1753025"/>
                    <a:pt x="4588892" y="1716694"/>
                    <a:pt x="4777717" y="1533342"/>
                  </a:cubicBezTo>
                  <a:cubicBezTo>
                    <a:pt x="4908979" y="1405949"/>
                    <a:pt x="4991265" y="1224485"/>
                    <a:pt x="5149611" y="1103320"/>
                  </a:cubicBezTo>
                  <a:cubicBezTo>
                    <a:pt x="5358347" y="944125"/>
                    <a:pt x="5631723" y="894112"/>
                    <a:pt x="5858483" y="936859"/>
                  </a:cubicBezTo>
                  <a:cubicBezTo>
                    <a:pt x="6076372" y="977908"/>
                    <a:pt x="6266235" y="1101149"/>
                    <a:pt x="6435810" y="1251001"/>
                  </a:cubicBezTo>
                  <a:cubicBezTo>
                    <a:pt x="6586228" y="1383962"/>
                    <a:pt x="6724568" y="1547591"/>
                    <a:pt x="6853659" y="1727924"/>
                  </a:cubicBezTo>
                  <a:cubicBezTo>
                    <a:pt x="6873382" y="1755384"/>
                    <a:pt x="6892632" y="1782561"/>
                    <a:pt x="6911789" y="1809550"/>
                  </a:cubicBezTo>
                  <a:cubicBezTo>
                    <a:pt x="7083816" y="2050653"/>
                    <a:pt x="7245653" y="2246461"/>
                    <a:pt x="7463448" y="2357623"/>
                  </a:cubicBezTo>
                  <a:cubicBezTo>
                    <a:pt x="7624624" y="2439910"/>
                    <a:pt x="7815903" y="2470768"/>
                    <a:pt x="7997556" y="2441420"/>
                  </a:cubicBezTo>
                  <a:cubicBezTo>
                    <a:pt x="8162695" y="2414715"/>
                    <a:pt x="8312642" y="2348659"/>
                    <a:pt x="8450792" y="2258446"/>
                  </a:cubicBezTo>
                  <a:cubicBezTo>
                    <a:pt x="8680194" y="2108594"/>
                    <a:pt x="8877890" y="1894762"/>
                    <a:pt x="9086626" y="1690461"/>
                  </a:cubicBezTo>
                  <a:cubicBezTo>
                    <a:pt x="9138338" y="1639787"/>
                    <a:pt x="9190900" y="1589018"/>
                    <a:pt x="9244405" y="1539004"/>
                  </a:cubicBezTo>
                  <a:cubicBezTo>
                    <a:pt x="10008858" y="823054"/>
                    <a:pt x="10989125" y="243463"/>
                    <a:pt x="12135098" y="0"/>
                  </a:cubicBezTo>
                </a:path>
              </a:pathLst>
            </a:custGeom>
            <a:noFill/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7" name="Google Shape;27;p2"/>
            <p:cNvSpPr/>
            <p:nvPr/>
          </p:nvSpPr>
          <p:spPr>
            <a:xfrm>
              <a:off x="53127" y="9577110"/>
              <a:ext cx="12131983" cy="2442840"/>
            </a:xfrm>
            <a:custGeom>
              <a:avLst/>
              <a:gdLst/>
              <a:ahLst/>
              <a:cxnLst/>
              <a:rect l="l" t="t" r="r" b="b"/>
              <a:pathLst>
                <a:path w="12131983" h="2442840" extrusionOk="0">
                  <a:moveTo>
                    <a:pt x="0" y="0"/>
                  </a:moveTo>
                  <a:cubicBezTo>
                    <a:pt x="88703" y="208264"/>
                    <a:pt x="274226" y="435968"/>
                    <a:pt x="502590" y="580347"/>
                  </a:cubicBezTo>
                  <a:cubicBezTo>
                    <a:pt x="706608" y="709250"/>
                    <a:pt x="942049" y="748883"/>
                    <a:pt x="1121249" y="729161"/>
                  </a:cubicBezTo>
                  <a:cubicBezTo>
                    <a:pt x="1268270" y="712930"/>
                    <a:pt x="1374903" y="650838"/>
                    <a:pt x="1511261" y="619508"/>
                  </a:cubicBezTo>
                  <a:cubicBezTo>
                    <a:pt x="1661773" y="584876"/>
                    <a:pt x="1860224" y="571760"/>
                    <a:pt x="2044236" y="617621"/>
                  </a:cubicBezTo>
                  <a:cubicBezTo>
                    <a:pt x="2298173" y="680940"/>
                    <a:pt x="2532954" y="674146"/>
                    <a:pt x="2733292" y="664426"/>
                  </a:cubicBezTo>
                  <a:cubicBezTo>
                    <a:pt x="2895034" y="656594"/>
                    <a:pt x="3047811" y="642251"/>
                    <a:pt x="3210214" y="663577"/>
                  </a:cubicBezTo>
                  <a:cubicBezTo>
                    <a:pt x="3246828" y="668390"/>
                    <a:pt x="3284574" y="675373"/>
                    <a:pt x="3323453" y="684904"/>
                  </a:cubicBezTo>
                  <a:cubicBezTo>
                    <a:pt x="3534642" y="736238"/>
                    <a:pt x="3789051" y="891092"/>
                    <a:pt x="3903610" y="1104641"/>
                  </a:cubicBezTo>
                  <a:cubicBezTo>
                    <a:pt x="3977687" y="1242603"/>
                    <a:pt x="3993729" y="1374337"/>
                    <a:pt x="4042894" y="1478705"/>
                  </a:cubicBezTo>
                  <a:cubicBezTo>
                    <a:pt x="4063371" y="1522207"/>
                    <a:pt x="4086962" y="1561463"/>
                    <a:pt x="4121783" y="1596095"/>
                  </a:cubicBezTo>
                  <a:cubicBezTo>
                    <a:pt x="4270503" y="1743588"/>
                    <a:pt x="4602386" y="1716222"/>
                    <a:pt x="4801025" y="1533154"/>
                  </a:cubicBezTo>
                  <a:cubicBezTo>
                    <a:pt x="4933703" y="1410856"/>
                    <a:pt x="5019481" y="1234487"/>
                    <a:pt x="5176410" y="1115210"/>
                  </a:cubicBezTo>
                  <a:cubicBezTo>
                    <a:pt x="5383919" y="958186"/>
                    <a:pt x="5651540" y="902604"/>
                    <a:pt x="5877073" y="937142"/>
                  </a:cubicBezTo>
                  <a:cubicBezTo>
                    <a:pt x="6092792" y="970170"/>
                    <a:pt x="6284825" y="1083786"/>
                    <a:pt x="6456193" y="1226183"/>
                  </a:cubicBezTo>
                  <a:cubicBezTo>
                    <a:pt x="6608593" y="1352821"/>
                    <a:pt x="6748442" y="1511638"/>
                    <a:pt x="6875269" y="1690838"/>
                  </a:cubicBezTo>
                  <a:cubicBezTo>
                    <a:pt x="6894614" y="1718015"/>
                    <a:pt x="6913393" y="1745193"/>
                    <a:pt x="6931982" y="1771992"/>
                  </a:cubicBezTo>
                  <a:cubicBezTo>
                    <a:pt x="7098726" y="2012152"/>
                    <a:pt x="7247163" y="2212584"/>
                    <a:pt x="7455616" y="2331673"/>
                  </a:cubicBezTo>
                  <a:cubicBezTo>
                    <a:pt x="7609998" y="2419905"/>
                    <a:pt x="7796558" y="2458123"/>
                    <a:pt x="7976324" y="2437268"/>
                  </a:cubicBezTo>
                  <a:cubicBezTo>
                    <a:pt x="8139387" y="2418395"/>
                    <a:pt x="8289900" y="2360549"/>
                    <a:pt x="8429372" y="2278262"/>
                  </a:cubicBezTo>
                  <a:cubicBezTo>
                    <a:pt x="8661510" y="2141433"/>
                    <a:pt x="8864490" y="1940151"/>
                    <a:pt x="9077755" y="1746985"/>
                  </a:cubicBezTo>
                  <a:cubicBezTo>
                    <a:pt x="9130600" y="1699142"/>
                    <a:pt x="9184105" y="1651110"/>
                    <a:pt x="9238554" y="1603833"/>
                  </a:cubicBezTo>
                  <a:cubicBezTo>
                    <a:pt x="10016125" y="926951"/>
                    <a:pt x="10996674" y="383595"/>
                    <a:pt x="12131984" y="160893"/>
                  </a:cubicBezTo>
                </a:path>
              </a:pathLst>
            </a:custGeom>
            <a:noFill/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8" name="Google Shape;28;p2"/>
            <p:cNvSpPr/>
            <p:nvPr/>
          </p:nvSpPr>
          <p:spPr>
            <a:xfrm>
              <a:off x="56241" y="9459625"/>
              <a:ext cx="12128775" cy="2516043"/>
            </a:xfrm>
            <a:custGeom>
              <a:avLst/>
              <a:gdLst/>
              <a:ahLst/>
              <a:cxnLst/>
              <a:rect l="l" t="t" r="r" b="b"/>
              <a:pathLst>
                <a:path w="12128775" h="2516043" extrusionOk="0">
                  <a:moveTo>
                    <a:pt x="0" y="0"/>
                  </a:moveTo>
                  <a:cubicBezTo>
                    <a:pt x="87382" y="201753"/>
                    <a:pt x="267620" y="427475"/>
                    <a:pt x="490228" y="576195"/>
                  </a:cubicBezTo>
                  <a:cubicBezTo>
                    <a:pt x="687074" y="707646"/>
                    <a:pt x="914966" y="755961"/>
                    <a:pt x="1089920" y="748789"/>
                  </a:cubicBezTo>
                  <a:cubicBezTo>
                    <a:pt x="1233921" y="742938"/>
                    <a:pt x="1340837" y="692925"/>
                    <a:pt x="1474175" y="672164"/>
                  </a:cubicBezTo>
                  <a:cubicBezTo>
                    <a:pt x="1624688" y="648667"/>
                    <a:pt x="1818042" y="645270"/>
                    <a:pt x="1997431" y="689811"/>
                  </a:cubicBezTo>
                  <a:cubicBezTo>
                    <a:pt x="2256747" y="754262"/>
                    <a:pt x="2499171" y="738880"/>
                    <a:pt x="2706492" y="719253"/>
                  </a:cubicBezTo>
                  <a:cubicBezTo>
                    <a:pt x="2874179" y="703305"/>
                    <a:pt x="3033185" y="679902"/>
                    <a:pt x="3202665" y="694812"/>
                  </a:cubicBezTo>
                  <a:cubicBezTo>
                    <a:pt x="3240883" y="698209"/>
                    <a:pt x="3280139" y="703871"/>
                    <a:pt x="3320622" y="712175"/>
                  </a:cubicBezTo>
                  <a:cubicBezTo>
                    <a:pt x="3540587" y="757093"/>
                    <a:pt x="3804527" y="912135"/>
                    <a:pt x="3918143" y="1133328"/>
                  </a:cubicBezTo>
                  <a:cubicBezTo>
                    <a:pt x="3991370" y="1276008"/>
                    <a:pt x="4001939" y="1413970"/>
                    <a:pt x="4047235" y="1525793"/>
                  </a:cubicBezTo>
                  <a:cubicBezTo>
                    <a:pt x="4066108" y="1572504"/>
                    <a:pt x="4088661" y="1615063"/>
                    <a:pt x="4123293" y="1652998"/>
                  </a:cubicBezTo>
                  <a:cubicBezTo>
                    <a:pt x="4271163" y="1814928"/>
                    <a:pt x="4615503" y="1796433"/>
                    <a:pt x="4824239" y="1613836"/>
                  </a:cubicBezTo>
                  <a:cubicBezTo>
                    <a:pt x="4958332" y="1496540"/>
                    <a:pt x="5047601" y="1325455"/>
                    <a:pt x="5203210" y="1208065"/>
                  </a:cubicBezTo>
                  <a:cubicBezTo>
                    <a:pt x="5409398" y="1053212"/>
                    <a:pt x="5671356" y="992063"/>
                    <a:pt x="5895662" y="1018296"/>
                  </a:cubicBezTo>
                  <a:cubicBezTo>
                    <a:pt x="6109211" y="1043303"/>
                    <a:pt x="6303321" y="1147294"/>
                    <a:pt x="6476575" y="1282236"/>
                  </a:cubicBezTo>
                  <a:cubicBezTo>
                    <a:pt x="6631051" y="1402458"/>
                    <a:pt x="6772411" y="1556556"/>
                    <a:pt x="6896879" y="1734624"/>
                  </a:cubicBezTo>
                  <a:cubicBezTo>
                    <a:pt x="6915846" y="1761612"/>
                    <a:pt x="6934153" y="1788601"/>
                    <a:pt x="6952082" y="1815400"/>
                  </a:cubicBezTo>
                  <a:cubicBezTo>
                    <a:pt x="7113447" y="2054616"/>
                    <a:pt x="7248578" y="2259672"/>
                    <a:pt x="7447784" y="2386688"/>
                  </a:cubicBezTo>
                  <a:cubicBezTo>
                    <a:pt x="7595371" y="2480770"/>
                    <a:pt x="7777307" y="2526349"/>
                    <a:pt x="7955091" y="2514081"/>
                  </a:cubicBezTo>
                  <a:cubicBezTo>
                    <a:pt x="8116079" y="2503040"/>
                    <a:pt x="8267157" y="2453310"/>
                    <a:pt x="8407951" y="2379045"/>
                  </a:cubicBezTo>
                  <a:cubicBezTo>
                    <a:pt x="8642826" y="2255143"/>
                    <a:pt x="8851090" y="2066506"/>
                    <a:pt x="9068791" y="1884476"/>
                  </a:cubicBezTo>
                  <a:cubicBezTo>
                    <a:pt x="9122674" y="1839369"/>
                    <a:pt x="9177216" y="1794074"/>
                    <a:pt x="9232609" y="1749533"/>
                  </a:cubicBezTo>
                  <a:cubicBezTo>
                    <a:pt x="10023391" y="1111718"/>
                    <a:pt x="11004129" y="604504"/>
                    <a:pt x="12128775" y="402751"/>
                  </a:cubicBezTo>
                </a:path>
              </a:pathLst>
            </a:custGeom>
            <a:noFill/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9" name="Google Shape;29;p2"/>
            <p:cNvSpPr/>
            <p:nvPr/>
          </p:nvSpPr>
          <p:spPr>
            <a:xfrm>
              <a:off x="59261" y="9342141"/>
              <a:ext cx="12125566" cy="2591074"/>
            </a:xfrm>
            <a:custGeom>
              <a:avLst/>
              <a:gdLst/>
              <a:ahLst/>
              <a:cxnLst/>
              <a:rect l="l" t="t" r="r" b="b"/>
              <a:pathLst>
                <a:path w="12125566" h="2591074" extrusionOk="0">
                  <a:moveTo>
                    <a:pt x="0" y="0"/>
                  </a:moveTo>
                  <a:cubicBezTo>
                    <a:pt x="86156" y="195242"/>
                    <a:pt x="261109" y="418888"/>
                    <a:pt x="477960" y="572043"/>
                  </a:cubicBezTo>
                  <a:cubicBezTo>
                    <a:pt x="667635" y="706041"/>
                    <a:pt x="887978" y="763038"/>
                    <a:pt x="1058685" y="768417"/>
                  </a:cubicBezTo>
                  <a:cubicBezTo>
                    <a:pt x="1199761" y="772852"/>
                    <a:pt x="1307243" y="710665"/>
                    <a:pt x="1437184" y="724820"/>
                  </a:cubicBezTo>
                  <a:cubicBezTo>
                    <a:pt x="1587414" y="741145"/>
                    <a:pt x="1775955" y="718686"/>
                    <a:pt x="1950720" y="762000"/>
                  </a:cubicBezTo>
                  <a:cubicBezTo>
                    <a:pt x="2215509" y="827584"/>
                    <a:pt x="2465483" y="803710"/>
                    <a:pt x="2679692" y="774079"/>
                  </a:cubicBezTo>
                  <a:cubicBezTo>
                    <a:pt x="2853324" y="750016"/>
                    <a:pt x="3018558" y="717554"/>
                    <a:pt x="3195021" y="726047"/>
                  </a:cubicBezTo>
                  <a:cubicBezTo>
                    <a:pt x="3234843" y="728028"/>
                    <a:pt x="3275704" y="732275"/>
                    <a:pt x="3317791" y="739447"/>
                  </a:cubicBezTo>
                  <a:cubicBezTo>
                    <a:pt x="3546438" y="778042"/>
                    <a:pt x="3820097" y="933084"/>
                    <a:pt x="3932675" y="1162109"/>
                  </a:cubicBezTo>
                  <a:cubicBezTo>
                    <a:pt x="4005053" y="1309413"/>
                    <a:pt x="4010149" y="1453698"/>
                    <a:pt x="4051670" y="1572881"/>
                  </a:cubicBezTo>
                  <a:cubicBezTo>
                    <a:pt x="4069033" y="1622706"/>
                    <a:pt x="4090454" y="1668568"/>
                    <a:pt x="4124897" y="1709900"/>
                  </a:cubicBezTo>
                  <a:cubicBezTo>
                    <a:pt x="4272013" y="1886363"/>
                    <a:pt x="4628619" y="1876360"/>
                    <a:pt x="4847547" y="1694518"/>
                  </a:cubicBezTo>
                  <a:cubicBezTo>
                    <a:pt x="4982961" y="1582129"/>
                    <a:pt x="5075817" y="1416329"/>
                    <a:pt x="5230010" y="1300920"/>
                  </a:cubicBezTo>
                  <a:cubicBezTo>
                    <a:pt x="5434971" y="1148237"/>
                    <a:pt x="5691173" y="1081616"/>
                    <a:pt x="5914158" y="1099545"/>
                  </a:cubicBezTo>
                  <a:cubicBezTo>
                    <a:pt x="6125536" y="1116531"/>
                    <a:pt x="6321817" y="1210896"/>
                    <a:pt x="6496959" y="1338384"/>
                  </a:cubicBezTo>
                  <a:cubicBezTo>
                    <a:pt x="6653416" y="1452283"/>
                    <a:pt x="6796380" y="1601474"/>
                    <a:pt x="6918488" y="1778503"/>
                  </a:cubicBezTo>
                  <a:cubicBezTo>
                    <a:pt x="6937078" y="1805303"/>
                    <a:pt x="6954913" y="1832197"/>
                    <a:pt x="6972277" y="1858808"/>
                  </a:cubicBezTo>
                  <a:cubicBezTo>
                    <a:pt x="7128357" y="2097175"/>
                    <a:pt x="7250088" y="2306761"/>
                    <a:pt x="7440046" y="2441703"/>
                  </a:cubicBezTo>
                  <a:cubicBezTo>
                    <a:pt x="7580839" y="2541730"/>
                    <a:pt x="7758056" y="2594575"/>
                    <a:pt x="7933859" y="2590895"/>
                  </a:cubicBezTo>
                  <a:cubicBezTo>
                    <a:pt x="8092771" y="2587592"/>
                    <a:pt x="8244416" y="2546165"/>
                    <a:pt x="8386624" y="2479827"/>
                  </a:cubicBezTo>
                  <a:cubicBezTo>
                    <a:pt x="8624236" y="2368947"/>
                    <a:pt x="8837785" y="2192862"/>
                    <a:pt x="9059920" y="2021966"/>
                  </a:cubicBezTo>
                  <a:cubicBezTo>
                    <a:pt x="9114841" y="1979690"/>
                    <a:pt x="9170422" y="1937131"/>
                    <a:pt x="9226758" y="1895328"/>
                  </a:cubicBezTo>
                  <a:cubicBezTo>
                    <a:pt x="10030751" y="1296580"/>
                    <a:pt x="11011584" y="825602"/>
                    <a:pt x="12125567" y="644704"/>
                  </a:cubicBezTo>
                </a:path>
              </a:pathLst>
            </a:custGeom>
            <a:noFill/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0" name="Google Shape;30;p2"/>
            <p:cNvSpPr/>
            <p:nvPr/>
          </p:nvSpPr>
          <p:spPr>
            <a:xfrm>
              <a:off x="62281" y="9224656"/>
              <a:ext cx="12122358" cy="2668023"/>
            </a:xfrm>
            <a:custGeom>
              <a:avLst/>
              <a:gdLst/>
              <a:ahLst/>
              <a:cxnLst/>
              <a:rect l="l" t="t" r="r" b="b"/>
              <a:pathLst>
                <a:path w="12122358" h="2668023" extrusionOk="0">
                  <a:moveTo>
                    <a:pt x="0" y="0"/>
                  </a:moveTo>
                  <a:cubicBezTo>
                    <a:pt x="84929" y="188825"/>
                    <a:pt x="254598" y="410206"/>
                    <a:pt x="465599" y="567891"/>
                  </a:cubicBezTo>
                  <a:cubicBezTo>
                    <a:pt x="648101" y="704343"/>
                    <a:pt x="860895" y="770210"/>
                    <a:pt x="1027355" y="788139"/>
                  </a:cubicBezTo>
                  <a:cubicBezTo>
                    <a:pt x="1165412" y="803049"/>
                    <a:pt x="1275253" y="754073"/>
                    <a:pt x="1400098" y="777570"/>
                  </a:cubicBezTo>
                  <a:cubicBezTo>
                    <a:pt x="1548346" y="805502"/>
                    <a:pt x="1733869" y="792291"/>
                    <a:pt x="1903821" y="834189"/>
                  </a:cubicBezTo>
                  <a:cubicBezTo>
                    <a:pt x="2173988" y="900811"/>
                    <a:pt x="2431606" y="868444"/>
                    <a:pt x="2652798" y="828905"/>
                  </a:cubicBezTo>
                  <a:cubicBezTo>
                    <a:pt x="2832281" y="796821"/>
                    <a:pt x="3003743" y="755206"/>
                    <a:pt x="3187378" y="757282"/>
                  </a:cubicBezTo>
                  <a:cubicBezTo>
                    <a:pt x="3228804" y="757754"/>
                    <a:pt x="3271269" y="760773"/>
                    <a:pt x="3314865" y="766718"/>
                  </a:cubicBezTo>
                  <a:cubicBezTo>
                    <a:pt x="3552194" y="798897"/>
                    <a:pt x="3835573" y="954034"/>
                    <a:pt x="3947207" y="1190890"/>
                  </a:cubicBezTo>
                  <a:cubicBezTo>
                    <a:pt x="4018831" y="1342819"/>
                    <a:pt x="4018359" y="1493426"/>
                    <a:pt x="4056011" y="1620064"/>
                  </a:cubicBezTo>
                  <a:cubicBezTo>
                    <a:pt x="4071770" y="1673097"/>
                    <a:pt x="4092058" y="1722262"/>
                    <a:pt x="4126313" y="1766896"/>
                  </a:cubicBezTo>
                  <a:cubicBezTo>
                    <a:pt x="4272673" y="1957798"/>
                    <a:pt x="4641264" y="1956005"/>
                    <a:pt x="4870667" y="1775295"/>
                  </a:cubicBezTo>
                  <a:cubicBezTo>
                    <a:pt x="5007402" y="1667624"/>
                    <a:pt x="5103749" y="1507392"/>
                    <a:pt x="5256715" y="1393776"/>
                  </a:cubicBezTo>
                  <a:cubicBezTo>
                    <a:pt x="5460355" y="1243263"/>
                    <a:pt x="5710895" y="1171168"/>
                    <a:pt x="5932654" y="1180699"/>
                  </a:cubicBezTo>
                  <a:cubicBezTo>
                    <a:pt x="6141768" y="1189758"/>
                    <a:pt x="6340218" y="1274310"/>
                    <a:pt x="6517247" y="1394342"/>
                  </a:cubicBezTo>
                  <a:cubicBezTo>
                    <a:pt x="6675781" y="1501919"/>
                    <a:pt x="6820254" y="1646298"/>
                    <a:pt x="6940004" y="1822195"/>
                  </a:cubicBezTo>
                  <a:cubicBezTo>
                    <a:pt x="6958216" y="1848805"/>
                    <a:pt x="6975579" y="1875511"/>
                    <a:pt x="6992377" y="1902122"/>
                  </a:cubicBezTo>
                  <a:cubicBezTo>
                    <a:pt x="7143078" y="2139545"/>
                    <a:pt x="7251504" y="2353754"/>
                    <a:pt x="7432119" y="2496624"/>
                  </a:cubicBezTo>
                  <a:cubicBezTo>
                    <a:pt x="7566118" y="2602596"/>
                    <a:pt x="7738617" y="2662612"/>
                    <a:pt x="7912533" y="2667614"/>
                  </a:cubicBezTo>
                  <a:cubicBezTo>
                    <a:pt x="8069368" y="2672143"/>
                    <a:pt x="8221579" y="2638926"/>
                    <a:pt x="8365109" y="2580514"/>
                  </a:cubicBezTo>
                  <a:cubicBezTo>
                    <a:pt x="8605551" y="2482752"/>
                    <a:pt x="8824290" y="2319123"/>
                    <a:pt x="9050956" y="2159362"/>
                  </a:cubicBezTo>
                  <a:cubicBezTo>
                    <a:pt x="9107009" y="2119823"/>
                    <a:pt x="9163533" y="2080000"/>
                    <a:pt x="9220813" y="2040933"/>
                  </a:cubicBezTo>
                  <a:cubicBezTo>
                    <a:pt x="10037922" y="1481253"/>
                    <a:pt x="11019039" y="1046511"/>
                    <a:pt x="12122358" y="886468"/>
                  </a:cubicBezTo>
                </a:path>
              </a:pathLst>
            </a:custGeom>
            <a:noFill/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1" name="Google Shape;31;p2"/>
            <p:cNvSpPr/>
            <p:nvPr/>
          </p:nvSpPr>
          <p:spPr>
            <a:xfrm>
              <a:off x="65300" y="9107171"/>
              <a:ext cx="12119338" cy="2747422"/>
            </a:xfrm>
            <a:custGeom>
              <a:avLst/>
              <a:gdLst/>
              <a:ahLst/>
              <a:cxnLst/>
              <a:rect l="l" t="t" r="r" b="b"/>
              <a:pathLst>
                <a:path w="12119338" h="2747422" extrusionOk="0">
                  <a:moveTo>
                    <a:pt x="0" y="0"/>
                  </a:moveTo>
                  <a:cubicBezTo>
                    <a:pt x="83702" y="182314"/>
                    <a:pt x="248181" y="401525"/>
                    <a:pt x="453237" y="563739"/>
                  </a:cubicBezTo>
                  <a:cubicBezTo>
                    <a:pt x="628662" y="702550"/>
                    <a:pt x="833812" y="777382"/>
                    <a:pt x="996026" y="807767"/>
                  </a:cubicBezTo>
                  <a:cubicBezTo>
                    <a:pt x="1131157" y="833057"/>
                    <a:pt x="1242980" y="798048"/>
                    <a:pt x="1363107" y="830226"/>
                  </a:cubicBezTo>
                  <a:cubicBezTo>
                    <a:pt x="1509373" y="869388"/>
                    <a:pt x="1691782" y="865708"/>
                    <a:pt x="1857110" y="906379"/>
                  </a:cubicBezTo>
                  <a:cubicBezTo>
                    <a:pt x="2132751" y="974133"/>
                    <a:pt x="2397917" y="933179"/>
                    <a:pt x="2626093" y="883637"/>
                  </a:cubicBezTo>
                  <a:cubicBezTo>
                    <a:pt x="2811520" y="843437"/>
                    <a:pt x="2989211" y="792763"/>
                    <a:pt x="3179829" y="788422"/>
                  </a:cubicBezTo>
                  <a:cubicBezTo>
                    <a:pt x="3222859" y="787479"/>
                    <a:pt x="3266833" y="789083"/>
                    <a:pt x="3312129" y="793896"/>
                  </a:cubicBezTo>
                  <a:cubicBezTo>
                    <a:pt x="3558139" y="819752"/>
                    <a:pt x="3851238" y="974888"/>
                    <a:pt x="3961834" y="1219483"/>
                  </a:cubicBezTo>
                  <a:cubicBezTo>
                    <a:pt x="4032608" y="1376035"/>
                    <a:pt x="4026663" y="1532965"/>
                    <a:pt x="4060540" y="1667058"/>
                  </a:cubicBezTo>
                  <a:cubicBezTo>
                    <a:pt x="4074695" y="1723205"/>
                    <a:pt x="4093945" y="1775673"/>
                    <a:pt x="4128011" y="1823704"/>
                  </a:cubicBezTo>
                  <a:cubicBezTo>
                    <a:pt x="4273617" y="2029138"/>
                    <a:pt x="4654098" y="2035271"/>
                    <a:pt x="4894069" y="1855883"/>
                  </a:cubicBezTo>
                  <a:cubicBezTo>
                    <a:pt x="5031937" y="1752742"/>
                    <a:pt x="5132059" y="1598171"/>
                    <a:pt x="5283609" y="1486537"/>
                  </a:cubicBezTo>
                  <a:cubicBezTo>
                    <a:pt x="5486023" y="1338195"/>
                    <a:pt x="5730995" y="1254210"/>
                    <a:pt x="5951338" y="1261853"/>
                  </a:cubicBezTo>
                  <a:cubicBezTo>
                    <a:pt x="6158187" y="1269025"/>
                    <a:pt x="6358902" y="1337818"/>
                    <a:pt x="6537724" y="1450395"/>
                  </a:cubicBezTo>
                  <a:cubicBezTo>
                    <a:pt x="6698334" y="1551555"/>
                    <a:pt x="6844317" y="1691121"/>
                    <a:pt x="6961707" y="1865980"/>
                  </a:cubicBezTo>
                  <a:cubicBezTo>
                    <a:pt x="6979543" y="1892402"/>
                    <a:pt x="6996340" y="1918919"/>
                    <a:pt x="7012571" y="1945436"/>
                  </a:cubicBezTo>
                  <a:cubicBezTo>
                    <a:pt x="7157988" y="2181915"/>
                    <a:pt x="7253014" y="2400748"/>
                    <a:pt x="7424381" y="2551544"/>
                  </a:cubicBezTo>
                  <a:cubicBezTo>
                    <a:pt x="7551585" y="2663462"/>
                    <a:pt x="7719462" y="2730744"/>
                    <a:pt x="7891395" y="2744333"/>
                  </a:cubicBezTo>
                  <a:cubicBezTo>
                    <a:pt x="8046154" y="2756600"/>
                    <a:pt x="8198932" y="2731688"/>
                    <a:pt x="8343877" y="2681202"/>
                  </a:cubicBezTo>
                  <a:cubicBezTo>
                    <a:pt x="8587056" y="2596462"/>
                    <a:pt x="8811079" y="2445383"/>
                    <a:pt x="9042180" y="2296758"/>
                  </a:cubicBezTo>
                  <a:cubicBezTo>
                    <a:pt x="9099271" y="2260050"/>
                    <a:pt x="9156834" y="2222964"/>
                    <a:pt x="9215057" y="2186539"/>
                  </a:cubicBezTo>
                  <a:cubicBezTo>
                    <a:pt x="10045377" y="1665926"/>
                    <a:pt x="11026683" y="1267327"/>
                    <a:pt x="12119338" y="1128232"/>
                  </a:cubicBezTo>
                </a:path>
              </a:pathLst>
            </a:custGeom>
            <a:noFill/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2" name="Google Shape;32;p2"/>
            <p:cNvSpPr/>
            <p:nvPr/>
          </p:nvSpPr>
          <p:spPr>
            <a:xfrm>
              <a:off x="68414" y="8989686"/>
              <a:ext cx="12116129" cy="2829481"/>
            </a:xfrm>
            <a:custGeom>
              <a:avLst/>
              <a:gdLst/>
              <a:ahLst/>
              <a:cxnLst/>
              <a:rect l="l" t="t" r="r" b="b"/>
              <a:pathLst>
                <a:path w="12116129" h="2829481" extrusionOk="0">
                  <a:moveTo>
                    <a:pt x="0" y="0"/>
                  </a:moveTo>
                  <a:cubicBezTo>
                    <a:pt x="82475" y="175803"/>
                    <a:pt x="241858" y="392749"/>
                    <a:pt x="440875" y="559586"/>
                  </a:cubicBezTo>
                  <a:cubicBezTo>
                    <a:pt x="609317" y="700757"/>
                    <a:pt x="806635" y="784553"/>
                    <a:pt x="964697" y="827395"/>
                  </a:cubicBezTo>
                  <a:cubicBezTo>
                    <a:pt x="1096808" y="863160"/>
                    <a:pt x="1205045" y="863915"/>
                    <a:pt x="1326022" y="882882"/>
                  </a:cubicBezTo>
                  <a:cubicBezTo>
                    <a:pt x="1477100" y="906568"/>
                    <a:pt x="1649600" y="939124"/>
                    <a:pt x="1810304" y="978474"/>
                  </a:cubicBezTo>
                  <a:cubicBezTo>
                    <a:pt x="2091324" y="1047361"/>
                    <a:pt x="2364040" y="997819"/>
                    <a:pt x="2599293" y="938369"/>
                  </a:cubicBezTo>
                  <a:cubicBezTo>
                    <a:pt x="2790572" y="890054"/>
                    <a:pt x="2974584" y="830321"/>
                    <a:pt x="3172279" y="819563"/>
                  </a:cubicBezTo>
                  <a:cubicBezTo>
                    <a:pt x="3216820" y="817204"/>
                    <a:pt x="3262493" y="817487"/>
                    <a:pt x="3309392" y="821073"/>
                  </a:cubicBezTo>
                  <a:cubicBezTo>
                    <a:pt x="3564179" y="840512"/>
                    <a:pt x="3866902" y="995837"/>
                    <a:pt x="3976461" y="1248170"/>
                  </a:cubicBezTo>
                  <a:cubicBezTo>
                    <a:pt x="4046480" y="1409346"/>
                    <a:pt x="4034967" y="1572598"/>
                    <a:pt x="4065070" y="1714052"/>
                  </a:cubicBezTo>
                  <a:cubicBezTo>
                    <a:pt x="4077715" y="1773313"/>
                    <a:pt x="4095833" y="1829083"/>
                    <a:pt x="4129710" y="1880512"/>
                  </a:cubicBezTo>
                  <a:cubicBezTo>
                    <a:pt x="4274466" y="2100384"/>
                    <a:pt x="4666743" y="2114255"/>
                    <a:pt x="4917472" y="1936471"/>
                  </a:cubicBezTo>
                  <a:cubicBezTo>
                    <a:pt x="5056566" y="1837859"/>
                    <a:pt x="5160368" y="1688951"/>
                    <a:pt x="5310598" y="1579298"/>
                  </a:cubicBezTo>
                  <a:cubicBezTo>
                    <a:pt x="5511690" y="1433032"/>
                    <a:pt x="5750906" y="1350179"/>
                    <a:pt x="5970023" y="1342913"/>
                  </a:cubicBezTo>
                  <a:cubicBezTo>
                    <a:pt x="6174795" y="1336213"/>
                    <a:pt x="6377587" y="1401136"/>
                    <a:pt x="6558201" y="1506354"/>
                  </a:cubicBezTo>
                  <a:cubicBezTo>
                    <a:pt x="6720887" y="1601097"/>
                    <a:pt x="6868380" y="1735945"/>
                    <a:pt x="6983412" y="1909671"/>
                  </a:cubicBezTo>
                  <a:cubicBezTo>
                    <a:pt x="7000869" y="1935905"/>
                    <a:pt x="7017195" y="1962327"/>
                    <a:pt x="7032859" y="1988750"/>
                  </a:cubicBezTo>
                  <a:cubicBezTo>
                    <a:pt x="7172897" y="2224380"/>
                    <a:pt x="7254618" y="2447837"/>
                    <a:pt x="7416643" y="2606465"/>
                  </a:cubicBezTo>
                  <a:cubicBezTo>
                    <a:pt x="7536959" y="2724327"/>
                    <a:pt x="7700211" y="2798782"/>
                    <a:pt x="7870163" y="2821052"/>
                  </a:cubicBezTo>
                  <a:cubicBezTo>
                    <a:pt x="8022940" y="2841057"/>
                    <a:pt x="8176284" y="2824449"/>
                    <a:pt x="8322456" y="2781890"/>
                  </a:cubicBezTo>
                  <a:cubicBezTo>
                    <a:pt x="8568466" y="2710267"/>
                    <a:pt x="8797679" y="2571550"/>
                    <a:pt x="9033215" y="2434154"/>
                  </a:cubicBezTo>
                  <a:cubicBezTo>
                    <a:pt x="9091344" y="2400182"/>
                    <a:pt x="9149945" y="2365833"/>
                    <a:pt x="9209112" y="2332239"/>
                  </a:cubicBezTo>
                  <a:cubicBezTo>
                    <a:pt x="10052550" y="1850693"/>
                    <a:pt x="11034138" y="1488330"/>
                    <a:pt x="12116130" y="1369996"/>
                  </a:cubicBezTo>
                </a:path>
              </a:pathLst>
            </a:custGeom>
            <a:noFill/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3" name="Google Shape;33;p2"/>
            <p:cNvSpPr/>
            <p:nvPr/>
          </p:nvSpPr>
          <p:spPr>
            <a:xfrm>
              <a:off x="71434" y="8872107"/>
              <a:ext cx="12112827" cy="2914508"/>
            </a:xfrm>
            <a:custGeom>
              <a:avLst/>
              <a:gdLst/>
              <a:ahLst/>
              <a:cxnLst/>
              <a:rect l="l" t="t" r="r" b="b"/>
              <a:pathLst>
                <a:path w="12112827" h="2914508" extrusionOk="0">
                  <a:moveTo>
                    <a:pt x="0" y="0"/>
                  </a:moveTo>
                  <a:cubicBezTo>
                    <a:pt x="81249" y="169386"/>
                    <a:pt x="235536" y="383973"/>
                    <a:pt x="428607" y="555434"/>
                  </a:cubicBezTo>
                  <a:cubicBezTo>
                    <a:pt x="590066" y="698870"/>
                    <a:pt x="779646" y="791914"/>
                    <a:pt x="933462" y="847023"/>
                  </a:cubicBezTo>
                  <a:cubicBezTo>
                    <a:pt x="1062554" y="893357"/>
                    <a:pt x="1170979" y="907228"/>
                    <a:pt x="1289030" y="935538"/>
                  </a:cubicBezTo>
                  <a:cubicBezTo>
                    <a:pt x="1440015" y="971869"/>
                    <a:pt x="1607513" y="1012540"/>
                    <a:pt x="1763499" y="1050664"/>
                  </a:cubicBezTo>
                  <a:cubicBezTo>
                    <a:pt x="2049992" y="1120588"/>
                    <a:pt x="2330257" y="1062648"/>
                    <a:pt x="2572493" y="993195"/>
                  </a:cubicBezTo>
                  <a:cubicBezTo>
                    <a:pt x="2769717" y="936765"/>
                    <a:pt x="2959957" y="867972"/>
                    <a:pt x="3164730" y="850798"/>
                  </a:cubicBezTo>
                  <a:cubicBezTo>
                    <a:pt x="3210875" y="846929"/>
                    <a:pt x="3258152" y="845891"/>
                    <a:pt x="3306561" y="848344"/>
                  </a:cubicBezTo>
                  <a:cubicBezTo>
                    <a:pt x="3570029" y="861367"/>
                    <a:pt x="3882473" y="1016787"/>
                    <a:pt x="3991087" y="1276952"/>
                  </a:cubicBezTo>
                  <a:cubicBezTo>
                    <a:pt x="4060351" y="1442752"/>
                    <a:pt x="4043177" y="1612326"/>
                    <a:pt x="4069505" y="1761235"/>
                  </a:cubicBezTo>
                  <a:cubicBezTo>
                    <a:pt x="4080545" y="1823704"/>
                    <a:pt x="4097626" y="1882777"/>
                    <a:pt x="4131314" y="1937509"/>
                  </a:cubicBezTo>
                  <a:cubicBezTo>
                    <a:pt x="4275316" y="2171818"/>
                    <a:pt x="4679199" y="2193051"/>
                    <a:pt x="4940780" y="2017248"/>
                  </a:cubicBezTo>
                  <a:cubicBezTo>
                    <a:pt x="5081007" y="1922977"/>
                    <a:pt x="5188583" y="1780013"/>
                    <a:pt x="5337397" y="1672154"/>
                  </a:cubicBezTo>
                  <a:cubicBezTo>
                    <a:pt x="5537263" y="1528058"/>
                    <a:pt x="5770723" y="1439826"/>
                    <a:pt x="5988613" y="1424162"/>
                  </a:cubicBezTo>
                  <a:cubicBezTo>
                    <a:pt x="6191215" y="1409629"/>
                    <a:pt x="6396176" y="1464644"/>
                    <a:pt x="6578585" y="1562501"/>
                  </a:cubicBezTo>
                  <a:cubicBezTo>
                    <a:pt x="6743346" y="1650827"/>
                    <a:pt x="6892255" y="1780862"/>
                    <a:pt x="7004927" y="1953551"/>
                  </a:cubicBezTo>
                  <a:cubicBezTo>
                    <a:pt x="7022007" y="1979596"/>
                    <a:pt x="7037861" y="2005829"/>
                    <a:pt x="7052959" y="2032157"/>
                  </a:cubicBezTo>
                  <a:cubicBezTo>
                    <a:pt x="7187713" y="2266844"/>
                    <a:pt x="7256033" y="2494925"/>
                    <a:pt x="7408811" y="2661480"/>
                  </a:cubicBezTo>
                  <a:cubicBezTo>
                    <a:pt x="7522332" y="2785287"/>
                    <a:pt x="7680961" y="2867008"/>
                    <a:pt x="7848931" y="2897865"/>
                  </a:cubicBezTo>
                  <a:cubicBezTo>
                    <a:pt x="7999632" y="2925608"/>
                    <a:pt x="8153542" y="2917399"/>
                    <a:pt x="8301035" y="2882672"/>
                  </a:cubicBezTo>
                  <a:cubicBezTo>
                    <a:pt x="8549876" y="2824166"/>
                    <a:pt x="8784279" y="2697905"/>
                    <a:pt x="9024250" y="2571644"/>
                  </a:cubicBezTo>
                  <a:cubicBezTo>
                    <a:pt x="9083512" y="2540503"/>
                    <a:pt x="9143056" y="2508891"/>
                    <a:pt x="9203073" y="2477939"/>
                  </a:cubicBezTo>
                  <a:cubicBezTo>
                    <a:pt x="10059721" y="2035460"/>
                    <a:pt x="11041498" y="1709334"/>
                    <a:pt x="12112828" y="1611854"/>
                  </a:cubicBezTo>
                </a:path>
              </a:pathLst>
            </a:custGeom>
            <a:noFill/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4" name="Google Shape;34;p2"/>
            <p:cNvSpPr/>
            <p:nvPr/>
          </p:nvSpPr>
          <p:spPr>
            <a:xfrm>
              <a:off x="74454" y="8754622"/>
              <a:ext cx="12109619" cy="3002639"/>
            </a:xfrm>
            <a:custGeom>
              <a:avLst/>
              <a:gdLst/>
              <a:ahLst/>
              <a:cxnLst/>
              <a:rect l="l" t="t" r="r" b="b"/>
              <a:pathLst>
                <a:path w="12109619" h="3002639" extrusionOk="0">
                  <a:moveTo>
                    <a:pt x="0" y="0"/>
                  </a:moveTo>
                  <a:cubicBezTo>
                    <a:pt x="80022" y="162875"/>
                    <a:pt x="229308" y="375008"/>
                    <a:pt x="416245" y="551282"/>
                  </a:cubicBezTo>
                  <a:cubicBezTo>
                    <a:pt x="570816" y="696982"/>
                    <a:pt x="752469" y="799180"/>
                    <a:pt x="902133" y="866651"/>
                  </a:cubicBezTo>
                  <a:cubicBezTo>
                    <a:pt x="1028205" y="923459"/>
                    <a:pt x="1136725" y="950636"/>
                    <a:pt x="1251945" y="988194"/>
                  </a:cubicBezTo>
                  <a:cubicBezTo>
                    <a:pt x="1402646" y="1037264"/>
                    <a:pt x="1565332" y="1085956"/>
                    <a:pt x="1716694" y="1122853"/>
                  </a:cubicBezTo>
                  <a:cubicBezTo>
                    <a:pt x="2008566" y="1193910"/>
                    <a:pt x="2296380" y="1127383"/>
                    <a:pt x="2545694" y="1048021"/>
                  </a:cubicBezTo>
                  <a:cubicBezTo>
                    <a:pt x="2748768" y="983475"/>
                    <a:pt x="2945331" y="905624"/>
                    <a:pt x="3157087" y="882033"/>
                  </a:cubicBezTo>
                  <a:cubicBezTo>
                    <a:pt x="3204835" y="876748"/>
                    <a:pt x="3253622" y="874389"/>
                    <a:pt x="3303730" y="875616"/>
                  </a:cubicBezTo>
                  <a:cubicBezTo>
                    <a:pt x="3575880" y="882316"/>
                    <a:pt x="3898043" y="1037735"/>
                    <a:pt x="4005619" y="1305639"/>
                  </a:cubicBezTo>
                  <a:cubicBezTo>
                    <a:pt x="4074034" y="1476062"/>
                    <a:pt x="4051387" y="1651960"/>
                    <a:pt x="4073940" y="1808323"/>
                  </a:cubicBezTo>
                  <a:cubicBezTo>
                    <a:pt x="4083376" y="1873907"/>
                    <a:pt x="4099419" y="1936282"/>
                    <a:pt x="4132824" y="1994506"/>
                  </a:cubicBezTo>
                  <a:cubicBezTo>
                    <a:pt x="4275976" y="2243253"/>
                    <a:pt x="4691467" y="2271562"/>
                    <a:pt x="4963994" y="2098024"/>
                  </a:cubicBezTo>
                  <a:cubicBezTo>
                    <a:pt x="5105447" y="2008000"/>
                    <a:pt x="5216610" y="1870981"/>
                    <a:pt x="5364197" y="1765103"/>
                  </a:cubicBezTo>
                  <a:cubicBezTo>
                    <a:pt x="5562836" y="1623178"/>
                    <a:pt x="5790540" y="1529662"/>
                    <a:pt x="6007202" y="1505504"/>
                  </a:cubicBezTo>
                  <a:cubicBezTo>
                    <a:pt x="6207634" y="1483140"/>
                    <a:pt x="6414766" y="1528246"/>
                    <a:pt x="6598967" y="1618649"/>
                  </a:cubicBezTo>
                  <a:cubicBezTo>
                    <a:pt x="6765805" y="1700558"/>
                    <a:pt x="6916224" y="1825875"/>
                    <a:pt x="7026537" y="1997431"/>
                  </a:cubicBezTo>
                  <a:cubicBezTo>
                    <a:pt x="7043240" y="2023287"/>
                    <a:pt x="7058621" y="2049426"/>
                    <a:pt x="7073059" y="2075660"/>
                  </a:cubicBezTo>
                  <a:cubicBezTo>
                    <a:pt x="7202434" y="2309403"/>
                    <a:pt x="7257448" y="2542108"/>
                    <a:pt x="7400884" y="2716589"/>
                  </a:cubicBezTo>
                  <a:cubicBezTo>
                    <a:pt x="7507611" y="2846342"/>
                    <a:pt x="7661521" y="2935234"/>
                    <a:pt x="7827604" y="2974773"/>
                  </a:cubicBezTo>
                  <a:cubicBezTo>
                    <a:pt x="7976229" y="3010160"/>
                    <a:pt x="8130705" y="3010443"/>
                    <a:pt x="8279614" y="2983549"/>
                  </a:cubicBezTo>
                  <a:cubicBezTo>
                    <a:pt x="8531192" y="2938159"/>
                    <a:pt x="8770879" y="2824354"/>
                    <a:pt x="9015380" y="2709229"/>
                  </a:cubicBezTo>
                  <a:cubicBezTo>
                    <a:pt x="9075680" y="2680825"/>
                    <a:pt x="9136262" y="2651949"/>
                    <a:pt x="9197222" y="2623828"/>
                  </a:cubicBezTo>
                  <a:cubicBezTo>
                    <a:pt x="10067081" y="2220416"/>
                    <a:pt x="11049047" y="1930526"/>
                    <a:pt x="12109619" y="1853901"/>
                  </a:cubicBezTo>
                </a:path>
              </a:pathLst>
            </a:custGeom>
            <a:noFill/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5" name="Google Shape;35;p2"/>
            <p:cNvSpPr/>
            <p:nvPr/>
          </p:nvSpPr>
          <p:spPr>
            <a:xfrm>
              <a:off x="77473" y="8637137"/>
              <a:ext cx="12106316" cy="3093666"/>
            </a:xfrm>
            <a:custGeom>
              <a:avLst/>
              <a:gdLst/>
              <a:ahLst/>
              <a:cxnLst/>
              <a:rect l="l" t="t" r="r" b="b"/>
              <a:pathLst>
                <a:path w="12106316" h="3093666" extrusionOk="0">
                  <a:moveTo>
                    <a:pt x="0" y="0"/>
                  </a:moveTo>
                  <a:cubicBezTo>
                    <a:pt x="78795" y="156363"/>
                    <a:pt x="223080" y="366137"/>
                    <a:pt x="403884" y="547130"/>
                  </a:cubicBezTo>
                  <a:cubicBezTo>
                    <a:pt x="551565" y="695095"/>
                    <a:pt x="725198" y="806540"/>
                    <a:pt x="870803" y="886279"/>
                  </a:cubicBezTo>
                  <a:cubicBezTo>
                    <a:pt x="993761" y="953656"/>
                    <a:pt x="1102187" y="994233"/>
                    <a:pt x="1214859" y="1040850"/>
                  </a:cubicBezTo>
                  <a:cubicBezTo>
                    <a:pt x="1364900" y="1102942"/>
                    <a:pt x="1523151" y="1159467"/>
                    <a:pt x="1669795" y="1194948"/>
                  </a:cubicBezTo>
                  <a:cubicBezTo>
                    <a:pt x="1967140" y="1267043"/>
                    <a:pt x="2262409" y="1192023"/>
                    <a:pt x="2518799" y="1102753"/>
                  </a:cubicBezTo>
                  <a:cubicBezTo>
                    <a:pt x="2727724" y="1030092"/>
                    <a:pt x="2930610" y="943182"/>
                    <a:pt x="3149443" y="913173"/>
                  </a:cubicBezTo>
                  <a:cubicBezTo>
                    <a:pt x="3198796" y="906379"/>
                    <a:pt x="3249187" y="902699"/>
                    <a:pt x="3300899" y="902793"/>
                  </a:cubicBezTo>
                  <a:cubicBezTo>
                    <a:pt x="3581730" y="903076"/>
                    <a:pt x="3913613" y="1058590"/>
                    <a:pt x="4020152" y="1334326"/>
                  </a:cubicBezTo>
                  <a:cubicBezTo>
                    <a:pt x="4087812" y="1509468"/>
                    <a:pt x="4059502" y="1691499"/>
                    <a:pt x="4078281" y="1855317"/>
                  </a:cubicBezTo>
                  <a:cubicBezTo>
                    <a:pt x="4086208" y="1924015"/>
                    <a:pt x="4100929" y="1989787"/>
                    <a:pt x="4134334" y="2051314"/>
                  </a:cubicBezTo>
                  <a:cubicBezTo>
                    <a:pt x="4276165" y="2314782"/>
                    <a:pt x="4703640" y="2349508"/>
                    <a:pt x="4987208" y="2178612"/>
                  </a:cubicBezTo>
                  <a:cubicBezTo>
                    <a:pt x="5129794" y="2092646"/>
                    <a:pt x="5244731" y="1961761"/>
                    <a:pt x="5390902" y="1857865"/>
                  </a:cubicBezTo>
                  <a:cubicBezTo>
                    <a:pt x="5588221" y="1718110"/>
                    <a:pt x="5810356" y="1619309"/>
                    <a:pt x="6025698" y="1586564"/>
                  </a:cubicBezTo>
                  <a:cubicBezTo>
                    <a:pt x="6224054" y="1556462"/>
                    <a:pt x="6433262" y="1591471"/>
                    <a:pt x="6619256" y="1674607"/>
                  </a:cubicBezTo>
                  <a:cubicBezTo>
                    <a:pt x="6788170" y="1750099"/>
                    <a:pt x="6940098" y="1870604"/>
                    <a:pt x="7048052" y="2041122"/>
                  </a:cubicBezTo>
                  <a:cubicBezTo>
                    <a:pt x="7064377" y="2066790"/>
                    <a:pt x="7079287" y="2092740"/>
                    <a:pt x="7093159" y="2118879"/>
                  </a:cubicBezTo>
                  <a:cubicBezTo>
                    <a:pt x="7217249" y="2351773"/>
                    <a:pt x="7258487" y="2589290"/>
                    <a:pt x="7393051" y="2771415"/>
                  </a:cubicBezTo>
                  <a:cubicBezTo>
                    <a:pt x="7492701" y="2907301"/>
                    <a:pt x="7642271" y="3003177"/>
                    <a:pt x="7806278" y="3051397"/>
                  </a:cubicBezTo>
                  <a:cubicBezTo>
                    <a:pt x="7952921" y="3094522"/>
                    <a:pt x="8107869" y="3103109"/>
                    <a:pt x="8258099" y="3084142"/>
                  </a:cubicBezTo>
                  <a:cubicBezTo>
                    <a:pt x="8512507" y="3051964"/>
                    <a:pt x="8757102" y="2949955"/>
                    <a:pt x="9006321" y="2846530"/>
                  </a:cubicBezTo>
                  <a:cubicBezTo>
                    <a:pt x="9067658" y="2820769"/>
                    <a:pt x="9129279" y="2794818"/>
                    <a:pt x="9191183" y="2769339"/>
                  </a:cubicBezTo>
                  <a:cubicBezTo>
                    <a:pt x="10074159" y="2404995"/>
                    <a:pt x="11056408" y="2151246"/>
                    <a:pt x="12106316" y="2095571"/>
                  </a:cubicBezTo>
                </a:path>
              </a:pathLst>
            </a:custGeom>
            <a:noFill/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6" name="Google Shape;36;p2"/>
            <p:cNvSpPr/>
            <p:nvPr/>
          </p:nvSpPr>
          <p:spPr>
            <a:xfrm>
              <a:off x="80587" y="8519652"/>
              <a:ext cx="12103296" cy="3188282"/>
            </a:xfrm>
            <a:custGeom>
              <a:avLst/>
              <a:gdLst/>
              <a:ahLst/>
              <a:cxnLst/>
              <a:rect l="l" t="t" r="r" b="b"/>
              <a:pathLst>
                <a:path w="12103296" h="3188282" extrusionOk="0">
                  <a:moveTo>
                    <a:pt x="0" y="0"/>
                  </a:moveTo>
                  <a:cubicBezTo>
                    <a:pt x="77568" y="149947"/>
                    <a:pt x="217040" y="357078"/>
                    <a:pt x="391522" y="542978"/>
                  </a:cubicBezTo>
                  <a:cubicBezTo>
                    <a:pt x="532409" y="693113"/>
                    <a:pt x="697926" y="813901"/>
                    <a:pt x="839474" y="906001"/>
                  </a:cubicBezTo>
                  <a:cubicBezTo>
                    <a:pt x="959318" y="983947"/>
                    <a:pt x="1067366" y="1037924"/>
                    <a:pt x="1177868" y="1093694"/>
                  </a:cubicBezTo>
                  <a:cubicBezTo>
                    <a:pt x="1327060" y="1168998"/>
                    <a:pt x="1481064" y="1233072"/>
                    <a:pt x="1623084" y="1267326"/>
                  </a:cubicBezTo>
                  <a:cubicBezTo>
                    <a:pt x="1925902" y="1340460"/>
                    <a:pt x="2228626" y="1256946"/>
                    <a:pt x="2492094" y="1157768"/>
                  </a:cubicBezTo>
                  <a:cubicBezTo>
                    <a:pt x="2706870" y="1076897"/>
                    <a:pt x="2915983" y="981022"/>
                    <a:pt x="3141894" y="944597"/>
                  </a:cubicBezTo>
                  <a:cubicBezTo>
                    <a:pt x="3192851" y="936387"/>
                    <a:pt x="3244846" y="931291"/>
                    <a:pt x="3298068" y="930253"/>
                  </a:cubicBezTo>
                  <a:cubicBezTo>
                    <a:pt x="3587676" y="924214"/>
                    <a:pt x="3929278" y="1079823"/>
                    <a:pt x="4034778" y="1363296"/>
                  </a:cubicBezTo>
                  <a:cubicBezTo>
                    <a:pt x="4101683" y="1543062"/>
                    <a:pt x="4067806" y="1731415"/>
                    <a:pt x="4082810" y="1902688"/>
                  </a:cubicBezTo>
                  <a:cubicBezTo>
                    <a:pt x="4089133" y="1974595"/>
                    <a:pt x="4102816" y="2043670"/>
                    <a:pt x="4136032" y="2108499"/>
                  </a:cubicBezTo>
                  <a:cubicBezTo>
                    <a:pt x="4277109" y="2386405"/>
                    <a:pt x="4716002" y="2427454"/>
                    <a:pt x="5010610" y="2259483"/>
                  </a:cubicBezTo>
                  <a:cubicBezTo>
                    <a:pt x="5154423" y="2177480"/>
                    <a:pt x="5273040" y="2052918"/>
                    <a:pt x="5417891" y="1950814"/>
                  </a:cubicBezTo>
                  <a:cubicBezTo>
                    <a:pt x="5613982" y="1813230"/>
                    <a:pt x="5830456" y="1709145"/>
                    <a:pt x="6044382" y="1667907"/>
                  </a:cubicBezTo>
                  <a:cubicBezTo>
                    <a:pt x="6240568" y="1630067"/>
                    <a:pt x="6451946" y="1655074"/>
                    <a:pt x="6639733" y="1730849"/>
                  </a:cubicBezTo>
                  <a:cubicBezTo>
                    <a:pt x="6810723" y="1799830"/>
                    <a:pt x="6964161" y="1915711"/>
                    <a:pt x="7069756" y="2085002"/>
                  </a:cubicBezTo>
                  <a:cubicBezTo>
                    <a:pt x="7085704" y="2110481"/>
                    <a:pt x="7100142" y="2136337"/>
                    <a:pt x="7113447" y="2162382"/>
                  </a:cubicBezTo>
                  <a:cubicBezTo>
                    <a:pt x="7232159" y="2394332"/>
                    <a:pt x="7260091" y="2636473"/>
                    <a:pt x="7385314" y="2826525"/>
                  </a:cubicBezTo>
                  <a:cubicBezTo>
                    <a:pt x="7478169" y="2968356"/>
                    <a:pt x="7623114" y="3071309"/>
                    <a:pt x="7785139" y="3128305"/>
                  </a:cubicBezTo>
                  <a:cubicBezTo>
                    <a:pt x="7929707" y="3179168"/>
                    <a:pt x="8085222" y="3196154"/>
                    <a:pt x="8236866" y="3185019"/>
                  </a:cubicBezTo>
                  <a:cubicBezTo>
                    <a:pt x="8494011" y="3166051"/>
                    <a:pt x="8743986" y="3076404"/>
                    <a:pt x="8997545" y="2984115"/>
                  </a:cubicBezTo>
                  <a:cubicBezTo>
                    <a:pt x="9059921" y="2961184"/>
                    <a:pt x="9122579" y="2937970"/>
                    <a:pt x="9185426" y="2915228"/>
                  </a:cubicBezTo>
                  <a:cubicBezTo>
                    <a:pt x="10081614" y="2589951"/>
                    <a:pt x="11064051" y="2372439"/>
                    <a:pt x="12103297" y="2337524"/>
                  </a:cubicBezTo>
                </a:path>
              </a:pathLst>
            </a:custGeom>
            <a:noFill/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7" name="Google Shape;37;p2"/>
            <p:cNvSpPr/>
            <p:nvPr/>
          </p:nvSpPr>
          <p:spPr>
            <a:xfrm>
              <a:off x="83607" y="8402168"/>
              <a:ext cx="12100277" cy="3285815"/>
            </a:xfrm>
            <a:custGeom>
              <a:avLst/>
              <a:gdLst/>
              <a:ahLst/>
              <a:cxnLst/>
              <a:rect l="l" t="t" r="r" b="b"/>
              <a:pathLst>
                <a:path w="12100277" h="3285815" extrusionOk="0">
                  <a:moveTo>
                    <a:pt x="0" y="0"/>
                  </a:moveTo>
                  <a:cubicBezTo>
                    <a:pt x="76342" y="143435"/>
                    <a:pt x="211095" y="348114"/>
                    <a:pt x="379160" y="538826"/>
                  </a:cubicBezTo>
                  <a:cubicBezTo>
                    <a:pt x="513347" y="691132"/>
                    <a:pt x="670654" y="821261"/>
                    <a:pt x="808145" y="925630"/>
                  </a:cubicBezTo>
                  <a:cubicBezTo>
                    <a:pt x="924875" y="1014239"/>
                    <a:pt x="1032451" y="1081615"/>
                    <a:pt x="1140782" y="1146350"/>
                  </a:cubicBezTo>
                  <a:cubicBezTo>
                    <a:pt x="1288842" y="1234865"/>
                    <a:pt x="1438977" y="1306488"/>
                    <a:pt x="1576278" y="1339422"/>
                  </a:cubicBezTo>
                  <a:cubicBezTo>
                    <a:pt x="1884476" y="1413498"/>
                    <a:pt x="2194749" y="1321587"/>
                    <a:pt x="2465200" y="1212500"/>
                  </a:cubicBezTo>
                  <a:cubicBezTo>
                    <a:pt x="2685826" y="1123514"/>
                    <a:pt x="2901262" y="1018579"/>
                    <a:pt x="3134250" y="975737"/>
                  </a:cubicBezTo>
                  <a:cubicBezTo>
                    <a:pt x="3186812" y="966112"/>
                    <a:pt x="3240317" y="959695"/>
                    <a:pt x="3295237" y="957431"/>
                  </a:cubicBezTo>
                  <a:cubicBezTo>
                    <a:pt x="3593526" y="944974"/>
                    <a:pt x="3944848" y="1100677"/>
                    <a:pt x="4049311" y="1391889"/>
                  </a:cubicBezTo>
                  <a:cubicBezTo>
                    <a:pt x="4115461" y="1576278"/>
                    <a:pt x="4075922" y="1770954"/>
                    <a:pt x="4087151" y="1949588"/>
                  </a:cubicBezTo>
                  <a:cubicBezTo>
                    <a:pt x="4091869" y="2024608"/>
                    <a:pt x="4104514" y="2096986"/>
                    <a:pt x="4137542" y="2165213"/>
                  </a:cubicBezTo>
                  <a:cubicBezTo>
                    <a:pt x="4277864" y="2457556"/>
                    <a:pt x="4727986" y="2504645"/>
                    <a:pt x="5033824" y="2339977"/>
                  </a:cubicBezTo>
                  <a:cubicBezTo>
                    <a:pt x="5178863" y="2261937"/>
                    <a:pt x="5301067" y="2143603"/>
                    <a:pt x="5444691" y="2043481"/>
                  </a:cubicBezTo>
                  <a:cubicBezTo>
                    <a:pt x="5639461" y="1908067"/>
                    <a:pt x="5850367" y="1798792"/>
                    <a:pt x="6062972" y="1748873"/>
                  </a:cubicBezTo>
                  <a:cubicBezTo>
                    <a:pt x="6257082" y="1703294"/>
                    <a:pt x="6470536" y="1718204"/>
                    <a:pt x="6660211" y="1786713"/>
                  </a:cubicBezTo>
                  <a:cubicBezTo>
                    <a:pt x="6833276" y="1849183"/>
                    <a:pt x="6988224" y="1960440"/>
                    <a:pt x="7091460" y="2128599"/>
                  </a:cubicBezTo>
                  <a:cubicBezTo>
                    <a:pt x="7107030" y="2153889"/>
                    <a:pt x="7120996" y="2179556"/>
                    <a:pt x="7133641" y="2205507"/>
                  </a:cubicBezTo>
                  <a:cubicBezTo>
                    <a:pt x="7247069" y="2436513"/>
                    <a:pt x="7261506" y="2683278"/>
                    <a:pt x="7377576" y="2881257"/>
                  </a:cubicBezTo>
                  <a:cubicBezTo>
                    <a:pt x="7463637" y="3029033"/>
                    <a:pt x="7603958" y="3139157"/>
                    <a:pt x="7764002" y="3204835"/>
                  </a:cubicBezTo>
                  <a:cubicBezTo>
                    <a:pt x="7906588" y="3263342"/>
                    <a:pt x="8062574" y="3288915"/>
                    <a:pt x="8215540" y="3285518"/>
                  </a:cubicBezTo>
                  <a:cubicBezTo>
                    <a:pt x="8475422" y="3279856"/>
                    <a:pt x="8730680" y="3202476"/>
                    <a:pt x="8988769" y="3121322"/>
                  </a:cubicBezTo>
                  <a:cubicBezTo>
                    <a:pt x="9052183" y="3101128"/>
                    <a:pt x="9115879" y="3080651"/>
                    <a:pt x="9179670" y="3060645"/>
                  </a:cubicBezTo>
                  <a:cubicBezTo>
                    <a:pt x="10089069" y="2774435"/>
                    <a:pt x="11071601" y="2593159"/>
                    <a:pt x="12100277" y="2579099"/>
                  </a:cubicBezTo>
                </a:path>
              </a:pathLst>
            </a:custGeom>
            <a:noFill/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8" name="Google Shape;38;p2"/>
            <p:cNvSpPr/>
            <p:nvPr/>
          </p:nvSpPr>
          <p:spPr>
            <a:xfrm>
              <a:off x="86627" y="8284683"/>
              <a:ext cx="12097068" cy="3387087"/>
            </a:xfrm>
            <a:custGeom>
              <a:avLst/>
              <a:gdLst/>
              <a:ahLst/>
              <a:cxnLst/>
              <a:rect l="l" t="t" r="r" b="b"/>
              <a:pathLst>
                <a:path w="12097068" h="3387087" extrusionOk="0">
                  <a:moveTo>
                    <a:pt x="0" y="0"/>
                  </a:moveTo>
                  <a:cubicBezTo>
                    <a:pt x="75115" y="137018"/>
                    <a:pt x="205150" y="339055"/>
                    <a:pt x="366892" y="534768"/>
                  </a:cubicBezTo>
                  <a:cubicBezTo>
                    <a:pt x="494474" y="689150"/>
                    <a:pt x="643383" y="828622"/>
                    <a:pt x="776910" y="945352"/>
                  </a:cubicBezTo>
                  <a:cubicBezTo>
                    <a:pt x="890431" y="1044530"/>
                    <a:pt x="997347" y="1125212"/>
                    <a:pt x="1103791" y="1199100"/>
                  </a:cubicBezTo>
                  <a:cubicBezTo>
                    <a:pt x="1250435" y="1300826"/>
                    <a:pt x="1396890" y="1379999"/>
                    <a:pt x="1529473" y="1411705"/>
                  </a:cubicBezTo>
                  <a:cubicBezTo>
                    <a:pt x="1843144" y="1486820"/>
                    <a:pt x="2160872" y="1386415"/>
                    <a:pt x="2438400" y="1267421"/>
                  </a:cubicBezTo>
                  <a:cubicBezTo>
                    <a:pt x="2664783" y="1170319"/>
                    <a:pt x="2886635" y="1056326"/>
                    <a:pt x="3126701" y="1007067"/>
                  </a:cubicBezTo>
                  <a:cubicBezTo>
                    <a:pt x="3180772" y="995932"/>
                    <a:pt x="3235976" y="988194"/>
                    <a:pt x="3292501" y="984797"/>
                  </a:cubicBezTo>
                  <a:cubicBezTo>
                    <a:pt x="3599471" y="965924"/>
                    <a:pt x="3961079" y="1121532"/>
                    <a:pt x="4063937" y="1420764"/>
                  </a:cubicBezTo>
                  <a:cubicBezTo>
                    <a:pt x="4129615" y="1609684"/>
                    <a:pt x="4083848" y="1810682"/>
                    <a:pt x="4091681" y="1996865"/>
                  </a:cubicBezTo>
                  <a:cubicBezTo>
                    <a:pt x="4094700" y="2074999"/>
                    <a:pt x="4106402" y="2150680"/>
                    <a:pt x="4139146" y="2222304"/>
                  </a:cubicBezTo>
                  <a:cubicBezTo>
                    <a:pt x="4278713" y="2528991"/>
                    <a:pt x="4740065" y="2581741"/>
                    <a:pt x="5057133" y="2420848"/>
                  </a:cubicBezTo>
                  <a:cubicBezTo>
                    <a:pt x="5203493" y="2346583"/>
                    <a:pt x="5329282" y="2234665"/>
                    <a:pt x="5471491" y="2136525"/>
                  </a:cubicBezTo>
                  <a:cubicBezTo>
                    <a:pt x="5665034" y="2003282"/>
                    <a:pt x="5870373" y="1888816"/>
                    <a:pt x="6081563" y="1830310"/>
                  </a:cubicBezTo>
                  <a:cubicBezTo>
                    <a:pt x="6273596" y="1777088"/>
                    <a:pt x="6489126" y="1781806"/>
                    <a:pt x="6680593" y="1842955"/>
                  </a:cubicBezTo>
                  <a:cubicBezTo>
                    <a:pt x="6855736" y="1898914"/>
                    <a:pt x="7012099" y="2005452"/>
                    <a:pt x="7113070" y="2172573"/>
                  </a:cubicBezTo>
                  <a:cubicBezTo>
                    <a:pt x="7128263" y="2197674"/>
                    <a:pt x="7141757" y="2223153"/>
                    <a:pt x="7153836" y="2249103"/>
                  </a:cubicBezTo>
                  <a:cubicBezTo>
                    <a:pt x="7261884" y="2479260"/>
                    <a:pt x="7263016" y="2730555"/>
                    <a:pt x="7369743" y="2936461"/>
                  </a:cubicBezTo>
                  <a:cubicBezTo>
                    <a:pt x="7448916" y="3090181"/>
                    <a:pt x="7584708" y="3207478"/>
                    <a:pt x="7742675" y="3281837"/>
                  </a:cubicBezTo>
                  <a:cubicBezTo>
                    <a:pt x="7883280" y="3347988"/>
                    <a:pt x="8039737" y="3382054"/>
                    <a:pt x="8194119" y="3386489"/>
                  </a:cubicBezTo>
                  <a:cubicBezTo>
                    <a:pt x="8456737" y="3394038"/>
                    <a:pt x="8717280" y="3329020"/>
                    <a:pt x="8979805" y="3259001"/>
                  </a:cubicBezTo>
                  <a:cubicBezTo>
                    <a:pt x="9044350" y="3241638"/>
                    <a:pt x="9108990" y="3223897"/>
                    <a:pt x="9173725" y="3206534"/>
                  </a:cubicBezTo>
                  <a:cubicBezTo>
                    <a:pt x="10096240" y="2959391"/>
                    <a:pt x="11079055" y="2814257"/>
                    <a:pt x="12097068" y="2821146"/>
                  </a:cubicBezTo>
                </a:path>
              </a:pathLst>
            </a:custGeom>
            <a:noFill/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9" name="Google Shape;39;p2"/>
            <p:cNvSpPr/>
            <p:nvPr/>
          </p:nvSpPr>
          <p:spPr>
            <a:xfrm>
              <a:off x="89647" y="8167104"/>
              <a:ext cx="12093859" cy="3491821"/>
            </a:xfrm>
            <a:custGeom>
              <a:avLst/>
              <a:gdLst/>
              <a:ahLst/>
              <a:cxnLst/>
              <a:rect l="l" t="t" r="r" b="b"/>
              <a:pathLst>
                <a:path w="12093859" h="3491821" extrusionOk="0">
                  <a:moveTo>
                    <a:pt x="0" y="0"/>
                  </a:moveTo>
                  <a:cubicBezTo>
                    <a:pt x="73888" y="130507"/>
                    <a:pt x="199394" y="329901"/>
                    <a:pt x="354531" y="530616"/>
                  </a:cubicBezTo>
                  <a:cubicBezTo>
                    <a:pt x="475507" y="687168"/>
                    <a:pt x="615922" y="835982"/>
                    <a:pt x="745580" y="964980"/>
                  </a:cubicBezTo>
                  <a:cubicBezTo>
                    <a:pt x="855799" y="1074727"/>
                    <a:pt x="962054" y="1168809"/>
                    <a:pt x="1066706" y="1251756"/>
                  </a:cubicBezTo>
                  <a:cubicBezTo>
                    <a:pt x="1211651" y="1366599"/>
                    <a:pt x="1354803" y="1453132"/>
                    <a:pt x="1482668" y="1483895"/>
                  </a:cubicBezTo>
                  <a:cubicBezTo>
                    <a:pt x="1802000" y="1559387"/>
                    <a:pt x="2126711" y="1450773"/>
                    <a:pt x="2411600" y="1322247"/>
                  </a:cubicBezTo>
                  <a:cubicBezTo>
                    <a:pt x="2643645" y="1216747"/>
                    <a:pt x="2872009" y="1093977"/>
                    <a:pt x="3119057" y="1038302"/>
                  </a:cubicBezTo>
                  <a:cubicBezTo>
                    <a:pt x="3174733" y="1025751"/>
                    <a:pt x="3231541" y="1016692"/>
                    <a:pt x="3289575" y="1012068"/>
                  </a:cubicBezTo>
                  <a:cubicBezTo>
                    <a:pt x="3605322" y="986873"/>
                    <a:pt x="3976555" y="1142575"/>
                    <a:pt x="4078375" y="1449546"/>
                  </a:cubicBezTo>
                  <a:cubicBezTo>
                    <a:pt x="4143204" y="1643089"/>
                    <a:pt x="4092058" y="1850315"/>
                    <a:pt x="4096021" y="2044048"/>
                  </a:cubicBezTo>
                  <a:cubicBezTo>
                    <a:pt x="4097437" y="2125296"/>
                    <a:pt x="4108100" y="2204280"/>
                    <a:pt x="4140656" y="2279300"/>
                  </a:cubicBezTo>
                  <a:cubicBezTo>
                    <a:pt x="4279468" y="2600426"/>
                    <a:pt x="4752049" y="2658555"/>
                    <a:pt x="5080346" y="2501625"/>
                  </a:cubicBezTo>
                  <a:cubicBezTo>
                    <a:pt x="5228123" y="2431040"/>
                    <a:pt x="5357403" y="2325728"/>
                    <a:pt x="5498290" y="2229381"/>
                  </a:cubicBezTo>
                  <a:cubicBezTo>
                    <a:pt x="5690513" y="2098213"/>
                    <a:pt x="5890378" y="1978747"/>
                    <a:pt x="6100058" y="1911464"/>
                  </a:cubicBezTo>
                  <a:cubicBezTo>
                    <a:pt x="6290110" y="1850504"/>
                    <a:pt x="6507622" y="1845125"/>
                    <a:pt x="6700882" y="1899008"/>
                  </a:cubicBezTo>
                  <a:cubicBezTo>
                    <a:pt x="6878100" y="1948455"/>
                    <a:pt x="7035973" y="2050370"/>
                    <a:pt x="7134585" y="2216359"/>
                  </a:cubicBezTo>
                  <a:cubicBezTo>
                    <a:pt x="7149400" y="2241271"/>
                    <a:pt x="7162328" y="2266655"/>
                    <a:pt x="7173935" y="2292417"/>
                  </a:cubicBezTo>
                  <a:cubicBezTo>
                    <a:pt x="7276699" y="2521630"/>
                    <a:pt x="7264432" y="2777549"/>
                    <a:pt x="7361911" y="2991381"/>
                  </a:cubicBezTo>
                  <a:cubicBezTo>
                    <a:pt x="7434289" y="3150953"/>
                    <a:pt x="7565457" y="3275421"/>
                    <a:pt x="7721443" y="3358557"/>
                  </a:cubicBezTo>
                  <a:cubicBezTo>
                    <a:pt x="7860066" y="3432444"/>
                    <a:pt x="8016995" y="3474909"/>
                    <a:pt x="8172698" y="3487177"/>
                  </a:cubicBezTo>
                  <a:cubicBezTo>
                    <a:pt x="8438053" y="3508031"/>
                    <a:pt x="8703880" y="3455281"/>
                    <a:pt x="8970840" y="3396397"/>
                  </a:cubicBezTo>
                  <a:cubicBezTo>
                    <a:pt x="9036423" y="3381770"/>
                    <a:pt x="9102102" y="3366766"/>
                    <a:pt x="9167780" y="3352234"/>
                  </a:cubicBezTo>
                  <a:cubicBezTo>
                    <a:pt x="10103507" y="3144158"/>
                    <a:pt x="11086510" y="3035261"/>
                    <a:pt x="12093860" y="3063004"/>
                  </a:cubicBezTo>
                </a:path>
              </a:pathLst>
            </a:custGeom>
            <a:noFill/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40" name="Google Shape;40;p2"/>
            <p:cNvSpPr/>
            <p:nvPr/>
          </p:nvSpPr>
          <p:spPr>
            <a:xfrm>
              <a:off x="92761" y="8049619"/>
              <a:ext cx="12090651" cy="3600743"/>
            </a:xfrm>
            <a:custGeom>
              <a:avLst/>
              <a:gdLst/>
              <a:ahLst/>
              <a:cxnLst/>
              <a:rect l="l" t="t" r="r" b="b"/>
              <a:pathLst>
                <a:path w="12090651" h="3600743" extrusionOk="0">
                  <a:moveTo>
                    <a:pt x="0" y="0"/>
                  </a:moveTo>
                  <a:cubicBezTo>
                    <a:pt x="72661" y="123996"/>
                    <a:pt x="193826" y="320842"/>
                    <a:pt x="342169" y="526464"/>
                  </a:cubicBezTo>
                  <a:cubicBezTo>
                    <a:pt x="456634" y="685092"/>
                    <a:pt x="588557" y="843249"/>
                    <a:pt x="714251" y="984608"/>
                  </a:cubicBezTo>
                  <a:cubicBezTo>
                    <a:pt x="821261" y="1104829"/>
                    <a:pt x="926479" y="1212217"/>
                    <a:pt x="1029620" y="1304412"/>
                  </a:cubicBezTo>
                  <a:cubicBezTo>
                    <a:pt x="1172772" y="1432371"/>
                    <a:pt x="1312622" y="1526642"/>
                    <a:pt x="1435863" y="1555990"/>
                  </a:cubicBezTo>
                  <a:cubicBezTo>
                    <a:pt x="1760574" y="1632520"/>
                    <a:pt x="2092929" y="1515507"/>
                    <a:pt x="2384801" y="1376979"/>
                  </a:cubicBezTo>
                  <a:cubicBezTo>
                    <a:pt x="2622790" y="1263457"/>
                    <a:pt x="2857382" y="1131535"/>
                    <a:pt x="3111508" y="1069442"/>
                  </a:cubicBezTo>
                  <a:cubicBezTo>
                    <a:pt x="3168788" y="1055476"/>
                    <a:pt x="3227105" y="1045002"/>
                    <a:pt x="3286839" y="1039245"/>
                  </a:cubicBezTo>
                  <a:cubicBezTo>
                    <a:pt x="3611267" y="1007633"/>
                    <a:pt x="3992125" y="1163525"/>
                    <a:pt x="4093096" y="1478139"/>
                  </a:cubicBezTo>
                  <a:cubicBezTo>
                    <a:pt x="4157076" y="1676400"/>
                    <a:pt x="4100456" y="1889855"/>
                    <a:pt x="4100551" y="2090947"/>
                  </a:cubicBezTo>
                  <a:cubicBezTo>
                    <a:pt x="4100456" y="2175310"/>
                    <a:pt x="4109987" y="2257690"/>
                    <a:pt x="4142355" y="2336014"/>
                  </a:cubicBezTo>
                  <a:cubicBezTo>
                    <a:pt x="4280411" y="2671577"/>
                    <a:pt x="4764223" y="2734613"/>
                    <a:pt x="5103749" y="2582119"/>
                  </a:cubicBezTo>
                  <a:cubicBezTo>
                    <a:pt x="5252940" y="2515119"/>
                    <a:pt x="5385712" y="2416413"/>
                    <a:pt x="5525185" y="2322048"/>
                  </a:cubicBezTo>
                  <a:cubicBezTo>
                    <a:pt x="5716180" y="2193050"/>
                    <a:pt x="5910478" y="2068488"/>
                    <a:pt x="6118742" y="1992524"/>
                  </a:cubicBezTo>
                  <a:cubicBezTo>
                    <a:pt x="6306812" y="1923920"/>
                    <a:pt x="6526306" y="1908256"/>
                    <a:pt x="6721359" y="1954967"/>
                  </a:cubicBezTo>
                  <a:cubicBezTo>
                    <a:pt x="6900653" y="1997903"/>
                    <a:pt x="7060036" y="2095099"/>
                    <a:pt x="7156289" y="2260050"/>
                  </a:cubicBezTo>
                  <a:cubicBezTo>
                    <a:pt x="7170727" y="2284774"/>
                    <a:pt x="7183183" y="2309969"/>
                    <a:pt x="7194130" y="2335731"/>
                  </a:cubicBezTo>
                  <a:cubicBezTo>
                    <a:pt x="7291515" y="2564001"/>
                    <a:pt x="7265942" y="2824543"/>
                    <a:pt x="7354079" y="3046302"/>
                  </a:cubicBezTo>
                  <a:cubicBezTo>
                    <a:pt x="7419662" y="3211818"/>
                    <a:pt x="7546489" y="3343175"/>
                    <a:pt x="7700211" y="3435275"/>
                  </a:cubicBezTo>
                  <a:cubicBezTo>
                    <a:pt x="7837041" y="3516618"/>
                    <a:pt x="7994159" y="3568142"/>
                    <a:pt x="8151277" y="3587864"/>
                  </a:cubicBezTo>
                  <a:cubicBezTo>
                    <a:pt x="8419275" y="3622496"/>
                    <a:pt x="8690575" y="3581448"/>
                    <a:pt x="8961969" y="3533793"/>
                  </a:cubicBezTo>
                  <a:cubicBezTo>
                    <a:pt x="9028591" y="3521997"/>
                    <a:pt x="9095307" y="3509730"/>
                    <a:pt x="9161929" y="3497840"/>
                  </a:cubicBezTo>
                  <a:cubicBezTo>
                    <a:pt x="10110773" y="3328831"/>
                    <a:pt x="11094059" y="3256170"/>
                    <a:pt x="12090651" y="3304768"/>
                  </a:cubicBezTo>
                </a:path>
              </a:pathLst>
            </a:custGeom>
            <a:noFill/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41" name="Google Shape;41;p2"/>
            <p:cNvSpPr/>
            <p:nvPr/>
          </p:nvSpPr>
          <p:spPr>
            <a:xfrm>
              <a:off x="95780" y="7932134"/>
              <a:ext cx="12087631" cy="3713953"/>
            </a:xfrm>
            <a:custGeom>
              <a:avLst/>
              <a:gdLst/>
              <a:ahLst/>
              <a:cxnLst/>
              <a:rect l="l" t="t" r="r" b="b"/>
              <a:pathLst>
                <a:path w="12087631" h="3713953" extrusionOk="0">
                  <a:moveTo>
                    <a:pt x="0" y="0"/>
                  </a:moveTo>
                  <a:cubicBezTo>
                    <a:pt x="71435" y="117579"/>
                    <a:pt x="188259" y="311689"/>
                    <a:pt x="329807" y="522312"/>
                  </a:cubicBezTo>
                  <a:cubicBezTo>
                    <a:pt x="437950" y="683111"/>
                    <a:pt x="560813" y="850703"/>
                    <a:pt x="683016" y="1004330"/>
                  </a:cubicBezTo>
                  <a:cubicBezTo>
                    <a:pt x="786535" y="1135215"/>
                    <a:pt x="890997" y="1255625"/>
                    <a:pt x="992629" y="1357162"/>
                  </a:cubicBezTo>
                  <a:cubicBezTo>
                    <a:pt x="1133799" y="1498050"/>
                    <a:pt x="1270535" y="1600153"/>
                    <a:pt x="1389058" y="1628274"/>
                  </a:cubicBezTo>
                  <a:cubicBezTo>
                    <a:pt x="1719242" y="1705936"/>
                    <a:pt x="2059052" y="1580525"/>
                    <a:pt x="2358001" y="1431900"/>
                  </a:cubicBezTo>
                  <a:cubicBezTo>
                    <a:pt x="2601841" y="1310357"/>
                    <a:pt x="2842661" y="1169281"/>
                    <a:pt x="3103864" y="1100772"/>
                  </a:cubicBezTo>
                  <a:cubicBezTo>
                    <a:pt x="3162748" y="1085296"/>
                    <a:pt x="3222670" y="1073594"/>
                    <a:pt x="3284008" y="1066611"/>
                  </a:cubicBezTo>
                  <a:cubicBezTo>
                    <a:pt x="3617117" y="1028676"/>
                    <a:pt x="4007601" y="1184568"/>
                    <a:pt x="4107628" y="1507014"/>
                  </a:cubicBezTo>
                  <a:cubicBezTo>
                    <a:pt x="4170759" y="1709900"/>
                    <a:pt x="4108666" y="1929582"/>
                    <a:pt x="4104986" y="2138224"/>
                  </a:cubicBezTo>
                  <a:cubicBezTo>
                    <a:pt x="4103382" y="2225795"/>
                    <a:pt x="4111780" y="2311385"/>
                    <a:pt x="4143959" y="2393199"/>
                  </a:cubicBezTo>
                  <a:cubicBezTo>
                    <a:pt x="4281261" y="2743106"/>
                    <a:pt x="4776301" y="2810955"/>
                    <a:pt x="5127057" y="2663084"/>
                  </a:cubicBezTo>
                  <a:cubicBezTo>
                    <a:pt x="5277759" y="2599576"/>
                    <a:pt x="5413833" y="2507570"/>
                    <a:pt x="5552079" y="2415186"/>
                  </a:cubicBezTo>
                  <a:cubicBezTo>
                    <a:pt x="5741753" y="2288359"/>
                    <a:pt x="5930672" y="2158607"/>
                    <a:pt x="6137426" y="2073961"/>
                  </a:cubicBezTo>
                  <a:cubicBezTo>
                    <a:pt x="6323515" y="1997714"/>
                    <a:pt x="6544990" y="1971575"/>
                    <a:pt x="6741837" y="2011303"/>
                  </a:cubicBezTo>
                  <a:cubicBezTo>
                    <a:pt x="6923207" y="2047445"/>
                    <a:pt x="7084099" y="2140300"/>
                    <a:pt x="7177993" y="2304118"/>
                  </a:cubicBezTo>
                  <a:cubicBezTo>
                    <a:pt x="7192053" y="2328653"/>
                    <a:pt x="7204038" y="2353754"/>
                    <a:pt x="7214418" y="2379327"/>
                  </a:cubicBezTo>
                  <a:cubicBezTo>
                    <a:pt x="7306519" y="2606748"/>
                    <a:pt x="7267546" y="2871820"/>
                    <a:pt x="7346435" y="3101505"/>
                  </a:cubicBezTo>
                  <a:cubicBezTo>
                    <a:pt x="7405225" y="3272967"/>
                    <a:pt x="7527334" y="3411590"/>
                    <a:pt x="7679073" y="3512278"/>
                  </a:cubicBezTo>
                  <a:cubicBezTo>
                    <a:pt x="7813827" y="3601358"/>
                    <a:pt x="7971417" y="3661186"/>
                    <a:pt x="8130045" y="3688835"/>
                  </a:cubicBezTo>
                  <a:cubicBezTo>
                    <a:pt x="8400684" y="3736584"/>
                    <a:pt x="8677364" y="3707991"/>
                    <a:pt x="8953193" y="3671472"/>
                  </a:cubicBezTo>
                  <a:cubicBezTo>
                    <a:pt x="9020947" y="3662413"/>
                    <a:pt x="9088608" y="3652882"/>
                    <a:pt x="9156173" y="3643823"/>
                  </a:cubicBezTo>
                  <a:cubicBezTo>
                    <a:pt x="10118228" y="3513882"/>
                    <a:pt x="11101703" y="3477363"/>
                    <a:pt x="12087632" y="3546815"/>
                  </a:cubicBezTo>
                </a:path>
              </a:pathLst>
            </a:custGeom>
            <a:noFill/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42" name="Google Shape;42;p2"/>
            <p:cNvSpPr/>
            <p:nvPr/>
          </p:nvSpPr>
          <p:spPr>
            <a:xfrm>
              <a:off x="98800" y="7814649"/>
              <a:ext cx="12084423" cy="3831239"/>
            </a:xfrm>
            <a:custGeom>
              <a:avLst/>
              <a:gdLst/>
              <a:ahLst/>
              <a:cxnLst/>
              <a:rect l="l" t="t" r="r" b="b"/>
              <a:pathLst>
                <a:path w="12084423" h="3831239" extrusionOk="0">
                  <a:moveTo>
                    <a:pt x="0" y="0"/>
                  </a:moveTo>
                  <a:cubicBezTo>
                    <a:pt x="230912" y="365383"/>
                    <a:pt x="921572" y="1601568"/>
                    <a:pt x="1342347" y="1700369"/>
                  </a:cubicBezTo>
                  <a:cubicBezTo>
                    <a:pt x="1677910" y="1779164"/>
                    <a:pt x="2025269" y="1645354"/>
                    <a:pt x="2331295" y="1486631"/>
                  </a:cubicBezTo>
                  <a:cubicBezTo>
                    <a:pt x="2637322" y="1327909"/>
                    <a:pt x="2939480" y="1138046"/>
                    <a:pt x="3281271" y="1093694"/>
                  </a:cubicBezTo>
                  <a:cubicBezTo>
                    <a:pt x="3623062" y="1049343"/>
                    <a:pt x="4023171" y="1205423"/>
                    <a:pt x="4122255" y="1535607"/>
                  </a:cubicBezTo>
                  <a:cubicBezTo>
                    <a:pt x="4210770" y="1830310"/>
                    <a:pt x="4037515" y="2161815"/>
                    <a:pt x="4145563" y="2449913"/>
                  </a:cubicBezTo>
                  <a:cubicBezTo>
                    <a:pt x="4282110" y="2814257"/>
                    <a:pt x="4788474" y="2886352"/>
                    <a:pt x="5150365" y="2743578"/>
                  </a:cubicBezTo>
                  <a:cubicBezTo>
                    <a:pt x="5512256" y="2600803"/>
                    <a:pt x="5801863" y="2316103"/>
                    <a:pt x="6156017" y="2154927"/>
                  </a:cubicBezTo>
                  <a:cubicBezTo>
                    <a:pt x="6510170" y="1993751"/>
                    <a:pt x="7008891" y="2008566"/>
                    <a:pt x="7199603" y="2347621"/>
                  </a:cubicBezTo>
                  <a:cubicBezTo>
                    <a:pt x="7334639" y="2587781"/>
                    <a:pt x="7261129" y="2891826"/>
                    <a:pt x="7338603" y="3156143"/>
                  </a:cubicBezTo>
                  <a:cubicBezTo>
                    <a:pt x="7436648" y="3490857"/>
                    <a:pt x="7768248" y="3713559"/>
                    <a:pt x="8108624" y="3789240"/>
                  </a:cubicBezTo>
                  <a:cubicBezTo>
                    <a:pt x="8448999" y="3864921"/>
                    <a:pt x="8802964" y="3821513"/>
                    <a:pt x="9150228" y="3789146"/>
                  </a:cubicBezTo>
                  <a:cubicBezTo>
                    <a:pt x="10125494" y="3698272"/>
                    <a:pt x="11109158" y="3697989"/>
                    <a:pt x="12084423" y="3788296"/>
                  </a:cubicBezTo>
                </a:path>
              </a:pathLst>
            </a:custGeom>
            <a:noFill/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43" name="Google Shape;43;p2"/>
          <p:cNvSpPr txBox="1">
            <a:spLocks noGrp="1"/>
          </p:cNvSpPr>
          <p:nvPr>
            <p:ph type="title"/>
          </p:nvPr>
        </p:nvSpPr>
        <p:spPr>
          <a:xfrm>
            <a:off x="415600" y="2574580"/>
            <a:ext cx="11360700" cy="1230600"/>
          </a:xfrm>
          <a:prstGeom prst="rect">
            <a:avLst/>
          </a:prstGeom>
        </p:spPr>
        <p:txBody>
          <a:bodyPr spcFirstLastPara="1" wrap="square" lIns="121900" tIns="121900" rIns="121900" bIns="121900" anchor="t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7000"/>
              <a:buNone/>
              <a:defRPr sz="7000"/>
            </a:lvl1pPr>
            <a:lvl2pPr lvl="1" algn="ctr">
              <a:spcBef>
                <a:spcPts val="0"/>
              </a:spcBef>
              <a:spcAft>
                <a:spcPts val="0"/>
              </a:spcAft>
              <a:buSzPts val="7000"/>
              <a:buNone/>
              <a:defRPr sz="7000"/>
            </a:lvl2pPr>
            <a:lvl3pPr lvl="2" algn="ctr">
              <a:spcBef>
                <a:spcPts val="0"/>
              </a:spcBef>
              <a:spcAft>
                <a:spcPts val="0"/>
              </a:spcAft>
              <a:buSzPts val="7000"/>
              <a:buNone/>
              <a:defRPr sz="7000"/>
            </a:lvl3pPr>
            <a:lvl4pPr lvl="3" algn="ctr">
              <a:spcBef>
                <a:spcPts val="0"/>
              </a:spcBef>
              <a:spcAft>
                <a:spcPts val="0"/>
              </a:spcAft>
              <a:buSzPts val="7000"/>
              <a:buNone/>
              <a:defRPr sz="7000"/>
            </a:lvl4pPr>
            <a:lvl5pPr lvl="4" algn="ctr">
              <a:spcBef>
                <a:spcPts val="0"/>
              </a:spcBef>
              <a:spcAft>
                <a:spcPts val="0"/>
              </a:spcAft>
              <a:buSzPts val="7000"/>
              <a:buNone/>
              <a:defRPr sz="7000"/>
            </a:lvl5pPr>
            <a:lvl6pPr lvl="5" algn="ctr">
              <a:spcBef>
                <a:spcPts val="0"/>
              </a:spcBef>
              <a:spcAft>
                <a:spcPts val="0"/>
              </a:spcAft>
              <a:buSzPts val="7000"/>
              <a:buNone/>
              <a:defRPr sz="7000"/>
            </a:lvl6pPr>
            <a:lvl7pPr lvl="6" algn="ctr">
              <a:spcBef>
                <a:spcPts val="0"/>
              </a:spcBef>
              <a:spcAft>
                <a:spcPts val="0"/>
              </a:spcAft>
              <a:buSzPts val="7000"/>
              <a:buNone/>
              <a:defRPr sz="7000"/>
            </a:lvl7pPr>
            <a:lvl8pPr lvl="7" algn="ctr">
              <a:spcBef>
                <a:spcPts val="0"/>
              </a:spcBef>
              <a:spcAft>
                <a:spcPts val="0"/>
              </a:spcAft>
              <a:buSzPts val="7000"/>
              <a:buNone/>
              <a:defRPr sz="7000"/>
            </a:lvl8pPr>
            <a:lvl9pPr lvl="8" algn="ctr">
              <a:spcBef>
                <a:spcPts val="0"/>
              </a:spcBef>
              <a:spcAft>
                <a:spcPts val="0"/>
              </a:spcAft>
              <a:buSzPts val="7000"/>
              <a:buNone/>
              <a:defRPr sz="7000"/>
            </a:lvl9pPr>
          </a:lstStyle>
          <a:p>
            <a:endParaRPr/>
          </a:p>
        </p:txBody>
      </p:sp>
      <p:sp>
        <p:nvSpPr>
          <p:cNvPr id="44" name="Google Shape;44;p2"/>
          <p:cNvSpPr txBox="1">
            <a:spLocks noGrp="1"/>
          </p:cNvSpPr>
          <p:nvPr>
            <p:ph type="subTitle" idx="1"/>
          </p:nvPr>
        </p:nvSpPr>
        <p:spPr>
          <a:xfrm>
            <a:off x="432800" y="5715300"/>
            <a:ext cx="11379900" cy="717900"/>
          </a:xfrm>
          <a:prstGeom prst="rect">
            <a:avLst/>
          </a:prstGeom>
        </p:spPr>
        <p:txBody>
          <a:bodyPr spcFirstLastPara="1" wrap="square" lIns="121900" tIns="121900" rIns="121900" bIns="121900" anchor="t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900"/>
              <a:buNone/>
              <a:defRPr/>
            </a:lvl1pPr>
            <a:lvl2pPr lvl="1" algn="ctr">
              <a:spcBef>
                <a:spcPts val="2100"/>
              </a:spcBef>
              <a:spcAft>
                <a:spcPts val="0"/>
              </a:spcAft>
              <a:buSzPts val="1900"/>
              <a:buNone/>
              <a:defRPr/>
            </a:lvl2pPr>
            <a:lvl3pPr lvl="2" algn="ctr">
              <a:spcBef>
                <a:spcPts val="2100"/>
              </a:spcBef>
              <a:spcAft>
                <a:spcPts val="0"/>
              </a:spcAft>
              <a:buSzPts val="1900"/>
              <a:buNone/>
              <a:defRPr/>
            </a:lvl3pPr>
            <a:lvl4pPr lvl="3" algn="ctr">
              <a:spcBef>
                <a:spcPts val="2100"/>
              </a:spcBef>
              <a:spcAft>
                <a:spcPts val="0"/>
              </a:spcAft>
              <a:buSzPts val="1900"/>
              <a:buNone/>
              <a:defRPr/>
            </a:lvl4pPr>
            <a:lvl5pPr lvl="4" algn="ctr">
              <a:spcBef>
                <a:spcPts val="2100"/>
              </a:spcBef>
              <a:spcAft>
                <a:spcPts val="0"/>
              </a:spcAft>
              <a:buSzPts val="1900"/>
              <a:buNone/>
              <a:defRPr/>
            </a:lvl5pPr>
            <a:lvl6pPr lvl="5" algn="ctr">
              <a:spcBef>
                <a:spcPts val="2100"/>
              </a:spcBef>
              <a:spcAft>
                <a:spcPts val="0"/>
              </a:spcAft>
              <a:buSzPts val="1900"/>
              <a:buNone/>
              <a:defRPr/>
            </a:lvl6pPr>
            <a:lvl7pPr lvl="6" algn="ctr">
              <a:spcBef>
                <a:spcPts val="2100"/>
              </a:spcBef>
              <a:spcAft>
                <a:spcPts val="0"/>
              </a:spcAft>
              <a:buSzPts val="1900"/>
              <a:buNone/>
              <a:defRPr/>
            </a:lvl7pPr>
            <a:lvl8pPr lvl="7" algn="ctr">
              <a:spcBef>
                <a:spcPts val="2100"/>
              </a:spcBef>
              <a:spcAft>
                <a:spcPts val="0"/>
              </a:spcAft>
              <a:buSzPts val="1900"/>
              <a:buNone/>
              <a:defRPr/>
            </a:lvl8pPr>
            <a:lvl9pPr lvl="8" algn="ctr">
              <a:spcBef>
                <a:spcPts val="2100"/>
              </a:spcBef>
              <a:spcAft>
                <a:spcPts val="2100"/>
              </a:spcAft>
              <a:buSzPts val="1900"/>
              <a:buNone/>
              <a:defRPr/>
            </a:lvl9pPr>
          </a:lstStyle>
          <a:p>
            <a:endParaRPr/>
          </a:p>
        </p:txBody>
      </p:sp>
      <p:sp>
        <p:nvSpPr>
          <p:cNvPr id="45" name="Google Shape;45;p2"/>
          <p:cNvSpPr txBox="1"/>
          <p:nvPr/>
        </p:nvSpPr>
        <p:spPr>
          <a:xfrm rot="5400000">
            <a:off x="-679350" y="6198500"/>
            <a:ext cx="1579800" cy="373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solidFill>
                  <a:srgbClr val="666666"/>
                </a:solidFill>
                <a:latin typeface="Barlow Condensed"/>
                <a:ea typeface="Barlow Condensed"/>
                <a:cs typeface="Barlow Condensed"/>
                <a:sym typeface="Barlow Condensed"/>
              </a:rPr>
              <a:t>SLIDESMANIA.COM</a:t>
            </a:r>
            <a:endParaRPr sz="1200">
              <a:solidFill>
                <a:srgbClr val="666666"/>
              </a:solidFill>
              <a:latin typeface="Barlow Condensed"/>
              <a:ea typeface="Barlow Condensed"/>
              <a:cs typeface="Barlow Condensed"/>
              <a:sym typeface="Barlow Condensed"/>
            </a:endParaRPr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Just title">
  <p:cSld name="CUSTOM_18">
    <p:spTree>
      <p:nvGrpSpPr>
        <p:cNvPr id="1" name="Shape 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" name="Google Shape;47;p3"/>
          <p:cNvSpPr txBox="1">
            <a:spLocks noGrp="1"/>
          </p:cNvSpPr>
          <p:nvPr>
            <p:ph type="title"/>
          </p:nvPr>
        </p:nvSpPr>
        <p:spPr>
          <a:xfrm>
            <a:off x="415650" y="421105"/>
            <a:ext cx="11360700" cy="1230600"/>
          </a:xfrm>
          <a:prstGeom prst="rect">
            <a:avLst/>
          </a:prstGeom>
        </p:spPr>
        <p:txBody>
          <a:bodyPr spcFirstLastPara="1" wrap="square" lIns="121900" tIns="121900" rIns="121900" bIns="121900" anchor="t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5000"/>
              <a:buNone/>
              <a:defRPr sz="5000"/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7000"/>
              <a:buNone/>
              <a:defRPr sz="7000"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7000"/>
              <a:buNone/>
              <a:defRPr sz="7000"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7000"/>
              <a:buNone/>
              <a:defRPr sz="7000"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7000"/>
              <a:buNone/>
              <a:defRPr sz="7000"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7000"/>
              <a:buNone/>
              <a:defRPr sz="7000"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7000"/>
              <a:buNone/>
              <a:defRPr sz="7000"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7000"/>
              <a:buNone/>
              <a:defRPr sz="7000"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7000"/>
              <a:buNone/>
              <a:defRPr sz="7000"/>
            </a:lvl9pPr>
          </a:lstStyle>
          <a:p>
            <a:endParaRPr/>
          </a:p>
        </p:txBody>
      </p:sp>
      <p:sp>
        <p:nvSpPr>
          <p:cNvPr id="48" name="Google Shape;48;p3"/>
          <p:cNvSpPr txBox="1"/>
          <p:nvPr/>
        </p:nvSpPr>
        <p:spPr>
          <a:xfrm rot="5400000">
            <a:off x="-679350" y="6198500"/>
            <a:ext cx="1579800" cy="373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solidFill>
                  <a:srgbClr val="666666"/>
                </a:solidFill>
                <a:latin typeface="Barlow Condensed"/>
                <a:ea typeface="Barlow Condensed"/>
                <a:cs typeface="Barlow Condensed"/>
                <a:sym typeface="Barlow Condensed"/>
              </a:rPr>
              <a:t>SLIDESMANIA.COM</a:t>
            </a:r>
            <a:endParaRPr sz="1200">
              <a:solidFill>
                <a:srgbClr val="666666"/>
              </a:solidFill>
              <a:latin typeface="Barlow Condensed"/>
              <a:ea typeface="Barlow Condensed"/>
              <a:cs typeface="Barlow Condensed"/>
              <a:sym typeface="Barlow Condensed"/>
            </a:endParaRPr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006 Two columns">
  <p:cSld name="CUSTOM_4">
    <p:spTree>
      <p:nvGrpSpPr>
        <p:cNvPr id="1" name="Shape 1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68" name="Google Shape;168;p7"/>
          <p:cNvGrpSpPr/>
          <p:nvPr/>
        </p:nvGrpSpPr>
        <p:grpSpPr>
          <a:xfrm>
            <a:off x="-54500" y="2918637"/>
            <a:ext cx="12245912" cy="3938882"/>
            <a:chOff x="4435" y="7748593"/>
            <a:chExt cx="12182563" cy="5161009"/>
          </a:xfrm>
        </p:grpSpPr>
        <p:sp>
          <p:nvSpPr>
            <p:cNvPr id="169" name="Google Shape;169;p7"/>
            <p:cNvSpPr/>
            <p:nvPr/>
          </p:nvSpPr>
          <p:spPr>
            <a:xfrm>
              <a:off x="4435" y="7748593"/>
              <a:ext cx="12182563" cy="5161009"/>
            </a:xfrm>
            <a:custGeom>
              <a:avLst/>
              <a:gdLst/>
              <a:ahLst/>
              <a:cxnLst/>
              <a:rect l="l" t="t" r="r" b="b"/>
              <a:pathLst>
                <a:path w="12182563" h="5161009" extrusionOk="0">
                  <a:moveTo>
                    <a:pt x="0" y="3708557"/>
                  </a:moveTo>
                  <a:cubicBezTo>
                    <a:pt x="108331" y="4020435"/>
                    <a:pt x="379915" y="4274183"/>
                    <a:pt x="700002" y="4355149"/>
                  </a:cubicBezTo>
                  <a:cubicBezTo>
                    <a:pt x="1020089" y="4436114"/>
                    <a:pt x="1378300" y="4345996"/>
                    <a:pt x="1621951" y="4123199"/>
                  </a:cubicBezTo>
                  <a:cubicBezTo>
                    <a:pt x="1819080" y="3942961"/>
                    <a:pt x="1935810" y="3692704"/>
                    <a:pt x="2103781" y="3485006"/>
                  </a:cubicBezTo>
                  <a:cubicBezTo>
                    <a:pt x="2271657" y="3277308"/>
                    <a:pt x="2534558" y="3103109"/>
                    <a:pt x="2792836" y="3171147"/>
                  </a:cubicBezTo>
                  <a:cubicBezTo>
                    <a:pt x="3089521" y="3249376"/>
                    <a:pt x="3217763" y="3587581"/>
                    <a:pt x="3331474" y="3872564"/>
                  </a:cubicBezTo>
                  <a:cubicBezTo>
                    <a:pt x="3445278" y="4157548"/>
                    <a:pt x="3667697" y="4476597"/>
                    <a:pt x="3971459" y="4433567"/>
                  </a:cubicBezTo>
                  <a:cubicBezTo>
                    <a:pt x="4202183" y="4400916"/>
                    <a:pt x="4347128" y="4168966"/>
                    <a:pt x="4428093" y="3950416"/>
                  </a:cubicBezTo>
                  <a:cubicBezTo>
                    <a:pt x="4509058" y="3731866"/>
                    <a:pt x="4568414" y="3488214"/>
                    <a:pt x="4746859" y="3338268"/>
                  </a:cubicBezTo>
                  <a:cubicBezTo>
                    <a:pt x="4974657" y="3146706"/>
                    <a:pt x="5331075" y="3182471"/>
                    <a:pt x="5579350" y="3346572"/>
                  </a:cubicBezTo>
                  <a:cubicBezTo>
                    <a:pt x="5827626" y="3510673"/>
                    <a:pt x="5989556" y="3774991"/>
                    <a:pt x="6129595" y="4037609"/>
                  </a:cubicBezTo>
                  <a:cubicBezTo>
                    <a:pt x="6269632" y="4300228"/>
                    <a:pt x="6399762" y="4575115"/>
                    <a:pt x="6609065" y="4786681"/>
                  </a:cubicBezTo>
                  <a:cubicBezTo>
                    <a:pt x="7046637" y="5228972"/>
                    <a:pt x="7816091" y="5287950"/>
                    <a:pt x="8315944" y="4917472"/>
                  </a:cubicBezTo>
                  <a:cubicBezTo>
                    <a:pt x="8830424" y="4536236"/>
                    <a:pt x="8990279" y="3854069"/>
                    <a:pt x="9219964" y="3256265"/>
                  </a:cubicBezTo>
                  <a:cubicBezTo>
                    <a:pt x="9764641" y="1838614"/>
                    <a:pt x="10785391" y="595257"/>
                    <a:pt x="12182563" y="0"/>
                  </a:cubicBezTo>
                </a:path>
              </a:pathLst>
            </a:custGeom>
            <a:noFill/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70" name="Google Shape;170;p7"/>
            <p:cNvSpPr/>
            <p:nvPr/>
          </p:nvSpPr>
          <p:spPr>
            <a:xfrm>
              <a:off x="7454" y="7872778"/>
              <a:ext cx="12179449" cy="4973808"/>
            </a:xfrm>
            <a:custGeom>
              <a:avLst/>
              <a:gdLst/>
              <a:ahLst/>
              <a:cxnLst/>
              <a:rect l="l" t="t" r="r" b="b"/>
              <a:pathLst>
                <a:path w="12179449" h="4973808" extrusionOk="0">
                  <a:moveTo>
                    <a:pt x="0" y="3466888"/>
                  </a:moveTo>
                  <a:cubicBezTo>
                    <a:pt x="107105" y="3772349"/>
                    <a:pt x="373404" y="4024681"/>
                    <a:pt x="687640" y="4109327"/>
                  </a:cubicBezTo>
                  <a:cubicBezTo>
                    <a:pt x="1000556" y="4193595"/>
                    <a:pt x="1351028" y="4111498"/>
                    <a:pt x="1590622" y="3901157"/>
                  </a:cubicBezTo>
                  <a:cubicBezTo>
                    <a:pt x="1784637" y="3731300"/>
                    <a:pt x="1900235" y="3492838"/>
                    <a:pt x="2066695" y="3295992"/>
                  </a:cubicBezTo>
                  <a:cubicBezTo>
                    <a:pt x="2232967" y="3099335"/>
                    <a:pt x="2492377" y="2934951"/>
                    <a:pt x="2746031" y="3001667"/>
                  </a:cubicBezTo>
                  <a:cubicBezTo>
                    <a:pt x="2919003" y="3046962"/>
                    <a:pt x="3040262" y="3165579"/>
                    <a:pt x="3135194" y="3309015"/>
                  </a:cubicBezTo>
                  <a:cubicBezTo>
                    <a:pt x="3208799" y="3419422"/>
                    <a:pt x="3267400" y="3544456"/>
                    <a:pt x="3323924" y="3662130"/>
                  </a:cubicBezTo>
                  <a:cubicBezTo>
                    <a:pt x="3336758" y="3688741"/>
                    <a:pt x="3350535" y="3715729"/>
                    <a:pt x="3365445" y="3742907"/>
                  </a:cubicBezTo>
                  <a:cubicBezTo>
                    <a:pt x="3446033" y="3889928"/>
                    <a:pt x="3557667" y="4042045"/>
                    <a:pt x="3684683" y="4140468"/>
                  </a:cubicBezTo>
                  <a:cubicBezTo>
                    <a:pt x="3772348" y="4207845"/>
                    <a:pt x="3867846" y="4247384"/>
                    <a:pt x="3975989" y="4239080"/>
                  </a:cubicBezTo>
                  <a:cubicBezTo>
                    <a:pt x="4019114" y="4235871"/>
                    <a:pt x="4059502" y="4225397"/>
                    <a:pt x="4097720" y="4209071"/>
                  </a:cubicBezTo>
                  <a:cubicBezTo>
                    <a:pt x="4256914" y="4141317"/>
                    <a:pt x="4379401" y="3965892"/>
                    <a:pt x="4451496" y="3789523"/>
                  </a:cubicBezTo>
                  <a:cubicBezTo>
                    <a:pt x="4538217" y="3577484"/>
                    <a:pt x="4596724" y="3337513"/>
                    <a:pt x="4773753" y="3189454"/>
                  </a:cubicBezTo>
                  <a:cubicBezTo>
                    <a:pt x="5000324" y="3000063"/>
                    <a:pt x="5351080" y="3030259"/>
                    <a:pt x="5597940" y="3186057"/>
                  </a:cubicBezTo>
                  <a:cubicBezTo>
                    <a:pt x="5844139" y="3342231"/>
                    <a:pt x="6008051" y="3596735"/>
                    <a:pt x="6149977" y="3851898"/>
                  </a:cubicBezTo>
                  <a:cubicBezTo>
                    <a:pt x="6273313" y="4073091"/>
                    <a:pt x="6388721" y="4305041"/>
                    <a:pt x="6550841" y="4500660"/>
                  </a:cubicBezTo>
                  <a:cubicBezTo>
                    <a:pt x="6575848" y="4530763"/>
                    <a:pt x="6601893" y="4560016"/>
                    <a:pt x="6629259" y="4588231"/>
                  </a:cubicBezTo>
                  <a:cubicBezTo>
                    <a:pt x="6875930" y="4842074"/>
                    <a:pt x="7224610" y="4974185"/>
                    <a:pt x="7572535" y="4973808"/>
                  </a:cubicBezTo>
                  <a:cubicBezTo>
                    <a:pt x="7828831" y="4973619"/>
                    <a:pt x="8084749" y="4900958"/>
                    <a:pt x="8294712" y="4752427"/>
                  </a:cubicBezTo>
                  <a:cubicBezTo>
                    <a:pt x="8487784" y="4615597"/>
                    <a:pt x="8632351" y="4436020"/>
                    <a:pt x="8750025" y="4233890"/>
                  </a:cubicBezTo>
                  <a:cubicBezTo>
                    <a:pt x="8943002" y="3902950"/>
                    <a:pt x="9064073" y="3511900"/>
                    <a:pt x="9211094" y="3151897"/>
                  </a:cubicBezTo>
                  <a:cubicBezTo>
                    <a:pt x="9247708" y="3062155"/>
                    <a:pt x="9286303" y="2973169"/>
                    <a:pt x="9326785" y="2884937"/>
                  </a:cubicBezTo>
                  <a:cubicBezTo>
                    <a:pt x="9906755" y="1621951"/>
                    <a:pt x="10884096" y="535523"/>
                    <a:pt x="12179449" y="0"/>
                  </a:cubicBezTo>
                </a:path>
              </a:pathLst>
            </a:custGeom>
            <a:noFill/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71" name="Google Shape;171;p7"/>
            <p:cNvSpPr/>
            <p:nvPr/>
          </p:nvSpPr>
          <p:spPr>
            <a:xfrm>
              <a:off x="10568" y="7997057"/>
              <a:ext cx="12176240" cy="4787302"/>
            </a:xfrm>
            <a:custGeom>
              <a:avLst/>
              <a:gdLst/>
              <a:ahLst/>
              <a:cxnLst/>
              <a:rect l="l" t="t" r="r" b="b"/>
              <a:pathLst>
                <a:path w="12176240" h="4787302" extrusionOk="0">
                  <a:moveTo>
                    <a:pt x="0" y="3225124"/>
                  </a:moveTo>
                  <a:cubicBezTo>
                    <a:pt x="105878" y="3524073"/>
                    <a:pt x="366798" y="3775085"/>
                    <a:pt x="675373" y="3863411"/>
                  </a:cubicBezTo>
                  <a:cubicBezTo>
                    <a:pt x="981022" y="3950982"/>
                    <a:pt x="1323851" y="3876811"/>
                    <a:pt x="1559387" y="3679116"/>
                  </a:cubicBezTo>
                  <a:cubicBezTo>
                    <a:pt x="1750288" y="3519638"/>
                    <a:pt x="1864753" y="3292878"/>
                    <a:pt x="2029704" y="3106979"/>
                  </a:cubicBezTo>
                  <a:cubicBezTo>
                    <a:pt x="2194371" y="2921362"/>
                    <a:pt x="2450290" y="2766697"/>
                    <a:pt x="2699226" y="2832187"/>
                  </a:cubicBezTo>
                  <a:cubicBezTo>
                    <a:pt x="2877576" y="2878614"/>
                    <a:pt x="3005913" y="2989116"/>
                    <a:pt x="3108300" y="3122171"/>
                  </a:cubicBezTo>
                  <a:cubicBezTo>
                    <a:pt x="3187378" y="3224935"/>
                    <a:pt x="3252584" y="3340438"/>
                    <a:pt x="3316281" y="3451601"/>
                  </a:cubicBezTo>
                  <a:cubicBezTo>
                    <a:pt x="3330624" y="3476796"/>
                    <a:pt x="3346100" y="3502464"/>
                    <a:pt x="3362614" y="3528414"/>
                  </a:cubicBezTo>
                  <a:cubicBezTo>
                    <a:pt x="3451884" y="3669019"/>
                    <a:pt x="3572766" y="3821796"/>
                    <a:pt x="3699215" y="3927391"/>
                  </a:cubicBezTo>
                  <a:cubicBezTo>
                    <a:pt x="3785748" y="3999769"/>
                    <a:pt x="3876056" y="4044875"/>
                    <a:pt x="3980424" y="4044309"/>
                  </a:cubicBezTo>
                  <a:cubicBezTo>
                    <a:pt x="4022039" y="4044121"/>
                    <a:pt x="4061295" y="4036949"/>
                    <a:pt x="4099324" y="4024115"/>
                  </a:cubicBezTo>
                  <a:cubicBezTo>
                    <a:pt x="4257575" y="3970421"/>
                    <a:pt x="4395820" y="3804905"/>
                    <a:pt x="4474804" y="3628347"/>
                  </a:cubicBezTo>
                  <a:cubicBezTo>
                    <a:pt x="4566810" y="3422819"/>
                    <a:pt x="4624939" y="3186623"/>
                    <a:pt x="4800647" y="3040451"/>
                  </a:cubicBezTo>
                  <a:cubicBezTo>
                    <a:pt x="5025897" y="2853230"/>
                    <a:pt x="5371464" y="2877388"/>
                    <a:pt x="5616624" y="3025447"/>
                  </a:cubicBezTo>
                  <a:cubicBezTo>
                    <a:pt x="5861030" y="3173034"/>
                    <a:pt x="6026642" y="3418478"/>
                    <a:pt x="6170455" y="3666187"/>
                  </a:cubicBezTo>
                  <a:cubicBezTo>
                    <a:pt x="6295866" y="3880963"/>
                    <a:pt x="6412785" y="4108100"/>
                    <a:pt x="6572545" y="4302682"/>
                  </a:cubicBezTo>
                  <a:cubicBezTo>
                    <a:pt x="6597174" y="4332596"/>
                    <a:pt x="6622748" y="4361755"/>
                    <a:pt x="6649453" y="4389781"/>
                  </a:cubicBezTo>
                  <a:cubicBezTo>
                    <a:pt x="6890839" y="4642680"/>
                    <a:pt x="7226119" y="4779416"/>
                    <a:pt x="7564797" y="4786965"/>
                  </a:cubicBezTo>
                  <a:cubicBezTo>
                    <a:pt x="7814299" y="4792626"/>
                    <a:pt x="8065499" y="4727326"/>
                    <a:pt x="8273575" y="4587382"/>
                  </a:cubicBezTo>
                  <a:cubicBezTo>
                    <a:pt x="8464664" y="4458385"/>
                    <a:pt x="8609609" y="4287112"/>
                    <a:pt x="8728698" y="4092813"/>
                  </a:cubicBezTo>
                  <a:cubicBezTo>
                    <a:pt x="8924412" y="3774991"/>
                    <a:pt x="9050767" y="3396397"/>
                    <a:pt x="9202223" y="3047528"/>
                  </a:cubicBezTo>
                  <a:cubicBezTo>
                    <a:pt x="9239875" y="2960618"/>
                    <a:pt x="9279508" y="2874274"/>
                    <a:pt x="9320935" y="2788873"/>
                  </a:cubicBezTo>
                  <a:cubicBezTo>
                    <a:pt x="9914115" y="1564955"/>
                    <a:pt x="10891552" y="514763"/>
                    <a:pt x="12176241" y="0"/>
                  </a:cubicBezTo>
                </a:path>
              </a:pathLst>
            </a:custGeom>
            <a:noFill/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72" name="Google Shape;172;p7"/>
            <p:cNvSpPr/>
            <p:nvPr/>
          </p:nvSpPr>
          <p:spPr>
            <a:xfrm>
              <a:off x="13588" y="8121525"/>
              <a:ext cx="12172938" cy="4601569"/>
            </a:xfrm>
            <a:custGeom>
              <a:avLst/>
              <a:gdLst/>
              <a:ahLst/>
              <a:cxnLst/>
              <a:rect l="l" t="t" r="r" b="b"/>
              <a:pathLst>
                <a:path w="12172938" h="4601569" extrusionOk="0">
                  <a:moveTo>
                    <a:pt x="0" y="2983171"/>
                  </a:moveTo>
                  <a:cubicBezTo>
                    <a:pt x="104651" y="3275609"/>
                    <a:pt x="360287" y="3525206"/>
                    <a:pt x="663011" y="3617306"/>
                  </a:cubicBezTo>
                  <a:cubicBezTo>
                    <a:pt x="961394" y="3708086"/>
                    <a:pt x="1296580" y="3641936"/>
                    <a:pt x="1528152" y="3456791"/>
                  </a:cubicBezTo>
                  <a:cubicBezTo>
                    <a:pt x="1715939" y="3307694"/>
                    <a:pt x="1829272" y="3092729"/>
                    <a:pt x="1992713" y="2917682"/>
                  </a:cubicBezTo>
                  <a:cubicBezTo>
                    <a:pt x="2155776" y="2743012"/>
                    <a:pt x="2408203" y="2598255"/>
                    <a:pt x="2652515" y="2662329"/>
                  </a:cubicBezTo>
                  <a:cubicBezTo>
                    <a:pt x="2836244" y="2709795"/>
                    <a:pt x="2971942" y="2812181"/>
                    <a:pt x="3081594" y="2934951"/>
                  </a:cubicBezTo>
                  <a:cubicBezTo>
                    <a:pt x="3166429" y="3029882"/>
                    <a:pt x="3238052" y="3136043"/>
                    <a:pt x="3308732" y="3240789"/>
                  </a:cubicBezTo>
                  <a:cubicBezTo>
                    <a:pt x="3324679" y="3264474"/>
                    <a:pt x="3341759" y="3288821"/>
                    <a:pt x="3359783" y="3313639"/>
                  </a:cubicBezTo>
                  <a:cubicBezTo>
                    <a:pt x="3457829" y="3447920"/>
                    <a:pt x="3588053" y="3600887"/>
                    <a:pt x="3713747" y="3714125"/>
                  </a:cubicBezTo>
                  <a:cubicBezTo>
                    <a:pt x="3799337" y="3791221"/>
                    <a:pt x="3884360" y="3842273"/>
                    <a:pt x="3984765" y="3849445"/>
                  </a:cubicBezTo>
                  <a:cubicBezTo>
                    <a:pt x="4024870" y="3852276"/>
                    <a:pt x="4062994" y="3848501"/>
                    <a:pt x="4100740" y="3839065"/>
                  </a:cubicBezTo>
                  <a:cubicBezTo>
                    <a:pt x="4258236" y="3799620"/>
                    <a:pt x="4411768" y="3644106"/>
                    <a:pt x="4497923" y="3467077"/>
                  </a:cubicBezTo>
                  <a:cubicBezTo>
                    <a:pt x="4594837" y="3268060"/>
                    <a:pt x="4652871" y="3035544"/>
                    <a:pt x="4827258" y="2891354"/>
                  </a:cubicBezTo>
                  <a:cubicBezTo>
                    <a:pt x="5051282" y="2706303"/>
                    <a:pt x="5391375" y="2724705"/>
                    <a:pt x="5635026" y="2864743"/>
                  </a:cubicBezTo>
                  <a:cubicBezTo>
                    <a:pt x="5877544" y="3004120"/>
                    <a:pt x="6044949" y="3240034"/>
                    <a:pt x="6190743" y="3480382"/>
                  </a:cubicBezTo>
                  <a:cubicBezTo>
                    <a:pt x="6318136" y="3688741"/>
                    <a:pt x="6436659" y="3911160"/>
                    <a:pt x="6593966" y="4104609"/>
                  </a:cubicBezTo>
                  <a:cubicBezTo>
                    <a:pt x="6618218" y="4134334"/>
                    <a:pt x="6643225" y="4163304"/>
                    <a:pt x="6669459" y="4191331"/>
                  </a:cubicBezTo>
                  <a:cubicBezTo>
                    <a:pt x="6905466" y="4443286"/>
                    <a:pt x="7227441" y="4584645"/>
                    <a:pt x="7556870" y="4600121"/>
                  </a:cubicBezTo>
                  <a:cubicBezTo>
                    <a:pt x="7799577" y="4611728"/>
                    <a:pt x="8046154" y="4553693"/>
                    <a:pt x="8252153" y="4422337"/>
                  </a:cubicBezTo>
                  <a:cubicBezTo>
                    <a:pt x="8441167" y="4301172"/>
                    <a:pt x="8586678" y="4138109"/>
                    <a:pt x="8707089" y="3951737"/>
                  </a:cubicBezTo>
                  <a:cubicBezTo>
                    <a:pt x="8905444" y="3646937"/>
                    <a:pt x="9037273" y="3280799"/>
                    <a:pt x="9193165" y="2943160"/>
                  </a:cubicBezTo>
                  <a:cubicBezTo>
                    <a:pt x="9231949" y="2858987"/>
                    <a:pt x="9272526" y="2775473"/>
                    <a:pt x="9314895" y="2692715"/>
                  </a:cubicBezTo>
                  <a:cubicBezTo>
                    <a:pt x="9921193" y="1507864"/>
                    <a:pt x="10898912" y="493908"/>
                    <a:pt x="12172939" y="0"/>
                  </a:cubicBezTo>
                </a:path>
              </a:pathLst>
            </a:custGeom>
            <a:noFill/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73" name="Google Shape;173;p7"/>
            <p:cNvSpPr/>
            <p:nvPr/>
          </p:nvSpPr>
          <p:spPr>
            <a:xfrm>
              <a:off x="16608" y="8245804"/>
              <a:ext cx="12170106" cy="4416557"/>
            </a:xfrm>
            <a:custGeom>
              <a:avLst/>
              <a:gdLst/>
              <a:ahLst/>
              <a:cxnLst/>
              <a:rect l="l" t="t" r="r" b="b"/>
              <a:pathLst>
                <a:path w="12170106" h="4416557" extrusionOk="0">
                  <a:moveTo>
                    <a:pt x="0" y="2741313"/>
                  </a:moveTo>
                  <a:cubicBezTo>
                    <a:pt x="103424" y="3027334"/>
                    <a:pt x="353681" y="3275421"/>
                    <a:pt x="650649" y="3371296"/>
                  </a:cubicBezTo>
                  <a:cubicBezTo>
                    <a:pt x="941766" y="3465284"/>
                    <a:pt x="1268931" y="3406683"/>
                    <a:pt x="1496823" y="3234561"/>
                  </a:cubicBezTo>
                  <a:cubicBezTo>
                    <a:pt x="1681118" y="3095372"/>
                    <a:pt x="1793791" y="2892486"/>
                    <a:pt x="1955627" y="2728479"/>
                  </a:cubicBezTo>
                  <a:cubicBezTo>
                    <a:pt x="2117181" y="2564755"/>
                    <a:pt x="2365833" y="2430473"/>
                    <a:pt x="2605710" y="2492660"/>
                  </a:cubicBezTo>
                  <a:cubicBezTo>
                    <a:pt x="2794818" y="2541730"/>
                    <a:pt x="2937970" y="2635529"/>
                    <a:pt x="3054795" y="2747919"/>
                  </a:cubicBezTo>
                  <a:cubicBezTo>
                    <a:pt x="3145385" y="2835018"/>
                    <a:pt x="3223425" y="2931836"/>
                    <a:pt x="3301182" y="3030165"/>
                  </a:cubicBezTo>
                  <a:cubicBezTo>
                    <a:pt x="3318734" y="3052435"/>
                    <a:pt x="3337324" y="3075461"/>
                    <a:pt x="3357047" y="3099052"/>
                  </a:cubicBezTo>
                  <a:cubicBezTo>
                    <a:pt x="3463774" y="3226917"/>
                    <a:pt x="3603529" y="3380166"/>
                    <a:pt x="3728468" y="3501048"/>
                  </a:cubicBezTo>
                  <a:cubicBezTo>
                    <a:pt x="3813114" y="3582957"/>
                    <a:pt x="3892947" y="3639954"/>
                    <a:pt x="3989389" y="3654769"/>
                  </a:cubicBezTo>
                  <a:cubicBezTo>
                    <a:pt x="4027984" y="3660714"/>
                    <a:pt x="4064975" y="3660242"/>
                    <a:pt x="4102533" y="3654203"/>
                  </a:cubicBezTo>
                  <a:cubicBezTo>
                    <a:pt x="4259368" y="3629008"/>
                    <a:pt x="4427904" y="3483591"/>
                    <a:pt x="4521420" y="3305995"/>
                  </a:cubicBezTo>
                  <a:cubicBezTo>
                    <a:pt x="4622863" y="3113395"/>
                    <a:pt x="4681275" y="2884654"/>
                    <a:pt x="4854341" y="2742351"/>
                  </a:cubicBezTo>
                  <a:cubicBezTo>
                    <a:pt x="5077044" y="2559471"/>
                    <a:pt x="5411757" y="2572116"/>
                    <a:pt x="5653898" y="2704039"/>
                  </a:cubicBezTo>
                  <a:cubicBezTo>
                    <a:pt x="5894436" y="2835112"/>
                    <a:pt x="6063255" y="3062061"/>
                    <a:pt x="6211409" y="3294577"/>
                  </a:cubicBezTo>
                  <a:cubicBezTo>
                    <a:pt x="6340312" y="3496896"/>
                    <a:pt x="6460911" y="3714125"/>
                    <a:pt x="6615859" y="3906536"/>
                  </a:cubicBezTo>
                  <a:cubicBezTo>
                    <a:pt x="6639733" y="3936072"/>
                    <a:pt x="6664268" y="3964948"/>
                    <a:pt x="6689936" y="3992786"/>
                  </a:cubicBezTo>
                  <a:cubicBezTo>
                    <a:pt x="6920659" y="4243892"/>
                    <a:pt x="7229233" y="4389781"/>
                    <a:pt x="7549321" y="4413184"/>
                  </a:cubicBezTo>
                  <a:cubicBezTo>
                    <a:pt x="7785140" y="4430735"/>
                    <a:pt x="8027186" y="4379967"/>
                    <a:pt x="8231205" y="4257198"/>
                  </a:cubicBezTo>
                  <a:cubicBezTo>
                    <a:pt x="8418236" y="4143770"/>
                    <a:pt x="8564125" y="3989011"/>
                    <a:pt x="8686045" y="3810566"/>
                  </a:cubicBezTo>
                  <a:cubicBezTo>
                    <a:pt x="8887043" y="3518789"/>
                    <a:pt x="9024250" y="3165202"/>
                    <a:pt x="9184577" y="2838698"/>
                  </a:cubicBezTo>
                  <a:cubicBezTo>
                    <a:pt x="9224400" y="2757355"/>
                    <a:pt x="9266014" y="2676484"/>
                    <a:pt x="9309328" y="2596556"/>
                  </a:cubicBezTo>
                  <a:cubicBezTo>
                    <a:pt x="9928837" y="1450773"/>
                    <a:pt x="10906745" y="472959"/>
                    <a:pt x="12170107" y="0"/>
                  </a:cubicBezTo>
                </a:path>
              </a:pathLst>
            </a:custGeom>
            <a:noFill/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74" name="Google Shape;174;p7"/>
            <p:cNvSpPr/>
            <p:nvPr/>
          </p:nvSpPr>
          <p:spPr>
            <a:xfrm>
              <a:off x="19722" y="8370178"/>
              <a:ext cx="12166615" cy="4232536"/>
            </a:xfrm>
            <a:custGeom>
              <a:avLst/>
              <a:gdLst/>
              <a:ahLst/>
              <a:cxnLst/>
              <a:rect l="l" t="t" r="r" b="b"/>
              <a:pathLst>
                <a:path w="12166615" h="4232536" extrusionOk="0">
                  <a:moveTo>
                    <a:pt x="0" y="2499455"/>
                  </a:moveTo>
                  <a:cubicBezTo>
                    <a:pt x="102198" y="2778965"/>
                    <a:pt x="347076" y="3025636"/>
                    <a:pt x="638287" y="3125380"/>
                  </a:cubicBezTo>
                  <a:cubicBezTo>
                    <a:pt x="922138" y="3222576"/>
                    <a:pt x="1241565" y="3171808"/>
                    <a:pt x="1465494" y="3012424"/>
                  </a:cubicBezTo>
                  <a:cubicBezTo>
                    <a:pt x="1646581" y="2883427"/>
                    <a:pt x="1758309" y="2692432"/>
                    <a:pt x="1918636" y="2539371"/>
                  </a:cubicBezTo>
                  <a:cubicBezTo>
                    <a:pt x="2078679" y="2386499"/>
                    <a:pt x="2323746" y="2262220"/>
                    <a:pt x="2558905" y="2322991"/>
                  </a:cubicBezTo>
                  <a:cubicBezTo>
                    <a:pt x="2753392" y="2373288"/>
                    <a:pt x="2904093" y="2458783"/>
                    <a:pt x="3027995" y="2560886"/>
                  </a:cubicBezTo>
                  <a:cubicBezTo>
                    <a:pt x="3124342" y="2640248"/>
                    <a:pt x="3208799" y="2727630"/>
                    <a:pt x="3293633" y="2819542"/>
                  </a:cubicBezTo>
                  <a:cubicBezTo>
                    <a:pt x="3312789" y="2840302"/>
                    <a:pt x="3332983" y="2862006"/>
                    <a:pt x="3354216" y="2884465"/>
                  </a:cubicBezTo>
                  <a:cubicBezTo>
                    <a:pt x="3469624" y="3006008"/>
                    <a:pt x="3618910" y="3159446"/>
                    <a:pt x="3743001" y="3287877"/>
                  </a:cubicBezTo>
                  <a:cubicBezTo>
                    <a:pt x="3826703" y="3374504"/>
                    <a:pt x="3901251" y="3437540"/>
                    <a:pt x="3993729" y="3459905"/>
                  </a:cubicBezTo>
                  <a:cubicBezTo>
                    <a:pt x="4030815" y="3468870"/>
                    <a:pt x="4066674" y="3471795"/>
                    <a:pt x="4104042" y="3469153"/>
                  </a:cubicBezTo>
                  <a:cubicBezTo>
                    <a:pt x="4260123" y="3458206"/>
                    <a:pt x="4443569" y="3322981"/>
                    <a:pt x="4544634" y="3144725"/>
                  </a:cubicBezTo>
                  <a:cubicBezTo>
                    <a:pt x="4650229" y="2958636"/>
                    <a:pt x="4709396" y="2733669"/>
                    <a:pt x="4881047" y="2593254"/>
                  </a:cubicBezTo>
                  <a:cubicBezTo>
                    <a:pt x="5102522" y="2412544"/>
                    <a:pt x="5431668" y="2419433"/>
                    <a:pt x="5672300" y="2543334"/>
                  </a:cubicBezTo>
                  <a:cubicBezTo>
                    <a:pt x="5910855" y="2666198"/>
                    <a:pt x="6081373" y="2883710"/>
                    <a:pt x="6231603" y="3108771"/>
                  </a:cubicBezTo>
                  <a:cubicBezTo>
                    <a:pt x="6362394" y="3304768"/>
                    <a:pt x="6484691" y="3517185"/>
                    <a:pt x="6637280" y="3708463"/>
                  </a:cubicBezTo>
                  <a:cubicBezTo>
                    <a:pt x="6660777" y="3737811"/>
                    <a:pt x="6684840" y="3766498"/>
                    <a:pt x="6709847" y="3794336"/>
                  </a:cubicBezTo>
                  <a:cubicBezTo>
                    <a:pt x="6935191" y="4044498"/>
                    <a:pt x="7230366" y="4195011"/>
                    <a:pt x="7541300" y="4226340"/>
                  </a:cubicBezTo>
                  <a:cubicBezTo>
                    <a:pt x="7770324" y="4249837"/>
                    <a:pt x="8008031" y="4206807"/>
                    <a:pt x="8209784" y="4092153"/>
                  </a:cubicBezTo>
                  <a:cubicBezTo>
                    <a:pt x="8395022" y="3986935"/>
                    <a:pt x="8540722" y="3839631"/>
                    <a:pt x="8664436" y="3669490"/>
                  </a:cubicBezTo>
                  <a:cubicBezTo>
                    <a:pt x="8867416" y="3390263"/>
                    <a:pt x="9010662" y="3049699"/>
                    <a:pt x="9175423" y="2734330"/>
                  </a:cubicBezTo>
                  <a:cubicBezTo>
                    <a:pt x="9216284" y="2655724"/>
                    <a:pt x="9258937" y="2577683"/>
                    <a:pt x="9303100" y="2500398"/>
                  </a:cubicBezTo>
                  <a:cubicBezTo>
                    <a:pt x="9935725" y="1393682"/>
                    <a:pt x="10913916" y="452104"/>
                    <a:pt x="12166616" y="0"/>
                  </a:cubicBezTo>
                </a:path>
              </a:pathLst>
            </a:custGeom>
            <a:noFill/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75" name="Google Shape;175;p7"/>
            <p:cNvSpPr/>
            <p:nvPr/>
          </p:nvSpPr>
          <p:spPr>
            <a:xfrm>
              <a:off x="22742" y="8494551"/>
              <a:ext cx="12163690" cy="4049276"/>
            </a:xfrm>
            <a:custGeom>
              <a:avLst/>
              <a:gdLst/>
              <a:ahLst/>
              <a:cxnLst/>
              <a:rect l="l" t="t" r="r" b="b"/>
              <a:pathLst>
                <a:path w="12163690" h="4049276" extrusionOk="0">
                  <a:moveTo>
                    <a:pt x="0" y="2257596"/>
                  </a:moveTo>
                  <a:cubicBezTo>
                    <a:pt x="100971" y="2530595"/>
                    <a:pt x="340470" y="2775851"/>
                    <a:pt x="626020" y="2879370"/>
                  </a:cubicBezTo>
                  <a:cubicBezTo>
                    <a:pt x="902604" y="2979680"/>
                    <a:pt x="1214293" y="2936932"/>
                    <a:pt x="1434259" y="2790194"/>
                  </a:cubicBezTo>
                  <a:cubicBezTo>
                    <a:pt x="1612232" y="2671482"/>
                    <a:pt x="1723017" y="2492094"/>
                    <a:pt x="1881645" y="2350169"/>
                  </a:cubicBezTo>
                  <a:cubicBezTo>
                    <a:pt x="2040273" y="2208149"/>
                    <a:pt x="2281659" y="2093967"/>
                    <a:pt x="2512194" y="2153323"/>
                  </a:cubicBezTo>
                  <a:cubicBezTo>
                    <a:pt x="2712060" y="2204752"/>
                    <a:pt x="2870216" y="2282131"/>
                    <a:pt x="3001289" y="2373854"/>
                  </a:cubicBezTo>
                  <a:cubicBezTo>
                    <a:pt x="3103487" y="2445383"/>
                    <a:pt x="3194266" y="2523423"/>
                    <a:pt x="3286084" y="2608918"/>
                  </a:cubicBezTo>
                  <a:cubicBezTo>
                    <a:pt x="3306844" y="2628263"/>
                    <a:pt x="3328643" y="2648646"/>
                    <a:pt x="3351479" y="2669878"/>
                  </a:cubicBezTo>
                  <a:cubicBezTo>
                    <a:pt x="3475664" y="2785004"/>
                    <a:pt x="3634292" y="2938725"/>
                    <a:pt x="3757627" y="3074800"/>
                  </a:cubicBezTo>
                  <a:cubicBezTo>
                    <a:pt x="3840386" y="3166146"/>
                    <a:pt x="3909744" y="3235221"/>
                    <a:pt x="3998259" y="3265229"/>
                  </a:cubicBezTo>
                  <a:cubicBezTo>
                    <a:pt x="4033835" y="3277308"/>
                    <a:pt x="4068561" y="3283536"/>
                    <a:pt x="4105741" y="3284291"/>
                  </a:cubicBezTo>
                  <a:cubicBezTo>
                    <a:pt x="4261161" y="3287594"/>
                    <a:pt x="4459139" y="3162560"/>
                    <a:pt x="4568037" y="2983643"/>
                  </a:cubicBezTo>
                  <a:cubicBezTo>
                    <a:pt x="4677406" y="2803877"/>
                    <a:pt x="4737706" y="2582779"/>
                    <a:pt x="4908035" y="2444345"/>
                  </a:cubicBezTo>
                  <a:cubicBezTo>
                    <a:pt x="5128189" y="2265806"/>
                    <a:pt x="5451863" y="2266938"/>
                    <a:pt x="5691079" y="2382725"/>
                  </a:cubicBezTo>
                  <a:cubicBezTo>
                    <a:pt x="5927653" y="2497379"/>
                    <a:pt x="6099964" y="2705454"/>
                    <a:pt x="6252175" y="2922966"/>
                  </a:cubicBezTo>
                  <a:cubicBezTo>
                    <a:pt x="6384853" y="3112640"/>
                    <a:pt x="6508754" y="3320150"/>
                    <a:pt x="6659078" y="3510390"/>
                  </a:cubicBezTo>
                  <a:cubicBezTo>
                    <a:pt x="6682198" y="3539549"/>
                    <a:pt x="6705789" y="3568047"/>
                    <a:pt x="6730230" y="3595791"/>
                  </a:cubicBezTo>
                  <a:cubicBezTo>
                    <a:pt x="6950290" y="3845010"/>
                    <a:pt x="7232064" y="4000146"/>
                    <a:pt x="7533656" y="4039402"/>
                  </a:cubicBezTo>
                  <a:cubicBezTo>
                    <a:pt x="7755886" y="4068750"/>
                    <a:pt x="7988969" y="4033080"/>
                    <a:pt x="8188646" y="3927013"/>
                  </a:cubicBezTo>
                  <a:cubicBezTo>
                    <a:pt x="8371903" y="3829628"/>
                    <a:pt x="8517981" y="3690534"/>
                    <a:pt x="8643203" y="3528320"/>
                  </a:cubicBezTo>
                  <a:cubicBezTo>
                    <a:pt x="8848825" y="3262115"/>
                    <a:pt x="8997451" y="2934101"/>
                    <a:pt x="9166742" y="2629868"/>
                  </a:cubicBezTo>
                  <a:cubicBezTo>
                    <a:pt x="9208735" y="2554092"/>
                    <a:pt x="9252332" y="2478694"/>
                    <a:pt x="9297438" y="2404240"/>
                  </a:cubicBezTo>
                  <a:cubicBezTo>
                    <a:pt x="9943274" y="1336590"/>
                    <a:pt x="10921654" y="431250"/>
                    <a:pt x="12163691" y="0"/>
                  </a:cubicBezTo>
                </a:path>
              </a:pathLst>
            </a:custGeom>
            <a:noFill/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76" name="Google Shape;176;p7"/>
            <p:cNvSpPr/>
            <p:nvPr/>
          </p:nvSpPr>
          <p:spPr>
            <a:xfrm>
              <a:off x="25761" y="8618736"/>
              <a:ext cx="12160387" cy="3867222"/>
            </a:xfrm>
            <a:custGeom>
              <a:avLst/>
              <a:gdLst/>
              <a:ahLst/>
              <a:cxnLst/>
              <a:rect l="l" t="t" r="r" b="b"/>
              <a:pathLst>
                <a:path w="12160387" h="3867222" extrusionOk="0">
                  <a:moveTo>
                    <a:pt x="0" y="2015926"/>
                  </a:moveTo>
                  <a:cubicBezTo>
                    <a:pt x="99744" y="2282509"/>
                    <a:pt x="333865" y="2526160"/>
                    <a:pt x="613658" y="2633548"/>
                  </a:cubicBezTo>
                  <a:cubicBezTo>
                    <a:pt x="882976" y="2736972"/>
                    <a:pt x="1187022" y="2702151"/>
                    <a:pt x="1402929" y="2568153"/>
                  </a:cubicBezTo>
                  <a:cubicBezTo>
                    <a:pt x="1577694" y="2459727"/>
                    <a:pt x="1687630" y="2292040"/>
                    <a:pt x="1844559" y="2161155"/>
                  </a:cubicBezTo>
                  <a:cubicBezTo>
                    <a:pt x="2001866" y="2029987"/>
                    <a:pt x="2239478" y="1925808"/>
                    <a:pt x="2465294" y="1983842"/>
                  </a:cubicBezTo>
                  <a:cubicBezTo>
                    <a:pt x="2670539" y="2036498"/>
                    <a:pt x="2836339" y="2105574"/>
                    <a:pt x="2974395" y="2186917"/>
                  </a:cubicBezTo>
                  <a:cubicBezTo>
                    <a:pt x="3082444" y="2250613"/>
                    <a:pt x="3179451" y="2319311"/>
                    <a:pt x="3278440" y="2398389"/>
                  </a:cubicBezTo>
                  <a:cubicBezTo>
                    <a:pt x="3300805" y="2416319"/>
                    <a:pt x="3324113" y="2435286"/>
                    <a:pt x="3348648" y="2455386"/>
                  </a:cubicBezTo>
                  <a:cubicBezTo>
                    <a:pt x="3481515" y="2564095"/>
                    <a:pt x="3649673" y="2718005"/>
                    <a:pt x="3772254" y="2861817"/>
                  </a:cubicBezTo>
                  <a:cubicBezTo>
                    <a:pt x="3854069" y="2957881"/>
                    <a:pt x="3918237" y="3032996"/>
                    <a:pt x="4002694" y="3070554"/>
                  </a:cubicBezTo>
                  <a:cubicBezTo>
                    <a:pt x="4036760" y="3085747"/>
                    <a:pt x="4070354" y="3095277"/>
                    <a:pt x="4107251" y="3099429"/>
                  </a:cubicBezTo>
                  <a:cubicBezTo>
                    <a:pt x="4262010" y="3117076"/>
                    <a:pt x="4474332" y="3002233"/>
                    <a:pt x="4591251" y="2822561"/>
                  </a:cubicBezTo>
                  <a:cubicBezTo>
                    <a:pt x="4704112" y="2649118"/>
                    <a:pt x="4765732" y="2431889"/>
                    <a:pt x="4934740" y="2295342"/>
                  </a:cubicBezTo>
                  <a:cubicBezTo>
                    <a:pt x="5153668" y="2118879"/>
                    <a:pt x="5471774" y="2114255"/>
                    <a:pt x="5709575" y="2222115"/>
                  </a:cubicBezTo>
                  <a:cubicBezTo>
                    <a:pt x="5944167" y="2328465"/>
                    <a:pt x="6118365" y="2527292"/>
                    <a:pt x="6272463" y="2737255"/>
                  </a:cubicBezTo>
                  <a:cubicBezTo>
                    <a:pt x="6407123" y="2920701"/>
                    <a:pt x="6532629" y="3123304"/>
                    <a:pt x="6680593" y="3312412"/>
                  </a:cubicBezTo>
                  <a:cubicBezTo>
                    <a:pt x="6703336" y="3341382"/>
                    <a:pt x="6726455" y="3369786"/>
                    <a:pt x="6750329" y="3397435"/>
                  </a:cubicBezTo>
                  <a:cubicBezTo>
                    <a:pt x="6965011" y="3645805"/>
                    <a:pt x="7233480" y="3805471"/>
                    <a:pt x="7525824" y="3852653"/>
                  </a:cubicBezTo>
                  <a:cubicBezTo>
                    <a:pt x="7741260" y="3887946"/>
                    <a:pt x="7969718" y="3859636"/>
                    <a:pt x="8167413" y="3762063"/>
                  </a:cubicBezTo>
                  <a:cubicBezTo>
                    <a:pt x="8348689" y="3672604"/>
                    <a:pt x="8495144" y="3541531"/>
                    <a:pt x="8621782" y="3387338"/>
                  </a:cubicBezTo>
                  <a:cubicBezTo>
                    <a:pt x="8829952" y="3134062"/>
                    <a:pt x="8984145" y="2818692"/>
                    <a:pt x="9157777" y="2525594"/>
                  </a:cubicBezTo>
                  <a:cubicBezTo>
                    <a:pt x="9200808" y="2452555"/>
                    <a:pt x="9245443" y="2379988"/>
                    <a:pt x="9291493" y="2308176"/>
                  </a:cubicBezTo>
                  <a:cubicBezTo>
                    <a:pt x="9950540" y="1279594"/>
                    <a:pt x="10929109" y="410395"/>
                    <a:pt x="12160388" y="0"/>
                  </a:cubicBezTo>
                </a:path>
              </a:pathLst>
            </a:custGeom>
            <a:noFill/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77" name="Google Shape;177;p7"/>
            <p:cNvSpPr/>
            <p:nvPr/>
          </p:nvSpPr>
          <p:spPr>
            <a:xfrm>
              <a:off x="28781" y="8743109"/>
              <a:ext cx="12157084" cy="3686107"/>
            </a:xfrm>
            <a:custGeom>
              <a:avLst/>
              <a:gdLst/>
              <a:ahLst/>
              <a:cxnLst/>
              <a:rect l="l" t="t" r="r" b="b"/>
              <a:pathLst>
                <a:path w="12157084" h="3686107" extrusionOk="0">
                  <a:moveTo>
                    <a:pt x="0" y="1774068"/>
                  </a:moveTo>
                  <a:cubicBezTo>
                    <a:pt x="98517" y="2034139"/>
                    <a:pt x="327259" y="2276186"/>
                    <a:pt x="601296" y="2387537"/>
                  </a:cubicBezTo>
                  <a:cubicBezTo>
                    <a:pt x="863348" y="2493982"/>
                    <a:pt x="1159656" y="2467276"/>
                    <a:pt x="1371600" y="2346016"/>
                  </a:cubicBezTo>
                  <a:cubicBezTo>
                    <a:pt x="1543251" y="2247782"/>
                    <a:pt x="1652337" y="2091796"/>
                    <a:pt x="1807473" y="1972047"/>
                  </a:cubicBezTo>
                  <a:cubicBezTo>
                    <a:pt x="1963459" y="1851637"/>
                    <a:pt x="2197202" y="1757649"/>
                    <a:pt x="2418489" y="1814174"/>
                  </a:cubicBezTo>
                  <a:cubicBezTo>
                    <a:pt x="2629207" y="1868056"/>
                    <a:pt x="2802556" y="1928827"/>
                    <a:pt x="2947595" y="1999884"/>
                  </a:cubicBezTo>
                  <a:cubicBezTo>
                    <a:pt x="3061589" y="2055749"/>
                    <a:pt x="3164824" y="2115105"/>
                    <a:pt x="3270797" y="2187766"/>
                  </a:cubicBezTo>
                  <a:cubicBezTo>
                    <a:pt x="3294671" y="2204185"/>
                    <a:pt x="3319678" y="2221926"/>
                    <a:pt x="3345723" y="2240799"/>
                  </a:cubicBezTo>
                  <a:cubicBezTo>
                    <a:pt x="3487271" y="2343186"/>
                    <a:pt x="3664961" y="2497190"/>
                    <a:pt x="3786692" y="2648646"/>
                  </a:cubicBezTo>
                  <a:cubicBezTo>
                    <a:pt x="3867657" y="2749428"/>
                    <a:pt x="3926541" y="2830677"/>
                    <a:pt x="4007035" y="2875784"/>
                  </a:cubicBezTo>
                  <a:cubicBezTo>
                    <a:pt x="4039591" y="2894090"/>
                    <a:pt x="4072053" y="2906924"/>
                    <a:pt x="4108761" y="2914568"/>
                  </a:cubicBezTo>
                  <a:cubicBezTo>
                    <a:pt x="4262860" y="2946463"/>
                    <a:pt x="4489336" y="2841906"/>
                    <a:pt x="4614465" y="2661480"/>
                  </a:cubicBezTo>
                  <a:cubicBezTo>
                    <a:pt x="4730440" y="2494170"/>
                    <a:pt x="4793853" y="2281093"/>
                    <a:pt x="4961540" y="2146434"/>
                  </a:cubicBezTo>
                  <a:cubicBezTo>
                    <a:pt x="5179147" y="1972141"/>
                    <a:pt x="5491779" y="1961855"/>
                    <a:pt x="5728070" y="2061505"/>
                  </a:cubicBezTo>
                  <a:cubicBezTo>
                    <a:pt x="5960681" y="2159645"/>
                    <a:pt x="6136672" y="2349036"/>
                    <a:pt x="6292752" y="2551544"/>
                  </a:cubicBezTo>
                  <a:cubicBezTo>
                    <a:pt x="6429299" y="2728668"/>
                    <a:pt x="6556503" y="2926363"/>
                    <a:pt x="6702109" y="3114434"/>
                  </a:cubicBezTo>
                  <a:cubicBezTo>
                    <a:pt x="6724474" y="3143215"/>
                    <a:pt x="6747121" y="3171430"/>
                    <a:pt x="6770335" y="3198985"/>
                  </a:cubicBezTo>
                  <a:cubicBezTo>
                    <a:pt x="6979732" y="3446411"/>
                    <a:pt x="7234801" y="3610701"/>
                    <a:pt x="7517802" y="3665810"/>
                  </a:cubicBezTo>
                  <a:cubicBezTo>
                    <a:pt x="7726444" y="3707048"/>
                    <a:pt x="7950373" y="3686099"/>
                    <a:pt x="8145992" y="3597018"/>
                  </a:cubicBezTo>
                  <a:cubicBezTo>
                    <a:pt x="8325286" y="3515392"/>
                    <a:pt x="8472119" y="3392434"/>
                    <a:pt x="8600267" y="3246262"/>
                  </a:cubicBezTo>
                  <a:cubicBezTo>
                    <a:pt x="8810985" y="3005913"/>
                    <a:pt x="8970651" y="2703189"/>
                    <a:pt x="9148718" y="2421226"/>
                  </a:cubicBezTo>
                  <a:cubicBezTo>
                    <a:pt x="9192881" y="2351018"/>
                    <a:pt x="9238460" y="2281093"/>
                    <a:pt x="9285453" y="2212018"/>
                  </a:cubicBezTo>
                  <a:cubicBezTo>
                    <a:pt x="9957618" y="1222503"/>
                    <a:pt x="10936469" y="389540"/>
                    <a:pt x="12157085" y="0"/>
                  </a:cubicBezTo>
                </a:path>
              </a:pathLst>
            </a:custGeom>
            <a:noFill/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78" name="Google Shape;178;p7"/>
            <p:cNvSpPr/>
            <p:nvPr/>
          </p:nvSpPr>
          <p:spPr>
            <a:xfrm>
              <a:off x="31895" y="8867766"/>
              <a:ext cx="12153970" cy="3505951"/>
            </a:xfrm>
            <a:custGeom>
              <a:avLst/>
              <a:gdLst/>
              <a:ahLst/>
              <a:cxnLst/>
              <a:rect l="l" t="t" r="r" b="b"/>
              <a:pathLst>
                <a:path w="12153970" h="3505951" extrusionOk="0">
                  <a:moveTo>
                    <a:pt x="0" y="1531927"/>
                  </a:moveTo>
                  <a:cubicBezTo>
                    <a:pt x="97291" y="1785486"/>
                    <a:pt x="320559" y="2026024"/>
                    <a:pt x="588934" y="2141244"/>
                  </a:cubicBezTo>
                  <a:cubicBezTo>
                    <a:pt x="843720" y="2250613"/>
                    <a:pt x="1132384" y="2232023"/>
                    <a:pt x="1340271" y="2123503"/>
                  </a:cubicBezTo>
                  <a:cubicBezTo>
                    <a:pt x="1508807" y="2035554"/>
                    <a:pt x="1617233" y="1891176"/>
                    <a:pt x="1770388" y="1782561"/>
                  </a:cubicBezTo>
                  <a:cubicBezTo>
                    <a:pt x="1925241" y="1672814"/>
                    <a:pt x="2155021" y="1589018"/>
                    <a:pt x="2371684" y="1644221"/>
                  </a:cubicBezTo>
                  <a:cubicBezTo>
                    <a:pt x="2587780" y="1699331"/>
                    <a:pt x="2768773" y="1751704"/>
                    <a:pt x="2920796" y="1812569"/>
                  </a:cubicBezTo>
                  <a:cubicBezTo>
                    <a:pt x="3040734" y="1860601"/>
                    <a:pt x="3150198" y="1910615"/>
                    <a:pt x="3263247" y="1976859"/>
                  </a:cubicBezTo>
                  <a:cubicBezTo>
                    <a:pt x="3288726" y="1991864"/>
                    <a:pt x="3315337" y="2008189"/>
                    <a:pt x="3342986" y="2025929"/>
                  </a:cubicBezTo>
                  <a:cubicBezTo>
                    <a:pt x="3493216" y="2121899"/>
                    <a:pt x="3680436" y="2276092"/>
                    <a:pt x="3801318" y="2435286"/>
                  </a:cubicBezTo>
                  <a:cubicBezTo>
                    <a:pt x="3881340" y="2540692"/>
                    <a:pt x="3935034" y="2628169"/>
                    <a:pt x="4011564" y="2680825"/>
                  </a:cubicBezTo>
                  <a:cubicBezTo>
                    <a:pt x="4042705" y="2702246"/>
                    <a:pt x="4074034" y="2718382"/>
                    <a:pt x="4110459" y="2729423"/>
                  </a:cubicBezTo>
                  <a:cubicBezTo>
                    <a:pt x="4263992" y="2775756"/>
                    <a:pt x="4504340" y="2681202"/>
                    <a:pt x="4637867" y="2500115"/>
                  </a:cubicBezTo>
                  <a:cubicBezTo>
                    <a:pt x="4756673" y="2338939"/>
                    <a:pt x="4822163" y="2129920"/>
                    <a:pt x="4988435" y="1997242"/>
                  </a:cubicBezTo>
                  <a:cubicBezTo>
                    <a:pt x="5204814" y="1825120"/>
                    <a:pt x="5511879" y="1809078"/>
                    <a:pt x="5746754" y="1900707"/>
                  </a:cubicBezTo>
                  <a:cubicBezTo>
                    <a:pt x="5977289" y="1990637"/>
                    <a:pt x="6155168" y="2170686"/>
                    <a:pt x="6313229" y="2365645"/>
                  </a:cubicBezTo>
                  <a:cubicBezTo>
                    <a:pt x="6451758" y="2536446"/>
                    <a:pt x="6580566" y="2729329"/>
                    <a:pt x="6723813" y="2916266"/>
                  </a:cubicBezTo>
                  <a:cubicBezTo>
                    <a:pt x="6745800" y="2944859"/>
                    <a:pt x="6767976" y="2972980"/>
                    <a:pt x="6790623" y="3000440"/>
                  </a:cubicBezTo>
                  <a:cubicBezTo>
                    <a:pt x="6994641" y="3247017"/>
                    <a:pt x="7236405" y="3415836"/>
                    <a:pt x="7510159" y="3478872"/>
                  </a:cubicBezTo>
                  <a:cubicBezTo>
                    <a:pt x="7712006" y="3525961"/>
                    <a:pt x="7931311" y="3512466"/>
                    <a:pt x="8124855" y="3431878"/>
                  </a:cubicBezTo>
                  <a:cubicBezTo>
                    <a:pt x="8302167" y="3358085"/>
                    <a:pt x="8449377" y="3243242"/>
                    <a:pt x="8578940" y="3105091"/>
                  </a:cubicBezTo>
                  <a:cubicBezTo>
                    <a:pt x="8792300" y="2877671"/>
                    <a:pt x="8957345" y="2587498"/>
                    <a:pt x="9139848" y="2316763"/>
                  </a:cubicBezTo>
                  <a:cubicBezTo>
                    <a:pt x="9185049" y="2249292"/>
                    <a:pt x="9231665" y="2182198"/>
                    <a:pt x="9279603" y="2115860"/>
                  </a:cubicBezTo>
                  <a:cubicBezTo>
                    <a:pt x="9964978" y="1165506"/>
                    <a:pt x="10944019" y="368685"/>
                    <a:pt x="12153971" y="0"/>
                  </a:cubicBezTo>
                </a:path>
              </a:pathLst>
            </a:custGeom>
            <a:noFill/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79" name="Google Shape;179;p7"/>
            <p:cNvSpPr/>
            <p:nvPr/>
          </p:nvSpPr>
          <p:spPr>
            <a:xfrm>
              <a:off x="34915" y="8991762"/>
              <a:ext cx="12151139" cy="3327091"/>
            </a:xfrm>
            <a:custGeom>
              <a:avLst/>
              <a:gdLst/>
              <a:ahLst/>
              <a:cxnLst/>
              <a:rect l="l" t="t" r="r" b="b"/>
              <a:pathLst>
                <a:path w="12151139" h="3327091" extrusionOk="0">
                  <a:moveTo>
                    <a:pt x="0" y="1290352"/>
                  </a:moveTo>
                  <a:cubicBezTo>
                    <a:pt x="96064" y="1537494"/>
                    <a:pt x="313953" y="1776239"/>
                    <a:pt x="576667" y="1895517"/>
                  </a:cubicBezTo>
                  <a:cubicBezTo>
                    <a:pt x="824187" y="2007906"/>
                    <a:pt x="1105207" y="1997431"/>
                    <a:pt x="1309036" y="1901556"/>
                  </a:cubicBezTo>
                  <a:cubicBezTo>
                    <a:pt x="1474364" y="1823799"/>
                    <a:pt x="1582223" y="1691121"/>
                    <a:pt x="1733491" y="1593642"/>
                  </a:cubicBezTo>
                  <a:cubicBezTo>
                    <a:pt x="1887307" y="1494558"/>
                    <a:pt x="2113028" y="1420953"/>
                    <a:pt x="2324973" y="1474836"/>
                  </a:cubicBezTo>
                  <a:cubicBezTo>
                    <a:pt x="2546448" y="1531078"/>
                    <a:pt x="2735179" y="1575146"/>
                    <a:pt x="2893996" y="1625820"/>
                  </a:cubicBezTo>
                  <a:cubicBezTo>
                    <a:pt x="3019879" y="1665926"/>
                    <a:pt x="3135571" y="1706691"/>
                    <a:pt x="3255698" y="1766519"/>
                  </a:cubicBezTo>
                  <a:cubicBezTo>
                    <a:pt x="3282781" y="1780108"/>
                    <a:pt x="3310902" y="1795112"/>
                    <a:pt x="3340250" y="1811626"/>
                  </a:cubicBezTo>
                  <a:cubicBezTo>
                    <a:pt x="3499255" y="1901273"/>
                    <a:pt x="3696007" y="2055560"/>
                    <a:pt x="3816039" y="2222492"/>
                  </a:cubicBezTo>
                  <a:cubicBezTo>
                    <a:pt x="3895212" y="2332617"/>
                    <a:pt x="3943621" y="2426322"/>
                    <a:pt x="4016094" y="2486338"/>
                  </a:cubicBezTo>
                  <a:cubicBezTo>
                    <a:pt x="4045725" y="2510873"/>
                    <a:pt x="4075922" y="2530406"/>
                    <a:pt x="4112158" y="2544750"/>
                  </a:cubicBezTo>
                  <a:cubicBezTo>
                    <a:pt x="4265030" y="2605427"/>
                    <a:pt x="4519061" y="2520970"/>
                    <a:pt x="4661270" y="2339222"/>
                  </a:cubicBezTo>
                  <a:cubicBezTo>
                    <a:pt x="4782718" y="2183991"/>
                    <a:pt x="4850473" y="1979219"/>
                    <a:pt x="5015423" y="1848428"/>
                  </a:cubicBezTo>
                  <a:cubicBezTo>
                    <a:pt x="5230576" y="1678476"/>
                    <a:pt x="5531979" y="1656678"/>
                    <a:pt x="5765533" y="1740191"/>
                  </a:cubicBezTo>
                  <a:cubicBezTo>
                    <a:pt x="5993991" y="1821911"/>
                    <a:pt x="6173852" y="1992524"/>
                    <a:pt x="6333895" y="2179934"/>
                  </a:cubicBezTo>
                  <a:cubicBezTo>
                    <a:pt x="6474311" y="2344413"/>
                    <a:pt x="6604818" y="2532483"/>
                    <a:pt x="6745705" y="2718288"/>
                  </a:cubicBezTo>
                  <a:cubicBezTo>
                    <a:pt x="6767315" y="2746692"/>
                    <a:pt x="6789019" y="2774624"/>
                    <a:pt x="6811100" y="2801990"/>
                  </a:cubicBezTo>
                  <a:cubicBezTo>
                    <a:pt x="7009834" y="3047623"/>
                    <a:pt x="7238198" y="3221066"/>
                    <a:pt x="7502610" y="3292029"/>
                  </a:cubicBezTo>
                  <a:cubicBezTo>
                    <a:pt x="7697568" y="3345062"/>
                    <a:pt x="7912344" y="3338929"/>
                    <a:pt x="8103905" y="3266834"/>
                  </a:cubicBezTo>
                  <a:cubicBezTo>
                    <a:pt x="8279142" y="3200966"/>
                    <a:pt x="8426824" y="3094145"/>
                    <a:pt x="8557803" y="2964015"/>
                  </a:cubicBezTo>
                  <a:cubicBezTo>
                    <a:pt x="8773805" y="2749523"/>
                    <a:pt x="8944229" y="2471994"/>
                    <a:pt x="9131260" y="2212395"/>
                  </a:cubicBezTo>
                  <a:cubicBezTo>
                    <a:pt x="9177500" y="2147755"/>
                    <a:pt x="9225154" y="2083398"/>
                    <a:pt x="9274035" y="2019701"/>
                  </a:cubicBezTo>
                  <a:cubicBezTo>
                    <a:pt x="9972622" y="1108415"/>
                    <a:pt x="10951757" y="347831"/>
                    <a:pt x="12151140" y="0"/>
                  </a:cubicBezTo>
                </a:path>
              </a:pathLst>
            </a:custGeom>
            <a:noFill/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80" name="Google Shape;180;p7"/>
            <p:cNvSpPr/>
            <p:nvPr/>
          </p:nvSpPr>
          <p:spPr>
            <a:xfrm>
              <a:off x="37934" y="9116230"/>
              <a:ext cx="12147742" cy="3149423"/>
            </a:xfrm>
            <a:custGeom>
              <a:avLst/>
              <a:gdLst/>
              <a:ahLst/>
              <a:cxnLst/>
              <a:rect l="l" t="t" r="r" b="b"/>
              <a:pathLst>
                <a:path w="12147742" h="3149423" extrusionOk="0">
                  <a:moveTo>
                    <a:pt x="0" y="1048399"/>
                  </a:moveTo>
                  <a:cubicBezTo>
                    <a:pt x="94837" y="1289030"/>
                    <a:pt x="307348" y="1526170"/>
                    <a:pt x="564305" y="1649412"/>
                  </a:cubicBezTo>
                  <a:cubicBezTo>
                    <a:pt x="804559" y="1764632"/>
                    <a:pt x="1077935" y="1762367"/>
                    <a:pt x="1277707" y="1679231"/>
                  </a:cubicBezTo>
                  <a:cubicBezTo>
                    <a:pt x="1439921" y="1611760"/>
                    <a:pt x="1547214" y="1490689"/>
                    <a:pt x="1696405" y="1404439"/>
                  </a:cubicBezTo>
                  <a:cubicBezTo>
                    <a:pt x="1849277" y="1316019"/>
                    <a:pt x="2070847" y="1252605"/>
                    <a:pt x="2278168" y="1305073"/>
                  </a:cubicBezTo>
                  <a:cubicBezTo>
                    <a:pt x="2505022" y="1362541"/>
                    <a:pt x="2701396" y="1398211"/>
                    <a:pt x="2867196" y="1438694"/>
                  </a:cubicBezTo>
                  <a:cubicBezTo>
                    <a:pt x="2999024" y="1470873"/>
                    <a:pt x="3120945" y="1502391"/>
                    <a:pt x="3248055" y="1555801"/>
                  </a:cubicBezTo>
                  <a:cubicBezTo>
                    <a:pt x="3276742" y="1567880"/>
                    <a:pt x="3306467" y="1581563"/>
                    <a:pt x="3337324" y="1596944"/>
                  </a:cubicBezTo>
                  <a:cubicBezTo>
                    <a:pt x="3505012" y="1680175"/>
                    <a:pt x="3711294" y="1834556"/>
                    <a:pt x="3830477" y="2009227"/>
                  </a:cubicBezTo>
                  <a:cubicBezTo>
                    <a:pt x="3908801" y="2123975"/>
                    <a:pt x="3951831" y="2224002"/>
                    <a:pt x="4020435" y="2291473"/>
                  </a:cubicBezTo>
                  <a:cubicBezTo>
                    <a:pt x="4048556" y="2319122"/>
                    <a:pt x="4077620" y="2341959"/>
                    <a:pt x="4113573" y="2359700"/>
                  </a:cubicBezTo>
                  <a:cubicBezTo>
                    <a:pt x="4265785" y="2434814"/>
                    <a:pt x="4533216" y="2360360"/>
                    <a:pt x="4684389" y="2177952"/>
                  </a:cubicBezTo>
                  <a:cubicBezTo>
                    <a:pt x="4808197" y="2028571"/>
                    <a:pt x="4878404" y="1828234"/>
                    <a:pt x="5042034" y="1699331"/>
                  </a:cubicBezTo>
                  <a:cubicBezTo>
                    <a:pt x="5255866" y="1531549"/>
                    <a:pt x="5551795" y="1504089"/>
                    <a:pt x="5783840" y="1579487"/>
                  </a:cubicBezTo>
                  <a:cubicBezTo>
                    <a:pt x="6010222" y="1653092"/>
                    <a:pt x="6191970" y="1814268"/>
                    <a:pt x="6353995" y="1994128"/>
                  </a:cubicBezTo>
                  <a:cubicBezTo>
                    <a:pt x="6496392" y="2152285"/>
                    <a:pt x="6628409" y="2335448"/>
                    <a:pt x="6767032" y="2520215"/>
                  </a:cubicBezTo>
                  <a:cubicBezTo>
                    <a:pt x="6788264" y="2548430"/>
                    <a:pt x="6809402" y="2576268"/>
                    <a:pt x="6830918" y="2603540"/>
                  </a:cubicBezTo>
                  <a:cubicBezTo>
                    <a:pt x="7024272" y="2848229"/>
                    <a:pt x="7239330" y="3026296"/>
                    <a:pt x="7494494" y="3105186"/>
                  </a:cubicBezTo>
                  <a:cubicBezTo>
                    <a:pt x="7682659" y="3164164"/>
                    <a:pt x="7892716" y="3165296"/>
                    <a:pt x="8082391" y="3101788"/>
                  </a:cubicBezTo>
                  <a:cubicBezTo>
                    <a:pt x="8255645" y="3043754"/>
                    <a:pt x="8403704" y="2945142"/>
                    <a:pt x="8536193" y="2822939"/>
                  </a:cubicBezTo>
                  <a:cubicBezTo>
                    <a:pt x="8754838" y="2621375"/>
                    <a:pt x="8930640" y="2356491"/>
                    <a:pt x="9122107" y="2108027"/>
                  </a:cubicBezTo>
                  <a:cubicBezTo>
                    <a:pt x="9169478" y="2046123"/>
                    <a:pt x="9218077" y="1984503"/>
                    <a:pt x="9267902" y="1923637"/>
                  </a:cubicBezTo>
                  <a:cubicBezTo>
                    <a:pt x="9979604" y="1051419"/>
                    <a:pt x="10959023" y="326976"/>
                    <a:pt x="12147742" y="0"/>
                  </a:cubicBezTo>
                </a:path>
              </a:pathLst>
            </a:custGeom>
            <a:noFill/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81" name="Google Shape;181;p7"/>
            <p:cNvSpPr/>
            <p:nvPr/>
          </p:nvSpPr>
          <p:spPr>
            <a:xfrm>
              <a:off x="40954" y="9240698"/>
              <a:ext cx="12144534" cy="2972959"/>
            </a:xfrm>
            <a:custGeom>
              <a:avLst/>
              <a:gdLst/>
              <a:ahLst/>
              <a:cxnLst/>
              <a:rect l="l" t="t" r="r" b="b"/>
              <a:pathLst>
                <a:path w="12144534" h="2972959" extrusionOk="0">
                  <a:moveTo>
                    <a:pt x="0" y="806446"/>
                  </a:moveTo>
                  <a:cubicBezTo>
                    <a:pt x="93610" y="1040567"/>
                    <a:pt x="300648" y="1275914"/>
                    <a:pt x="551943" y="1403307"/>
                  </a:cubicBezTo>
                  <a:cubicBezTo>
                    <a:pt x="784931" y="1521358"/>
                    <a:pt x="1050664" y="1527397"/>
                    <a:pt x="1246377" y="1456906"/>
                  </a:cubicBezTo>
                  <a:cubicBezTo>
                    <a:pt x="1405572" y="1399627"/>
                    <a:pt x="1512393" y="1290257"/>
                    <a:pt x="1659320" y="1215142"/>
                  </a:cubicBezTo>
                  <a:cubicBezTo>
                    <a:pt x="1811342" y="1137385"/>
                    <a:pt x="2028666" y="1084163"/>
                    <a:pt x="2231363" y="1135309"/>
                  </a:cubicBezTo>
                  <a:cubicBezTo>
                    <a:pt x="2463690" y="1193910"/>
                    <a:pt x="2667708" y="1221182"/>
                    <a:pt x="2840396" y="1251567"/>
                  </a:cubicBezTo>
                  <a:cubicBezTo>
                    <a:pt x="2978264" y="1275819"/>
                    <a:pt x="3106318" y="1298090"/>
                    <a:pt x="3240505" y="1345083"/>
                  </a:cubicBezTo>
                  <a:cubicBezTo>
                    <a:pt x="3270797" y="1355747"/>
                    <a:pt x="3302126" y="1368014"/>
                    <a:pt x="3334588" y="1382263"/>
                  </a:cubicBezTo>
                  <a:cubicBezTo>
                    <a:pt x="3510956" y="1459077"/>
                    <a:pt x="3726864" y="1613647"/>
                    <a:pt x="3845104" y="1796055"/>
                  </a:cubicBezTo>
                  <a:cubicBezTo>
                    <a:pt x="3922484" y="1915522"/>
                    <a:pt x="3960324" y="2021777"/>
                    <a:pt x="4024870" y="2096703"/>
                  </a:cubicBezTo>
                  <a:cubicBezTo>
                    <a:pt x="4051481" y="2127561"/>
                    <a:pt x="4079413" y="2153606"/>
                    <a:pt x="4115178" y="2174744"/>
                  </a:cubicBezTo>
                  <a:cubicBezTo>
                    <a:pt x="4266728" y="2264296"/>
                    <a:pt x="4547465" y="2199562"/>
                    <a:pt x="4707698" y="2016776"/>
                  </a:cubicBezTo>
                  <a:cubicBezTo>
                    <a:pt x="4833581" y="1873058"/>
                    <a:pt x="4906620" y="1677249"/>
                    <a:pt x="5068928" y="1550328"/>
                  </a:cubicBezTo>
                  <a:cubicBezTo>
                    <a:pt x="5281533" y="1384717"/>
                    <a:pt x="5571801" y="1351500"/>
                    <a:pt x="5802524" y="1418877"/>
                  </a:cubicBezTo>
                  <a:cubicBezTo>
                    <a:pt x="6026831" y="1484272"/>
                    <a:pt x="6210560" y="1636012"/>
                    <a:pt x="6374472" y="1808417"/>
                  </a:cubicBezTo>
                  <a:cubicBezTo>
                    <a:pt x="6518852" y="1960345"/>
                    <a:pt x="6652473" y="2138601"/>
                    <a:pt x="6788736" y="2322237"/>
                  </a:cubicBezTo>
                  <a:cubicBezTo>
                    <a:pt x="6809591" y="2350263"/>
                    <a:pt x="6830257" y="2377912"/>
                    <a:pt x="6851206" y="2405089"/>
                  </a:cubicBezTo>
                  <a:cubicBezTo>
                    <a:pt x="7039276" y="2648929"/>
                    <a:pt x="7241029" y="2830960"/>
                    <a:pt x="7486756" y="2918342"/>
                  </a:cubicBezTo>
                  <a:cubicBezTo>
                    <a:pt x="7668221" y="2982888"/>
                    <a:pt x="7873560" y="2991758"/>
                    <a:pt x="8061158" y="2936744"/>
                  </a:cubicBezTo>
                  <a:cubicBezTo>
                    <a:pt x="8232337" y="2886541"/>
                    <a:pt x="8380868" y="2796045"/>
                    <a:pt x="8514772" y="2681863"/>
                  </a:cubicBezTo>
                  <a:cubicBezTo>
                    <a:pt x="8736059" y="2493227"/>
                    <a:pt x="8917335" y="2240988"/>
                    <a:pt x="9113143" y="2003659"/>
                  </a:cubicBezTo>
                  <a:cubicBezTo>
                    <a:pt x="9161552" y="1944586"/>
                    <a:pt x="9211188" y="1885702"/>
                    <a:pt x="9261957" y="1827479"/>
                  </a:cubicBezTo>
                  <a:cubicBezTo>
                    <a:pt x="9986871" y="994328"/>
                    <a:pt x="10966477" y="306121"/>
                    <a:pt x="12144535" y="0"/>
                  </a:cubicBezTo>
                </a:path>
              </a:pathLst>
            </a:custGeom>
            <a:noFill/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82" name="Google Shape;182;p7"/>
            <p:cNvSpPr/>
            <p:nvPr/>
          </p:nvSpPr>
          <p:spPr>
            <a:xfrm>
              <a:off x="44068" y="9364883"/>
              <a:ext cx="12141514" cy="2797895"/>
            </a:xfrm>
            <a:custGeom>
              <a:avLst/>
              <a:gdLst/>
              <a:ahLst/>
              <a:cxnLst/>
              <a:rect l="l" t="t" r="r" b="b"/>
              <a:pathLst>
                <a:path w="12141514" h="2797895" extrusionOk="0">
                  <a:moveTo>
                    <a:pt x="0" y="564776"/>
                  </a:moveTo>
                  <a:cubicBezTo>
                    <a:pt x="92384" y="792480"/>
                    <a:pt x="294042" y="1025940"/>
                    <a:pt x="539581" y="1157485"/>
                  </a:cubicBezTo>
                  <a:cubicBezTo>
                    <a:pt x="765303" y="1278367"/>
                    <a:pt x="1023486" y="1292616"/>
                    <a:pt x="1215048" y="1234959"/>
                  </a:cubicBezTo>
                  <a:cubicBezTo>
                    <a:pt x="1371128" y="1187965"/>
                    <a:pt x="1477761" y="1090203"/>
                    <a:pt x="1622234" y="1026223"/>
                  </a:cubicBezTo>
                  <a:cubicBezTo>
                    <a:pt x="1773691" y="959129"/>
                    <a:pt x="1986484" y="916099"/>
                    <a:pt x="2184463" y="965829"/>
                  </a:cubicBezTo>
                  <a:cubicBezTo>
                    <a:pt x="2422169" y="1025657"/>
                    <a:pt x="2633925" y="1044436"/>
                    <a:pt x="2813502" y="1064724"/>
                  </a:cubicBezTo>
                  <a:cubicBezTo>
                    <a:pt x="2957315" y="1080955"/>
                    <a:pt x="3091503" y="1094072"/>
                    <a:pt x="3232767" y="1134649"/>
                  </a:cubicBezTo>
                  <a:cubicBezTo>
                    <a:pt x="3264663" y="1143802"/>
                    <a:pt x="3297502" y="1154843"/>
                    <a:pt x="3331662" y="1167865"/>
                  </a:cubicBezTo>
                  <a:cubicBezTo>
                    <a:pt x="3516713" y="1238356"/>
                    <a:pt x="3742246" y="1392927"/>
                    <a:pt x="3859636" y="1583167"/>
                  </a:cubicBezTo>
                  <a:cubicBezTo>
                    <a:pt x="3936167" y="1707258"/>
                    <a:pt x="3968628" y="1819835"/>
                    <a:pt x="4029305" y="1902122"/>
                  </a:cubicBezTo>
                  <a:cubicBezTo>
                    <a:pt x="4054406" y="1936093"/>
                    <a:pt x="4081301" y="1965535"/>
                    <a:pt x="4116782" y="1989976"/>
                  </a:cubicBezTo>
                  <a:cubicBezTo>
                    <a:pt x="4267672" y="2093967"/>
                    <a:pt x="4561431" y="2038952"/>
                    <a:pt x="4731006" y="1855694"/>
                  </a:cubicBezTo>
                  <a:cubicBezTo>
                    <a:pt x="4858871" y="1717543"/>
                    <a:pt x="4934835" y="1526359"/>
                    <a:pt x="5095822" y="1401325"/>
                  </a:cubicBezTo>
                  <a:cubicBezTo>
                    <a:pt x="5307106" y="1237885"/>
                    <a:pt x="5591712" y="1199006"/>
                    <a:pt x="5821208" y="1258173"/>
                  </a:cubicBezTo>
                  <a:cubicBezTo>
                    <a:pt x="6043345" y="1315453"/>
                    <a:pt x="6229150" y="1457661"/>
                    <a:pt x="6394949" y="1622612"/>
                  </a:cubicBezTo>
                  <a:cubicBezTo>
                    <a:pt x="6541310" y="1768217"/>
                    <a:pt x="6676536" y="1941567"/>
                    <a:pt x="6810346" y="2124069"/>
                  </a:cubicBezTo>
                  <a:cubicBezTo>
                    <a:pt x="6830823" y="2151907"/>
                    <a:pt x="6851017" y="2179367"/>
                    <a:pt x="6871400" y="2206545"/>
                  </a:cubicBezTo>
                  <a:cubicBezTo>
                    <a:pt x="7054092" y="2449441"/>
                    <a:pt x="7242539" y="2636095"/>
                    <a:pt x="7479018" y="2731405"/>
                  </a:cubicBezTo>
                  <a:cubicBezTo>
                    <a:pt x="7653689" y="2801801"/>
                    <a:pt x="7854404" y="2818126"/>
                    <a:pt x="8040020" y="2771604"/>
                  </a:cubicBezTo>
                  <a:cubicBezTo>
                    <a:pt x="8209217" y="2729234"/>
                    <a:pt x="8358220" y="2646853"/>
                    <a:pt x="8493540" y="2540692"/>
                  </a:cubicBezTo>
                  <a:cubicBezTo>
                    <a:pt x="8717468" y="2364984"/>
                    <a:pt x="8904595" y="2125768"/>
                    <a:pt x="9104461" y="1899197"/>
                  </a:cubicBezTo>
                  <a:cubicBezTo>
                    <a:pt x="9154097" y="1842955"/>
                    <a:pt x="9204583" y="1786713"/>
                    <a:pt x="9256295" y="1731321"/>
                  </a:cubicBezTo>
                  <a:cubicBezTo>
                    <a:pt x="9994326" y="937236"/>
                    <a:pt x="10974215" y="285266"/>
                    <a:pt x="12141514" y="0"/>
                  </a:cubicBezTo>
                </a:path>
              </a:pathLst>
            </a:custGeom>
            <a:noFill/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83" name="Google Shape;183;p7"/>
            <p:cNvSpPr/>
            <p:nvPr/>
          </p:nvSpPr>
          <p:spPr>
            <a:xfrm>
              <a:off x="47088" y="9489162"/>
              <a:ext cx="12138212" cy="2624367"/>
            </a:xfrm>
            <a:custGeom>
              <a:avLst/>
              <a:gdLst/>
              <a:ahLst/>
              <a:cxnLst/>
              <a:rect l="l" t="t" r="r" b="b"/>
              <a:pathLst>
                <a:path w="12138212" h="2624367" extrusionOk="0">
                  <a:moveTo>
                    <a:pt x="0" y="323012"/>
                  </a:moveTo>
                  <a:cubicBezTo>
                    <a:pt x="91157" y="544205"/>
                    <a:pt x="287437" y="775872"/>
                    <a:pt x="527313" y="911569"/>
                  </a:cubicBezTo>
                  <a:cubicBezTo>
                    <a:pt x="745769" y="1035188"/>
                    <a:pt x="996404" y="1057835"/>
                    <a:pt x="1183813" y="1012823"/>
                  </a:cubicBezTo>
                  <a:cubicBezTo>
                    <a:pt x="1336874" y="976021"/>
                    <a:pt x="1443318" y="890054"/>
                    <a:pt x="1585243" y="837115"/>
                  </a:cubicBezTo>
                  <a:cubicBezTo>
                    <a:pt x="1736228" y="780779"/>
                    <a:pt x="1944398" y="747751"/>
                    <a:pt x="2137752" y="796255"/>
                  </a:cubicBezTo>
                  <a:cubicBezTo>
                    <a:pt x="2380837" y="857215"/>
                    <a:pt x="2600331" y="867500"/>
                    <a:pt x="2786797" y="877786"/>
                  </a:cubicBezTo>
                  <a:cubicBezTo>
                    <a:pt x="2936649" y="885996"/>
                    <a:pt x="3076970" y="889959"/>
                    <a:pt x="3225313" y="924120"/>
                  </a:cubicBezTo>
                  <a:cubicBezTo>
                    <a:pt x="3258718" y="931858"/>
                    <a:pt x="3293256" y="941483"/>
                    <a:pt x="3328926" y="953373"/>
                  </a:cubicBezTo>
                  <a:cubicBezTo>
                    <a:pt x="3522752" y="1017447"/>
                    <a:pt x="3757816" y="1172206"/>
                    <a:pt x="3874263" y="1370090"/>
                  </a:cubicBezTo>
                  <a:cubicBezTo>
                    <a:pt x="3949944" y="1498804"/>
                    <a:pt x="3976932" y="1617799"/>
                    <a:pt x="4033835" y="1707446"/>
                  </a:cubicBezTo>
                  <a:cubicBezTo>
                    <a:pt x="4057426" y="1744626"/>
                    <a:pt x="4083188" y="1777277"/>
                    <a:pt x="4118480" y="1805115"/>
                  </a:cubicBezTo>
                  <a:cubicBezTo>
                    <a:pt x="4268616" y="1923637"/>
                    <a:pt x="4575303" y="1877965"/>
                    <a:pt x="4754408" y="1694613"/>
                  </a:cubicBezTo>
                  <a:cubicBezTo>
                    <a:pt x="4883972" y="1561935"/>
                    <a:pt x="4963145" y="1375563"/>
                    <a:pt x="5122716" y="1252417"/>
                  </a:cubicBezTo>
                  <a:cubicBezTo>
                    <a:pt x="5332773" y="1091052"/>
                    <a:pt x="5611717" y="1046700"/>
                    <a:pt x="5839893" y="1097658"/>
                  </a:cubicBezTo>
                  <a:cubicBezTo>
                    <a:pt x="6059953" y="1146822"/>
                    <a:pt x="6247740" y="1279594"/>
                    <a:pt x="6415427" y="1436901"/>
                  </a:cubicBezTo>
                  <a:cubicBezTo>
                    <a:pt x="6563769" y="1576184"/>
                    <a:pt x="6700599" y="1744720"/>
                    <a:pt x="6832050" y="1926091"/>
                  </a:cubicBezTo>
                  <a:cubicBezTo>
                    <a:pt x="6852150" y="1953740"/>
                    <a:pt x="6871872" y="1981106"/>
                    <a:pt x="6891594" y="2008094"/>
                  </a:cubicBezTo>
                  <a:cubicBezTo>
                    <a:pt x="7069001" y="2250047"/>
                    <a:pt x="7244143" y="2441325"/>
                    <a:pt x="7471186" y="2544561"/>
                  </a:cubicBezTo>
                  <a:cubicBezTo>
                    <a:pt x="7639157" y="2620903"/>
                    <a:pt x="7835059" y="2644494"/>
                    <a:pt x="8018788" y="2606559"/>
                  </a:cubicBezTo>
                  <a:cubicBezTo>
                    <a:pt x="8185909" y="2572021"/>
                    <a:pt x="8335384" y="2497850"/>
                    <a:pt x="8472119" y="2399616"/>
                  </a:cubicBezTo>
                  <a:cubicBezTo>
                    <a:pt x="8698784" y="2236836"/>
                    <a:pt x="8891195" y="2010265"/>
                    <a:pt x="9095496" y="1794828"/>
                  </a:cubicBezTo>
                  <a:cubicBezTo>
                    <a:pt x="9146170" y="1741418"/>
                    <a:pt x="9197694" y="1687913"/>
                    <a:pt x="9250255" y="1635162"/>
                  </a:cubicBezTo>
                  <a:cubicBezTo>
                    <a:pt x="10001498" y="880145"/>
                    <a:pt x="10981576" y="264317"/>
                    <a:pt x="12138212" y="0"/>
                  </a:cubicBezTo>
                </a:path>
              </a:pathLst>
            </a:custGeom>
            <a:noFill/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84" name="Google Shape;184;p7"/>
            <p:cNvSpPr/>
            <p:nvPr/>
          </p:nvSpPr>
          <p:spPr>
            <a:xfrm>
              <a:off x="50107" y="9613818"/>
              <a:ext cx="12135097" cy="2452279"/>
            </a:xfrm>
            <a:custGeom>
              <a:avLst/>
              <a:gdLst/>
              <a:ahLst/>
              <a:cxnLst/>
              <a:rect l="l" t="t" r="r" b="b"/>
              <a:pathLst>
                <a:path w="12135097" h="2452279" extrusionOk="0">
                  <a:moveTo>
                    <a:pt x="0" y="80871"/>
                  </a:moveTo>
                  <a:cubicBezTo>
                    <a:pt x="89930" y="295552"/>
                    <a:pt x="280831" y="525332"/>
                    <a:pt x="514952" y="665276"/>
                  </a:cubicBezTo>
                  <a:cubicBezTo>
                    <a:pt x="726141" y="791536"/>
                    <a:pt x="969226" y="822677"/>
                    <a:pt x="1152484" y="790310"/>
                  </a:cubicBezTo>
                  <a:cubicBezTo>
                    <a:pt x="1302525" y="763793"/>
                    <a:pt x="1408969" y="689716"/>
                    <a:pt x="1548252" y="647629"/>
                  </a:cubicBezTo>
                  <a:cubicBezTo>
                    <a:pt x="1698953" y="602051"/>
                    <a:pt x="1902311" y="579120"/>
                    <a:pt x="2091041" y="626303"/>
                  </a:cubicBezTo>
                  <a:cubicBezTo>
                    <a:pt x="2339600" y="688395"/>
                    <a:pt x="2566737" y="694529"/>
                    <a:pt x="2760091" y="690471"/>
                  </a:cubicBezTo>
                  <a:cubicBezTo>
                    <a:pt x="2915889" y="687168"/>
                    <a:pt x="3062438" y="685470"/>
                    <a:pt x="3217858" y="713213"/>
                  </a:cubicBezTo>
                  <a:cubicBezTo>
                    <a:pt x="3252867" y="719536"/>
                    <a:pt x="3289009" y="727840"/>
                    <a:pt x="3326283" y="738503"/>
                  </a:cubicBezTo>
                  <a:cubicBezTo>
                    <a:pt x="3528792" y="796255"/>
                    <a:pt x="3773481" y="951014"/>
                    <a:pt x="3888984" y="1156730"/>
                  </a:cubicBezTo>
                  <a:cubicBezTo>
                    <a:pt x="3963815" y="1290068"/>
                    <a:pt x="3985425" y="1415386"/>
                    <a:pt x="4038364" y="1512488"/>
                  </a:cubicBezTo>
                  <a:cubicBezTo>
                    <a:pt x="4060351" y="1552876"/>
                    <a:pt x="4085075" y="1588829"/>
                    <a:pt x="4120085" y="1620064"/>
                  </a:cubicBezTo>
                  <a:cubicBezTo>
                    <a:pt x="4269465" y="1753025"/>
                    <a:pt x="4588892" y="1716694"/>
                    <a:pt x="4777717" y="1533342"/>
                  </a:cubicBezTo>
                  <a:cubicBezTo>
                    <a:pt x="4908979" y="1405949"/>
                    <a:pt x="4991265" y="1224485"/>
                    <a:pt x="5149611" y="1103320"/>
                  </a:cubicBezTo>
                  <a:cubicBezTo>
                    <a:pt x="5358347" y="944125"/>
                    <a:pt x="5631723" y="894112"/>
                    <a:pt x="5858483" y="936859"/>
                  </a:cubicBezTo>
                  <a:cubicBezTo>
                    <a:pt x="6076372" y="977908"/>
                    <a:pt x="6266235" y="1101149"/>
                    <a:pt x="6435810" y="1251001"/>
                  </a:cubicBezTo>
                  <a:cubicBezTo>
                    <a:pt x="6586228" y="1383962"/>
                    <a:pt x="6724568" y="1547591"/>
                    <a:pt x="6853659" y="1727924"/>
                  </a:cubicBezTo>
                  <a:cubicBezTo>
                    <a:pt x="6873382" y="1755384"/>
                    <a:pt x="6892632" y="1782561"/>
                    <a:pt x="6911789" y="1809550"/>
                  </a:cubicBezTo>
                  <a:cubicBezTo>
                    <a:pt x="7083816" y="2050653"/>
                    <a:pt x="7245653" y="2246461"/>
                    <a:pt x="7463448" y="2357623"/>
                  </a:cubicBezTo>
                  <a:cubicBezTo>
                    <a:pt x="7624624" y="2439910"/>
                    <a:pt x="7815903" y="2470768"/>
                    <a:pt x="7997556" y="2441420"/>
                  </a:cubicBezTo>
                  <a:cubicBezTo>
                    <a:pt x="8162695" y="2414715"/>
                    <a:pt x="8312642" y="2348659"/>
                    <a:pt x="8450792" y="2258446"/>
                  </a:cubicBezTo>
                  <a:cubicBezTo>
                    <a:pt x="8680194" y="2108594"/>
                    <a:pt x="8877890" y="1894762"/>
                    <a:pt x="9086626" y="1690461"/>
                  </a:cubicBezTo>
                  <a:cubicBezTo>
                    <a:pt x="9138338" y="1639787"/>
                    <a:pt x="9190900" y="1589018"/>
                    <a:pt x="9244405" y="1539004"/>
                  </a:cubicBezTo>
                  <a:cubicBezTo>
                    <a:pt x="10008858" y="823054"/>
                    <a:pt x="10989125" y="243463"/>
                    <a:pt x="12135098" y="0"/>
                  </a:cubicBezTo>
                </a:path>
              </a:pathLst>
            </a:custGeom>
            <a:noFill/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85" name="Google Shape;185;p7"/>
            <p:cNvSpPr/>
            <p:nvPr/>
          </p:nvSpPr>
          <p:spPr>
            <a:xfrm>
              <a:off x="53127" y="9577110"/>
              <a:ext cx="12131983" cy="2442840"/>
            </a:xfrm>
            <a:custGeom>
              <a:avLst/>
              <a:gdLst/>
              <a:ahLst/>
              <a:cxnLst/>
              <a:rect l="l" t="t" r="r" b="b"/>
              <a:pathLst>
                <a:path w="12131983" h="2442840" extrusionOk="0">
                  <a:moveTo>
                    <a:pt x="0" y="0"/>
                  </a:moveTo>
                  <a:cubicBezTo>
                    <a:pt x="88703" y="208264"/>
                    <a:pt x="274226" y="435968"/>
                    <a:pt x="502590" y="580347"/>
                  </a:cubicBezTo>
                  <a:cubicBezTo>
                    <a:pt x="706608" y="709250"/>
                    <a:pt x="942049" y="748883"/>
                    <a:pt x="1121249" y="729161"/>
                  </a:cubicBezTo>
                  <a:cubicBezTo>
                    <a:pt x="1268270" y="712930"/>
                    <a:pt x="1374903" y="650838"/>
                    <a:pt x="1511261" y="619508"/>
                  </a:cubicBezTo>
                  <a:cubicBezTo>
                    <a:pt x="1661773" y="584876"/>
                    <a:pt x="1860224" y="571760"/>
                    <a:pt x="2044236" y="617621"/>
                  </a:cubicBezTo>
                  <a:cubicBezTo>
                    <a:pt x="2298173" y="680940"/>
                    <a:pt x="2532954" y="674146"/>
                    <a:pt x="2733292" y="664426"/>
                  </a:cubicBezTo>
                  <a:cubicBezTo>
                    <a:pt x="2895034" y="656594"/>
                    <a:pt x="3047811" y="642251"/>
                    <a:pt x="3210214" y="663577"/>
                  </a:cubicBezTo>
                  <a:cubicBezTo>
                    <a:pt x="3246828" y="668390"/>
                    <a:pt x="3284574" y="675373"/>
                    <a:pt x="3323453" y="684904"/>
                  </a:cubicBezTo>
                  <a:cubicBezTo>
                    <a:pt x="3534642" y="736238"/>
                    <a:pt x="3789051" y="891092"/>
                    <a:pt x="3903610" y="1104641"/>
                  </a:cubicBezTo>
                  <a:cubicBezTo>
                    <a:pt x="3977687" y="1242603"/>
                    <a:pt x="3993729" y="1374337"/>
                    <a:pt x="4042894" y="1478705"/>
                  </a:cubicBezTo>
                  <a:cubicBezTo>
                    <a:pt x="4063371" y="1522207"/>
                    <a:pt x="4086962" y="1561463"/>
                    <a:pt x="4121783" y="1596095"/>
                  </a:cubicBezTo>
                  <a:cubicBezTo>
                    <a:pt x="4270503" y="1743588"/>
                    <a:pt x="4602386" y="1716222"/>
                    <a:pt x="4801025" y="1533154"/>
                  </a:cubicBezTo>
                  <a:cubicBezTo>
                    <a:pt x="4933703" y="1410856"/>
                    <a:pt x="5019481" y="1234487"/>
                    <a:pt x="5176410" y="1115210"/>
                  </a:cubicBezTo>
                  <a:cubicBezTo>
                    <a:pt x="5383919" y="958186"/>
                    <a:pt x="5651540" y="902604"/>
                    <a:pt x="5877073" y="937142"/>
                  </a:cubicBezTo>
                  <a:cubicBezTo>
                    <a:pt x="6092792" y="970170"/>
                    <a:pt x="6284825" y="1083786"/>
                    <a:pt x="6456193" y="1226183"/>
                  </a:cubicBezTo>
                  <a:cubicBezTo>
                    <a:pt x="6608593" y="1352821"/>
                    <a:pt x="6748442" y="1511638"/>
                    <a:pt x="6875269" y="1690838"/>
                  </a:cubicBezTo>
                  <a:cubicBezTo>
                    <a:pt x="6894614" y="1718015"/>
                    <a:pt x="6913393" y="1745193"/>
                    <a:pt x="6931982" y="1771992"/>
                  </a:cubicBezTo>
                  <a:cubicBezTo>
                    <a:pt x="7098726" y="2012152"/>
                    <a:pt x="7247163" y="2212584"/>
                    <a:pt x="7455616" y="2331673"/>
                  </a:cubicBezTo>
                  <a:cubicBezTo>
                    <a:pt x="7609998" y="2419905"/>
                    <a:pt x="7796558" y="2458123"/>
                    <a:pt x="7976324" y="2437268"/>
                  </a:cubicBezTo>
                  <a:cubicBezTo>
                    <a:pt x="8139387" y="2418395"/>
                    <a:pt x="8289900" y="2360549"/>
                    <a:pt x="8429372" y="2278262"/>
                  </a:cubicBezTo>
                  <a:cubicBezTo>
                    <a:pt x="8661510" y="2141433"/>
                    <a:pt x="8864490" y="1940151"/>
                    <a:pt x="9077755" y="1746985"/>
                  </a:cubicBezTo>
                  <a:cubicBezTo>
                    <a:pt x="9130600" y="1699142"/>
                    <a:pt x="9184105" y="1651110"/>
                    <a:pt x="9238554" y="1603833"/>
                  </a:cubicBezTo>
                  <a:cubicBezTo>
                    <a:pt x="10016125" y="926951"/>
                    <a:pt x="10996674" y="383595"/>
                    <a:pt x="12131984" y="160893"/>
                  </a:cubicBezTo>
                </a:path>
              </a:pathLst>
            </a:custGeom>
            <a:noFill/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86" name="Google Shape;186;p7"/>
            <p:cNvSpPr/>
            <p:nvPr/>
          </p:nvSpPr>
          <p:spPr>
            <a:xfrm>
              <a:off x="56241" y="9459625"/>
              <a:ext cx="12128775" cy="2516043"/>
            </a:xfrm>
            <a:custGeom>
              <a:avLst/>
              <a:gdLst/>
              <a:ahLst/>
              <a:cxnLst/>
              <a:rect l="l" t="t" r="r" b="b"/>
              <a:pathLst>
                <a:path w="12128775" h="2516043" extrusionOk="0">
                  <a:moveTo>
                    <a:pt x="0" y="0"/>
                  </a:moveTo>
                  <a:cubicBezTo>
                    <a:pt x="87382" y="201753"/>
                    <a:pt x="267620" y="427475"/>
                    <a:pt x="490228" y="576195"/>
                  </a:cubicBezTo>
                  <a:cubicBezTo>
                    <a:pt x="687074" y="707646"/>
                    <a:pt x="914966" y="755961"/>
                    <a:pt x="1089920" y="748789"/>
                  </a:cubicBezTo>
                  <a:cubicBezTo>
                    <a:pt x="1233921" y="742938"/>
                    <a:pt x="1340837" y="692925"/>
                    <a:pt x="1474175" y="672164"/>
                  </a:cubicBezTo>
                  <a:cubicBezTo>
                    <a:pt x="1624688" y="648667"/>
                    <a:pt x="1818042" y="645270"/>
                    <a:pt x="1997431" y="689811"/>
                  </a:cubicBezTo>
                  <a:cubicBezTo>
                    <a:pt x="2256747" y="754262"/>
                    <a:pt x="2499171" y="738880"/>
                    <a:pt x="2706492" y="719253"/>
                  </a:cubicBezTo>
                  <a:cubicBezTo>
                    <a:pt x="2874179" y="703305"/>
                    <a:pt x="3033185" y="679902"/>
                    <a:pt x="3202665" y="694812"/>
                  </a:cubicBezTo>
                  <a:cubicBezTo>
                    <a:pt x="3240883" y="698209"/>
                    <a:pt x="3280139" y="703871"/>
                    <a:pt x="3320622" y="712175"/>
                  </a:cubicBezTo>
                  <a:cubicBezTo>
                    <a:pt x="3540587" y="757093"/>
                    <a:pt x="3804527" y="912135"/>
                    <a:pt x="3918143" y="1133328"/>
                  </a:cubicBezTo>
                  <a:cubicBezTo>
                    <a:pt x="3991370" y="1276008"/>
                    <a:pt x="4001939" y="1413970"/>
                    <a:pt x="4047235" y="1525793"/>
                  </a:cubicBezTo>
                  <a:cubicBezTo>
                    <a:pt x="4066108" y="1572504"/>
                    <a:pt x="4088661" y="1615063"/>
                    <a:pt x="4123293" y="1652998"/>
                  </a:cubicBezTo>
                  <a:cubicBezTo>
                    <a:pt x="4271163" y="1814928"/>
                    <a:pt x="4615503" y="1796433"/>
                    <a:pt x="4824239" y="1613836"/>
                  </a:cubicBezTo>
                  <a:cubicBezTo>
                    <a:pt x="4958332" y="1496540"/>
                    <a:pt x="5047601" y="1325455"/>
                    <a:pt x="5203210" y="1208065"/>
                  </a:cubicBezTo>
                  <a:cubicBezTo>
                    <a:pt x="5409398" y="1053212"/>
                    <a:pt x="5671356" y="992063"/>
                    <a:pt x="5895662" y="1018296"/>
                  </a:cubicBezTo>
                  <a:cubicBezTo>
                    <a:pt x="6109211" y="1043303"/>
                    <a:pt x="6303321" y="1147294"/>
                    <a:pt x="6476575" y="1282236"/>
                  </a:cubicBezTo>
                  <a:cubicBezTo>
                    <a:pt x="6631051" y="1402458"/>
                    <a:pt x="6772411" y="1556556"/>
                    <a:pt x="6896879" y="1734624"/>
                  </a:cubicBezTo>
                  <a:cubicBezTo>
                    <a:pt x="6915846" y="1761612"/>
                    <a:pt x="6934153" y="1788601"/>
                    <a:pt x="6952082" y="1815400"/>
                  </a:cubicBezTo>
                  <a:cubicBezTo>
                    <a:pt x="7113447" y="2054616"/>
                    <a:pt x="7248578" y="2259672"/>
                    <a:pt x="7447784" y="2386688"/>
                  </a:cubicBezTo>
                  <a:cubicBezTo>
                    <a:pt x="7595371" y="2480770"/>
                    <a:pt x="7777307" y="2526349"/>
                    <a:pt x="7955091" y="2514081"/>
                  </a:cubicBezTo>
                  <a:cubicBezTo>
                    <a:pt x="8116079" y="2503040"/>
                    <a:pt x="8267157" y="2453310"/>
                    <a:pt x="8407951" y="2379045"/>
                  </a:cubicBezTo>
                  <a:cubicBezTo>
                    <a:pt x="8642826" y="2255143"/>
                    <a:pt x="8851090" y="2066506"/>
                    <a:pt x="9068791" y="1884476"/>
                  </a:cubicBezTo>
                  <a:cubicBezTo>
                    <a:pt x="9122674" y="1839369"/>
                    <a:pt x="9177216" y="1794074"/>
                    <a:pt x="9232609" y="1749533"/>
                  </a:cubicBezTo>
                  <a:cubicBezTo>
                    <a:pt x="10023391" y="1111718"/>
                    <a:pt x="11004129" y="604504"/>
                    <a:pt x="12128775" y="402751"/>
                  </a:cubicBezTo>
                </a:path>
              </a:pathLst>
            </a:custGeom>
            <a:noFill/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87" name="Google Shape;187;p7"/>
            <p:cNvSpPr/>
            <p:nvPr/>
          </p:nvSpPr>
          <p:spPr>
            <a:xfrm>
              <a:off x="59261" y="9342141"/>
              <a:ext cx="12125566" cy="2591074"/>
            </a:xfrm>
            <a:custGeom>
              <a:avLst/>
              <a:gdLst/>
              <a:ahLst/>
              <a:cxnLst/>
              <a:rect l="l" t="t" r="r" b="b"/>
              <a:pathLst>
                <a:path w="12125566" h="2591074" extrusionOk="0">
                  <a:moveTo>
                    <a:pt x="0" y="0"/>
                  </a:moveTo>
                  <a:cubicBezTo>
                    <a:pt x="86156" y="195242"/>
                    <a:pt x="261109" y="418888"/>
                    <a:pt x="477960" y="572043"/>
                  </a:cubicBezTo>
                  <a:cubicBezTo>
                    <a:pt x="667635" y="706041"/>
                    <a:pt x="887978" y="763038"/>
                    <a:pt x="1058685" y="768417"/>
                  </a:cubicBezTo>
                  <a:cubicBezTo>
                    <a:pt x="1199761" y="772852"/>
                    <a:pt x="1307243" y="710665"/>
                    <a:pt x="1437184" y="724820"/>
                  </a:cubicBezTo>
                  <a:cubicBezTo>
                    <a:pt x="1587414" y="741145"/>
                    <a:pt x="1775955" y="718686"/>
                    <a:pt x="1950720" y="762000"/>
                  </a:cubicBezTo>
                  <a:cubicBezTo>
                    <a:pt x="2215509" y="827584"/>
                    <a:pt x="2465483" y="803710"/>
                    <a:pt x="2679692" y="774079"/>
                  </a:cubicBezTo>
                  <a:cubicBezTo>
                    <a:pt x="2853324" y="750016"/>
                    <a:pt x="3018558" y="717554"/>
                    <a:pt x="3195021" y="726047"/>
                  </a:cubicBezTo>
                  <a:cubicBezTo>
                    <a:pt x="3234843" y="728028"/>
                    <a:pt x="3275704" y="732275"/>
                    <a:pt x="3317791" y="739447"/>
                  </a:cubicBezTo>
                  <a:cubicBezTo>
                    <a:pt x="3546438" y="778042"/>
                    <a:pt x="3820097" y="933084"/>
                    <a:pt x="3932675" y="1162109"/>
                  </a:cubicBezTo>
                  <a:cubicBezTo>
                    <a:pt x="4005053" y="1309413"/>
                    <a:pt x="4010149" y="1453698"/>
                    <a:pt x="4051670" y="1572881"/>
                  </a:cubicBezTo>
                  <a:cubicBezTo>
                    <a:pt x="4069033" y="1622706"/>
                    <a:pt x="4090454" y="1668568"/>
                    <a:pt x="4124897" y="1709900"/>
                  </a:cubicBezTo>
                  <a:cubicBezTo>
                    <a:pt x="4272013" y="1886363"/>
                    <a:pt x="4628619" y="1876360"/>
                    <a:pt x="4847547" y="1694518"/>
                  </a:cubicBezTo>
                  <a:cubicBezTo>
                    <a:pt x="4982961" y="1582129"/>
                    <a:pt x="5075817" y="1416329"/>
                    <a:pt x="5230010" y="1300920"/>
                  </a:cubicBezTo>
                  <a:cubicBezTo>
                    <a:pt x="5434971" y="1148237"/>
                    <a:pt x="5691173" y="1081616"/>
                    <a:pt x="5914158" y="1099545"/>
                  </a:cubicBezTo>
                  <a:cubicBezTo>
                    <a:pt x="6125536" y="1116531"/>
                    <a:pt x="6321817" y="1210896"/>
                    <a:pt x="6496959" y="1338384"/>
                  </a:cubicBezTo>
                  <a:cubicBezTo>
                    <a:pt x="6653416" y="1452283"/>
                    <a:pt x="6796380" y="1601474"/>
                    <a:pt x="6918488" y="1778503"/>
                  </a:cubicBezTo>
                  <a:cubicBezTo>
                    <a:pt x="6937078" y="1805303"/>
                    <a:pt x="6954913" y="1832197"/>
                    <a:pt x="6972277" y="1858808"/>
                  </a:cubicBezTo>
                  <a:cubicBezTo>
                    <a:pt x="7128357" y="2097175"/>
                    <a:pt x="7250088" y="2306761"/>
                    <a:pt x="7440046" y="2441703"/>
                  </a:cubicBezTo>
                  <a:cubicBezTo>
                    <a:pt x="7580839" y="2541730"/>
                    <a:pt x="7758056" y="2594575"/>
                    <a:pt x="7933859" y="2590895"/>
                  </a:cubicBezTo>
                  <a:cubicBezTo>
                    <a:pt x="8092771" y="2587592"/>
                    <a:pt x="8244416" y="2546165"/>
                    <a:pt x="8386624" y="2479827"/>
                  </a:cubicBezTo>
                  <a:cubicBezTo>
                    <a:pt x="8624236" y="2368947"/>
                    <a:pt x="8837785" y="2192862"/>
                    <a:pt x="9059920" y="2021966"/>
                  </a:cubicBezTo>
                  <a:cubicBezTo>
                    <a:pt x="9114841" y="1979690"/>
                    <a:pt x="9170422" y="1937131"/>
                    <a:pt x="9226758" y="1895328"/>
                  </a:cubicBezTo>
                  <a:cubicBezTo>
                    <a:pt x="10030751" y="1296580"/>
                    <a:pt x="11011584" y="825602"/>
                    <a:pt x="12125567" y="644704"/>
                  </a:cubicBezTo>
                </a:path>
              </a:pathLst>
            </a:custGeom>
            <a:noFill/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88" name="Google Shape;188;p7"/>
            <p:cNvSpPr/>
            <p:nvPr/>
          </p:nvSpPr>
          <p:spPr>
            <a:xfrm>
              <a:off x="62281" y="9224656"/>
              <a:ext cx="12122358" cy="2668023"/>
            </a:xfrm>
            <a:custGeom>
              <a:avLst/>
              <a:gdLst/>
              <a:ahLst/>
              <a:cxnLst/>
              <a:rect l="l" t="t" r="r" b="b"/>
              <a:pathLst>
                <a:path w="12122358" h="2668023" extrusionOk="0">
                  <a:moveTo>
                    <a:pt x="0" y="0"/>
                  </a:moveTo>
                  <a:cubicBezTo>
                    <a:pt x="84929" y="188825"/>
                    <a:pt x="254598" y="410206"/>
                    <a:pt x="465599" y="567891"/>
                  </a:cubicBezTo>
                  <a:cubicBezTo>
                    <a:pt x="648101" y="704343"/>
                    <a:pt x="860895" y="770210"/>
                    <a:pt x="1027355" y="788139"/>
                  </a:cubicBezTo>
                  <a:cubicBezTo>
                    <a:pt x="1165412" y="803049"/>
                    <a:pt x="1275253" y="754073"/>
                    <a:pt x="1400098" y="777570"/>
                  </a:cubicBezTo>
                  <a:cubicBezTo>
                    <a:pt x="1548346" y="805502"/>
                    <a:pt x="1733869" y="792291"/>
                    <a:pt x="1903821" y="834189"/>
                  </a:cubicBezTo>
                  <a:cubicBezTo>
                    <a:pt x="2173988" y="900811"/>
                    <a:pt x="2431606" y="868444"/>
                    <a:pt x="2652798" y="828905"/>
                  </a:cubicBezTo>
                  <a:cubicBezTo>
                    <a:pt x="2832281" y="796821"/>
                    <a:pt x="3003743" y="755206"/>
                    <a:pt x="3187378" y="757282"/>
                  </a:cubicBezTo>
                  <a:cubicBezTo>
                    <a:pt x="3228804" y="757754"/>
                    <a:pt x="3271269" y="760773"/>
                    <a:pt x="3314865" y="766718"/>
                  </a:cubicBezTo>
                  <a:cubicBezTo>
                    <a:pt x="3552194" y="798897"/>
                    <a:pt x="3835573" y="954034"/>
                    <a:pt x="3947207" y="1190890"/>
                  </a:cubicBezTo>
                  <a:cubicBezTo>
                    <a:pt x="4018831" y="1342819"/>
                    <a:pt x="4018359" y="1493426"/>
                    <a:pt x="4056011" y="1620064"/>
                  </a:cubicBezTo>
                  <a:cubicBezTo>
                    <a:pt x="4071770" y="1673097"/>
                    <a:pt x="4092058" y="1722262"/>
                    <a:pt x="4126313" y="1766896"/>
                  </a:cubicBezTo>
                  <a:cubicBezTo>
                    <a:pt x="4272673" y="1957798"/>
                    <a:pt x="4641264" y="1956005"/>
                    <a:pt x="4870667" y="1775295"/>
                  </a:cubicBezTo>
                  <a:cubicBezTo>
                    <a:pt x="5007402" y="1667624"/>
                    <a:pt x="5103749" y="1507392"/>
                    <a:pt x="5256715" y="1393776"/>
                  </a:cubicBezTo>
                  <a:cubicBezTo>
                    <a:pt x="5460355" y="1243263"/>
                    <a:pt x="5710895" y="1171168"/>
                    <a:pt x="5932654" y="1180699"/>
                  </a:cubicBezTo>
                  <a:cubicBezTo>
                    <a:pt x="6141768" y="1189758"/>
                    <a:pt x="6340218" y="1274310"/>
                    <a:pt x="6517247" y="1394342"/>
                  </a:cubicBezTo>
                  <a:cubicBezTo>
                    <a:pt x="6675781" y="1501919"/>
                    <a:pt x="6820254" y="1646298"/>
                    <a:pt x="6940004" y="1822195"/>
                  </a:cubicBezTo>
                  <a:cubicBezTo>
                    <a:pt x="6958216" y="1848805"/>
                    <a:pt x="6975579" y="1875511"/>
                    <a:pt x="6992377" y="1902122"/>
                  </a:cubicBezTo>
                  <a:cubicBezTo>
                    <a:pt x="7143078" y="2139545"/>
                    <a:pt x="7251504" y="2353754"/>
                    <a:pt x="7432119" y="2496624"/>
                  </a:cubicBezTo>
                  <a:cubicBezTo>
                    <a:pt x="7566118" y="2602596"/>
                    <a:pt x="7738617" y="2662612"/>
                    <a:pt x="7912533" y="2667614"/>
                  </a:cubicBezTo>
                  <a:cubicBezTo>
                    <a:pt x="8069368" y="2672143"/>
                    <a:pt x="8221579" y="2638926"/>
                    <a:pt x="8365109" y="2580514"/>
                  </a:cubicBezTo>
                  <a:cubicBezTo>
                    <a:pt x="8605551" y="2482752"/>
                    <a:pt x="8824290" y="2319123"/>
                    <a:pt x="9050956" y="2159362"/>
                  </a:cubicBezTo>
                  <a:cubicBezTo>
                    <a:pt x="9107009" y="2119823"/>
                    <a:pt x="9163533" y="2080000"/>
                    <a:pt x="9220813" y="2040933"/>
                  </a:cubicBezTo>
                  <a:cubicBezTo>
                    <a:pt x="10037922" y="1481253"/>
                    <a:pt x="11019039" y="1046511"/>
                    <a:pt x="12122358" y="886468"/>
                  </a:cubicBezTo>
                </a:path>
              </a:pathLst>
            </a:custGeom>
            <a:noFill/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89" name="Google Shape;189;p7"/>
            <p:cNvSpPr/>
            <p:nvPr/>
          </p:nvSpPr>
          <p:spPr>
            <a:xfrm>
              <a:off x="65300" y="9107171"/>
              <a:ext cx="12119338" cy="2747422"/>
            </a:xfrm>
            <a:custGeom>
              <a:avLst/>
              <a:gdLst/>
              <a:ahLst/>
              <a:cxnLst/>
              <a:rect l="l" t="t" r="r" b="b"/>
              <a:pathLst>
                <a:path w="12119338" h="2747422" extrusionOk="0">
                  <a:moveTo>
                    <a:pt x="0" y="0"/>
                  </a:moveTo>
                  <a:cubicBezTo>
                    <a:pt x="83702" y="182314"/>
                    <a:pt x="248181" y="401525"/>
                    <a:pt x="453237" y="563739"/>
                  </a:cubicBezTo>
                  <a:cubicBezTo>
                    <a:pt x="628662" y="702550"/>
                    <a:pt x="833812" y="777382"/>
                    <a:pt x="996026" y="807767"/>
                  </a:cubicBezTo>
                  <a:cubicBezTo>
                    <a:pt x="1131157" y="833057"/>
                    <a:pt x="1242980" y="798048"/>
                    <a:pt x="1363107" y="830226"/>
                  </a:cubicBezTo>
                  <a:cubicBezTo>
                    <a:pt x="1509373" y="869388"/>
                    <a:pt x="1691782" y="865708"/>
                    <a:pt x="1857110" y="906379"/>
                  </a:cubicBezTo>
                  <a:cubicBezTo>
                    <a:pt x="2132751" y="974133"/>
                    <a:pt x="2397917" y="933179"/>
                    <a:pt x="2626093" y="883637"/>
                  </a:cubicBezTo>
                  <a:cubicBezTo>
                    <a:pt x="2811520" y="843437"/>
                    <a:pt x="2989211" y="792763"/>
                    <a:pt x="3179829" y="788422"/>
                  </a:cubicBezTo>
                  <a:cubicBezTo>
                    <a:pt x="3222859" y="787479"/>
                    <a:pt x="3266833" y="789083"/>
                    <a:pt x="3312129" y="793896"/>
                  </a:cubicBezTo>
                  <a:cubicBezTo>
                    <a:pt x="3558139" y="819752"/>
                    <a:pt x="3851238" y="974888"/>
                    <a:pt x="3961834" y="1219483"/>
                  </a:cubicBezTo>
                  <a:cubicBezTo>
                    <a:pt x="4032608" y="1376035"/>
                    <a:pt x="4026663" y="1532965"/>
                    <a:pt x="4060540" y="1667058"/>
                  </a:cubicBezTo>
                  <a:cubicBezTo>
                    <a:pt x="4074695" y="1723205"/>
                    <a:pt x="4093945" y="1775673"/>
                    <a:pt x="4128011" y="1823704"/>
                  </a:cubicBezTo>
                  <a:cubicBezTo>
                    <a:pt x="4273617" y="2029138"/>
                    <a:pt x="4654098" y="2035271"/>
                    <a:pt x="4894069" y="1855883"/>
                  </a:cubicBezTo>
                  <a:cubicBezTo>
                    <a:pt x="5031937" y="1752742"/>
                    <a:pt x="5132059" y="1598171"/>
                    <a:pt x="5283609" y="1486537"/>
                  </a:cubicBezTo>
                  <a:cubicBezTo>
                    <a:pt x="5486023" y="1338195"/>
                    <a:pt x="5730995" y="1254210"/>
                    <a:pt x="5951338" y="1261853"/>
                  </a:cubicBezTo>
                  <a:cubicBezTo>
                    <a:pt x="6158187" y="1269025"/>
                    <a:pt x="6358902" y="1337818"/>
                    <a:pt x="6537724" y="1450395"/>
                  </a:cubicBezTo>
                  <a:cubicBezTo>
                    <a:pt x="6698334" y="1551555"/>
                    <a:pt x="6844317" y="1691121"/>
                    <a:pt x="6961707" y="1865980"/>
                  </a:cubicBezTo>
                  <a:cubicBezTo>
                    <a:pt x="6979543" y="1892402"/>
                    <a:pt x="6996340" y="1918919"/>
                    <a:pt x="7012571" y="1945436"/>
                  </a:cubicBezTo>
                  <a:cubicBezTo>
                    <a:pt x="7157988" y="2181915"/>
                    <a:pt x="7253014" y="2400748"/>
                    <a:pt x="7424381" y="2551544"/>
                  </a:cubicBezTo>
                  <a:cubicBezTo>
                    <a:pt x="7551585" y="2663462"/>
                    <a:pt x="7719462" y="2730744"/>
                    <a:pt x="7891395" y="2744333"/>
                  </a:cubicBezTo>
                  <a:cubicBezTo>
                    <a:pt x="8046154" y="2756600"/>
                    <a:pt x="8198932" y="2731688"/>
                    <a:pt x="8343877" y="2681202"/>
                  </a:cubicBezTo>
                  <a:cubicBezTo>
                    <a:pt x="8587056" y="2596462"/>
                    <a:pt x="8811079" y="2445383"/>
                    <a:pt x="9042180" y="2296758"/>
                  </a:cubicBezTo>
                  <a:cubicBezTo>
                    <a:pt x="9099271" y="2260050"/>
                    <a:pt x="9156834" y="2222964"/>
                    <a:pt x="9215057" y="2186539"/>
                  </a:cubicBezTo>
                  <a:cubicBezTo>
                    <a:pt x="10045377" y="1665926"/>
                    <a:pt x="11026683" y="1267327"/>
                    <a:pt x="12119338" y="1128232"/>
                  </a:cubicBezTo>
                </a:path>
              </a:pathLst>
            </a:custGeom>
            <a:noFill/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90" name="Google Shape;190;p7"/>
            <p:cNvSpPr/>
            <p:nvPr/>
          </p:nvSpPr>
          <p:spPr>
            <a:xfrm>
              <a:off x="68414" y="8989686"/>
              <a:ext cx="12116129" cy="2829481"/>
            </a:xfrm>
            <a:custGeom>
              <a:avLst/>
              <a:gdLst/>
              <a:ahLst/>
              <a:cxnLst/>
              <a:rect l="l" t="t" r="r" b="b"/>
              <a:pathLst>
                <a:path w="12116129" h="2829481" extrusionOk="0">
                  <a:moveTo>
                    <a:pt x="0" y="0"/>
                  </a:moveTo>
                  <a:cubicBezTo>
                    <a:pt x="82475" y="175803"/>
                    <a:pt x="241858" y="392749"/>
                    <a:pt x="440875" y="559586"/>
                  </a:cubicBezTo>
                  <a:cubicBezTo>
                    <a:pt x="609317" y="700757"/>
                    <a:pt x="806635" y="784553"/>
                    <a:pt x="964697" y="827395"/>
                  </a:cubicBezTo>
                  <a:cubicBezTo>
                    <a:pt x="1096808" y="863160"/>
                    <a:pt x="1205045" y="863915"/>
                    <a:pt x="1326022" y="882882"/>
                  </a:cubicBezTo>
                  <a:cubicBezTo>
                    <a:pt x="1477100" y="906568"/>
                    <a:pt x="1649600" y="939124"/>
                    <a:pt x="1810304" y="978474"/>
                  </a:cubicBezTo>
                  <a:cubicBezTo>
                    <a:pt x="2091324" y="1047361"/>
                    <a:pt x="2364040" y="997819"/>
                    <a:pt x="2599293" y="938369"/>
                  </a:cubicBezTo>
                  <a:cubicBezTo>
                    <a:pt x="2790572" y="890054"/>
                    <a:pt x="2974584" y="830321"/>
                    <a:pt x="3172279" y="819563"/>
                  </a:cubicBezTo>
                  <a:cubicBezTo>
                    <a:pt x="3216820" y="817204"/>
                    <a:pt x="3262493" y="817487"/>
                    <a:pt x="3309392" y="821073"/>
                  </a:cubicBezTo>
                  <a:cubicBezTo>
                    <a:pt x="3564179" y="840512"/>
                    <a:pt x="3866902" y="995837"/>
                    <a:pt x="3976461" y="1248170"/>
                  </a:cubicBezTo>
                  <a:cubicBezTo>
                    <a:pt x="4046480" y="1409346"/>
                    <a:pt x="4034967" y="1572598"/>
                    <a:pt x="4065070" y="1714052"/>
                  </a:cubicBezTo>
                  <a:cubicBezTo>
                    <a:pt x="4077715" y="1773313"/>
                    <a:pt x="4095833" y="1829083"/>
                    <a:pt x="4129710" y="1880512"/>
                  </a:cubicBezTo>
                  <a:cubicBezTo>
                    <a:pt x="4274466" y="2100384"/>
                    <a:pt x="4666743" y="2114255"/>
                    <a:pt x="4917472" y="1936471"/>
                  </a:cubicBezTo>
                  <a:cubicBezTo>
                    <a:pt x="5056566" y="1837859"/>
                    <a:pt x="5160368" y="1688951"/>
                    <a:pt x="5310598" y="1579298"/>
                  </a:cubicBezTo>
                  <a:cubicBezTo>
                    <a:pt x="5511690" y="1433032"/>
                    <a:pt x="5750906" y="1350179"/>
                    <a:pt x="5970023" y="1342913"/>
                  </a:cubicBezTo>
                  <a:cubicBezTo>
                    <a:pt x="6174795" y="1336213"/>
                    <a:pt x="6377587" y="1401136"/>
                    <a:pt x="6558201" y="1506354"/>
                  </a:cubicBezTo>
                  <a:cubicBezTo>
                    <a:pt x="6720887" y="1601097"/>
                    <a:pt x="6868380" y="1735945"/>
                    <a:pt x="6983412" y="1909671"/>
                  </a:cubicBezTo>
                  <a:cubicBezTo>
                    <a:pt x="7000869" y="1935905"/>
                    <a:pt x="7017195" y="1962327"/>
                    <a:pt x="7032859" y="1988750"/>
                  </a:cubicBezTo>
                  <a:cubicBezTo>
                    <a:pt x="7172897" y="2224380"/>
                    <a:pt x="7254618" y="2447837"/>
                    <a:pt x="7416643" y="2606465"/>
                  </a:cubicBezTo>
                  <a:cubicBezTo>
                    <a:pt x="7536959" y="2724327"/>
                    <a:pt x="7700211" y="2798782"/>
                    <a:pt x="7870163" y="2821052"/>
                  </a:cubicBezTo>
                  <a:cubicBezTo>
                    <a:pt x="8022940" y="2841057"/>
                    <a:pt x="8176284" y="2824449"/>
                    <a:pt x="8322456" y="2781890"/>
                  </a:cubicBezTo>
                  <a:cubicBezTo>
                    <a:pt x="8568466" y="2710267"/>
                    <a:pt x="8797679" y="2571550"/>
                    <a:pt x="9033215" y="2434154"/>
                  </a:cubicBezTo>
                  <a:cubicBezTo>
                    <a:pt x="9091344" y="2400182"/>
                    <a:pt x="9149945" y="2365833"/>
                    <a:pt x="9209112" y="2332239"/>
                  </a:cubicBezTo>
                  <a:cubicBezTo>
                    <a:pt x="10052550" y="1850693"/>
                    <a:pt x="11034138" y="1488330"/>
                    <a:pt x="12116130" y="1369996"/>
                  </a:cubicBezTo>
                </a:path>
              </a:pathLst>
            </a:custGeom>
            <a:noFill/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91" name="Google Shape;191;p7"/>
            <p:cNvSpPr/>
            <p:nvPr/>
          </p:nvSpPr>
          <p:spPr>
            <a:xfrm>
              <a:off x="71434" y="8872107"/>
              <a:ext cx="12112827" cy="2914508"/>
            </a:xfrm>
            <a:custGeom>
              <a:avLst/>
              <a:gdLst/>
              <a:ahLst/>
              <a:cxnLst/>
              <a:rect l="l" t="t" r="r" b="b"/>
              <a:pathLst>
                <a:path w="12112827" h="2914508" extrusionOk="0">
                  <a:moveTo>
                    <a:pt x="0" y="0"/>
                  </a:moveTo>
                  <a:cubicBezTo>
                    <a:pt x="81249" y="169386"/>
                    <a:pt x="235536" y="383973"/>
                    <a:pt x="428607" y="555434"/>
                  </a:cubicBezTo>
                  <a:cubicBezTo>
                    <a:pt x="590066" y="698870"/>
                    <a:pt x="779646" y="791914"/>
                    <a:pt x="933462" y="847023"/>
                  </a:cubicBezTo>
                  <a:cubicBezTo>
                    <a:pt x="1062554" y="893357"/>
                    <a:pt x="1170979" y="907228"/>
                    <a:pt x="1289030" y="935538"/>
                  </a:cubicBezTo>
                  <a:cubicBezTo>
                    <a:pt x="1440015" y="971869"/>
                    <a:pt x="1607513" y="1012540"/>
                    <a:pt x="1763499" y="1050664"/>
                  </a:cubicBezTo>
                  <a:cubicBezTo>
                    <a:pt x="2049992" y="1120588"/>
                    <a:pt x="2330257" y="1062648"/>
                    <a:pt x="2572493" y="993195"/>
                  </a:cubicBezTo>
                  <a:cubicBezTo>
                    <a:pt x="2769717" y="936765"/>
                    <a:pt x="2959957" y="867972"/>
                    <a:pt x="3164730" y="850798"/>
                  </a:cubicBezTo>
                  <a:cubicBezTo>
                    <a:pt x="3210875" y="846929"/>
                    <a:pt x="3258152" y="845891"/>
                    <a:pt x="3306561" y="848344"/>
                  </a:cubicBezTo>
                  <a:cubicBezTo>
                    <a:pt x="3570029" y="861367"/>
                    <a:pt x="3882473" y="1016787"/>
                    <a:pt x="3991087" y="1276952"/>
                  </a:cubicBezTo>
                  <a:cubicBezTo>
                    <a:pt x="4060351" y="1442752"/>
                    <a:pt x="4043177" y="1612326"/>
                    <a:pt x="4069505" y="1761235"/>
                  </a:cubicBezTo>
                  <a:cubicBezTo>
                    <a:pt x="4080545" y="1823704"/>
                    <a:pt x="4097626" y="1882777"/>
                    <a:pt x="4131314" y="1937509"/>
                  </a:cubicBezTo>
                  <a:cubicBezTo>
                    <a:pt x="4275316" y="2171818"/>
                    <a:pt x="4679199" y="2193051"/>
                    <a:pt x="4940780" y="2017248"/>
                  </a:cubicBezTo>
                  <a:cubicBezTo>
                    <a:pt x="5081007" y="1922977"/>
                    <a:pt x="5188583" y="1780013"/>
                    <a:pt x="5337397" y="1672154"/>
                  </a:cubicBezTo>
                  <a:cubicBezTo>
                    <a:pt x="5537263" y="1528058"/>
                    <a:pt x="5770723" y="1439826"/>
                    <a:pt x="5988613" y="1424162"/>
                  </a:cubicBezTo>
                  <a:cubicBezTo>
                    <a:pt x="6191215" y="1409629"/>
                    <a:pt x="6396176" y="1464644"/>
                    <a:pt x="6578585" y="1562501"/>
                  </a:cubicBezTo>
                  <a:cubicBezTo>
                    <a:pt x="6743346" y="1650827"/>
                    <a:pt x="6892255" y="1780862"/>
                    <a:pt x="7004927" y="1953551"/>
                  </a:cubicBezTo>
                  <a:cubicBezTo>
                    <a:pt x="7022007" y="1979596"/>
                    <a:pt x="7037861" y="2005829"/>
                    <a:pt x="7052959" y="2032157"/>
                  </a:cubicBezTo>
                  <a:cubicBezTo>
                    <a:pt x="7187713" y="2266844"/>
                    <a:pt x="7256033" y="2494925"/>
                    <a:pt x="7408811" y="2661480"/>
                  </a:cubicBezTo>
                  <a:cubicBezTo>
                    <a:pt x="7522332" y="2785287"/>
                    <a:pt x="7680961" y="2867008"/>
                    <a:pt x="7848931" y="2897865"/>
                  </a:cubicBezTo>
                  <a:cubicBezTo>
                    <a:pt x="7999632" y="2925608"/>
                    <a:pt x="8153542" y="2917399"/>
                    <a:pt x="8301035" y="2882672"/>
                  </a:cubicBezTo>
                  <a:cubicBezTo>
                    <a:pt x="8549876" y="2824166"/>
                    <a:pt x="8784279" y="2697905"/>
                    <a:pt x="9024250" y="2571644"/>
                  </a:cubicBezTo>
                  <a:cubicBezTo>
                    <a:pt x="9083512" y="2540503"/>
                    <a:pt x="9143056" y="2508891"/>
                    <a:pt x="9203073" y="2477939"/>
                  </a:cubicBezTo>
                  <a:cubicBezTo>
                    <a:pt x="10059721" y="2035460"/>
                    <a:pt x="11041498" y="1709334"/>
                    <a:pt x="12112828" y="1611854"/>
                  </a:cubicBezTo>
                </a:path>
              </a:pathLst>
            </a:custGeom>
            <a:noFill/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92" name="Google Shape;192;p7"/>
            <p:cNvSpPr/>
            <p:nvPr/>
          </p:nvSpPr>
          <p:spPr>
            <a:xfrm>
              <a:off x="74454" y="8754622"/>
              <a:ext cx="12109619" cy="3002639"/>
            </a:xfrm>
            <a:custGeom>
              <a:avLst/>
              <a:gdLst/>
              <a:ahLst/>
              <a:cxnLst/>
              <a:rect l="l" t="t" r="r" b="b"/>
              <a:pathLst>
                <a:path w="12109619" h="3002639" extrusionOk="0">
                  <a:moveTo>
                    <a:pt x="0" y="0"/>
                  </a:moveTo>
                  <a:cubicBezTo>
                    <a:pt x="80022" y="162875"/>
                    <a:pt x="229308" y="375008"/>
                    <a:pt x="416245" y="551282"/>
                  </a:cubicBezTo>
                  <a:cubicBezTo>
                    <a:pt x="570816" y="696982"/>
                    <a:pt x="752469" y="799180"/>
                    <a:pt x="902133" y="866651"/>
                  </a:cubicBezTo>
                  <a:cubicBezTo>
                    <a:pt x="1028205" y="923459"/>
                    <a:pt x="1136725" y="950636"/>
                    <a:pt x="1251945" y="988194"/>
                  </a:cubicBezTo>
                  <a:cubicBezTo>
                    <a:pt x="1402646" y="1037264"/>
                    <a:pt x="1565332" y="1085956"/>
                    <a:pt x="1716694" y="1122853"/>
                  </a:cubicBezTo>
                  <a:cubicBezTo>
                    <a:pt x="2008566" y="1193910"/>
                    <a:pt x="2296380" y="1127383"/>
                    <a:pt x="2545694" y="1048021"/>
                  </a:cubicBezTo>
                  <a:cubicBezTo>
                    <a:pt x="2748768" y="983475"/>
                    <a:pt x="2945331" y="905624"/>
                    <a:pt x="3157087" y="882033"/>
                  </a:cubicBezTo>
                  <a:cubicBezTo>
                    <a:pt x="3204835" y="876748"/>
                    <a:pt x="3253622" y="874389"/>
                    <a:pt x="3303730" y="875616"/>
                  </a:cubicBezTo>
                  <a:cubicBezTo>
                    <a:pt x="3575880" y="882316"/>
                    <a:pt x="3898043" y="1037735"/>
                    <a:pt x="4005619" y="1305639"/>
                  </a:cubicBezTo>
                  <a:cubicBezTo>
                    <a:pt x="4074034" y="1476062"/>
                    <a:pt x="4051387" y="1651960"/>
                    <a:pt x="4073940" y="1808323"/>
                  </a:cubicBezTo>
                  <a:cubicBezTo>
                    <a:pt x="4083376" y="1873907"/>
                    <a:pt x="4099419" y="1936282"/>
                    <a:pt x="4132824" y="1994506"/>
                  </a:cubicBezTo>
                  <a:cubicBezTo>
                    <a:pt x="4275976" y="2243253"/>
                    <a:pt x="4691467" y="2271562"/>
                    <a:pt x="4963994" y="2098024"/>
                  </a:cubicBezTo>
                  <a:cubicBezTo>
                    <a:pt x="5105447" y="2008000"/>
                    <a:pt x="5216610" y="1870981"/>
                    <a:pt x="5364197" y="1765103"/>
                  </a:cubicBezTo>
                  <a:cubicBezTo>
                    <a:pt x="5562836" y="1623178"/>
                    <a:pt x="5790540" y="1529662"/>
                    <a:pt x="6007202" y="1505504"/>
                  </a:cubicBezTo>
                  <a:cubicBezTo>
                    <a:pt x="6207634" y="1483140"/>
                    <a:pt x="6414766" y="1528246"/>
                    <a:pt x="6598967" y="1618649"/>
                  </a:cubicBezTo>
                  <a:cubicBezTo>
                    <a:pt x="6765805" y="1700558"/>
                    <a:pt x="6916224" y="1825875"/>
                    <a:pt x="7026537" y="1997431"/>
                  </a:cubicBezTo>
                  <a:cubicBezTo>
                    <a:pt x="7043240" y="2023287"/>
                    <a:pt x="7058621" y="2049426"/>
                    <a:pt x="7073059" y="2075660"/>
                  </a:cubicBezTo>
                  <a:cubicBezTo>
                    <a:pt x="7202434" y="2309403"/>
                    <a:pt x="7257448" y="2542108"/>
                    <a:pt x="7400884" y="2716589"/>
                  </a:cubicBezTo>
                  <a:cubicBezTo>
                    <a:pt x="7507611" y="2846342"/>
                    <a:pt x="7661521" y="2935234"/>
                    <a:pt x="7827604" y="2974773"/>
                  </a:cubicBezTo>
                  <a:cubicBezTo>
                    <a:pt x="7976229" y="3010160"/>
                    <a:pt x="8130705" y="3010443"/>
                    <a:pt x="8279614" y="2983549"/>
                  </a:cubicBezTo>
                  <a:cubicBezTo>
                    <a:pt x="8531192" y="2938159"/>
                    <a:pt x="8770879" y="2824354"/>
                    <a:pt x="9015380" y="2709229"/>
                  </a:cubicBezTo>
                  <a:cubicBezTo>
                    <a:pt x="9075680" y="2680825"/>
                    <a:pt x="9136262" y="2651949"/>
                    <a:pt x="9197222" y="2623828"/>
                  </a:cubicBezTo>
                  <a:cubicBezTo>
                    <a:pt x="10067081" y="2220416"/>
                    <a:pt x="11049047" y="1930526"/>
                    <a:pt x="12109619" y="1853901"/>
                  </a:cubicBezTo>
                </a:path>
              </a:pathLst>
            </a:custGeom>
            <a:noFill/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93" name="Google Shape;193;p7"/>
            <p:cNvSpPr/>
            <p:nvPr/>
          </p:nvSpPr>
          <p:spPr>
            <a:xfrm>
              <a:off x="77473" y="8637137"/>
              <a:ext cx="12106316" cy="3093666"/>
            </a:xfrm>
            <a:custGeom>
              <a:avLst/>
              <a:gdLst/>
              <a:ahLst/>
              <a:cxnLst/>
              <a:rect l="l" t="t" r="r" b="b"/>
              <a:pathLst>
                <a:path w="12106316" h="3093666" extrusionOk="0">
                  <a:moveTo>
                    <a:pt x="0" y="0"/>
                  </a:moveTo>
                  <a:cubicBezTo>
                    <a:pt x="78795" y="156363"/>
                    <a:pt x="223080" y="366137"/>
                    <a:pt x="403884" y="547130"/>
                  </a:cubicBezTo>
                  <a:cubicBezTo>
                    <a:pt x="551565" y="695095"/>
                    <a:pt x="725198" y="806540"/>
                    <a:pt x="870803" y="886279"/>
                  </a:cubicBezTo>
                  <a:cubicBezTo>
                    <a:pt x="993761" y="953656"/>
                    <a:pt x="1102187" y="994233"/>
                    <a:pt x="1214859" y="1040850"/>
                  </a:cubicBezTo>
                  <a:cubicBezTo>
                    <a:pt x="1364900" y="1102942"/>
                    <a:pt x="1523151" y="1159467"/>
                    <a:pt x="1669795" y="1194948"/>
                  </a:cubicBezTo>
                  <a:cubicBezTo>
                    <a:pt x="1967140" y="1267043"/>
                    <a:pt x="2262409" y="1192023"/>
                    <a:pt x="2518799" y="1102753"/>
                  </a:cubicBezTo>
                  <a:cubicBezTo>
                    <a:pt x="2727724" y="1030092"/>
                    <a:pt x="2930610" y="943182"/>
                    <a:pt x="3149443" y="913173"/>
                  </a:cubicBezTo>
                  <a:cubicBezTo>
                    <a:pt x="3198796" y="906379"/>
                    <a:pt x="3249187" y="902699"/>
                    <a:pt x="3300899" y="902793"/>
                  </a:cubicBezTo>
                  <a:cubicBezTo>
                    <a:pt x="3581730" y="903076"/>
                    <a:pt x="3913613" y="1058590"/>
                    <a:pt x="4020152" y="1334326"/>
                  </a:cubicBezTo>
                  <a:cubicBezTo>
                    <a:pt x="4087812" y="1509468"/>
                    <a:pt x="4059502" y="1691499"/>
                    <a:pt x="4078281" y="1855317"/>
                  </a:cubicBezTo>
                  <a:cubicBezTo>
                    <a:pt x="4086208" y="1924015"/>
                    <a:pt x="4100929" y="1989787"/>
                    <a:pt x="4134334" y="2051314"/>
                  </a:cubicBezTo>
                  <a:cubicBezTo>
                    <a:pt x="4276165" y="2314782"/>
                    <a:pt x="4703640" y="2349508"/>
                    <a:pt x="4987208" y="2178612"/>
                  </a:cubicBezTo>
                  <a:cubicBezTo>
                    <a:pt x="5129794" y="2092646"/>
                    <a:pt x="5244731" y="1961761"/>
                    <a:pt x="5390902" y="1857865"/>
                  </a:cubicBezTo>
                  <a:cubicBezTo>
                    <a:pt x="5588221" y="1718110"/>
                    <a:pt x="5810356" y="1619309"/>
                    <a:pt x="6025698" y="1586564"/>
                  </a:cubicBezTo>
                  <a:cubicBezTo>
                    <a:pt x="6224054" y="1556462"/>
                    <a:pt x="6433262" y="1591471"/>
                    <a:pt x="6619256" y="1674607"/>
                  </a:cubicBezTo>
                  <a:cubicBezTo>
                    <a:pt x="6788170" y="1750099"/>
                    <a:pt x="6940098" y="1870604"/>
                    <a:pt x="7048052" y="2041122"/>
                  </a:cubicBezTo>
                  <a:cubicBezTo>
                    <a:pt x="7064377" y="2066790"/>
                    <a:pt x="7079287" y="2092740"/>
                    <a:pt x="7093159" y="2118879"/>
                  </a:cubicBezTo>
                  <a:cubicBezTo>
                    <a:pt x="7217249" y="2351773"/>
                    <a:pt x="7258487" y="2589290"/>
                    <a:pt x="7393051" y="2771415"/>
                  </a:cubicBezTo>
                  <a:cubicBezTo>
                    <a:pt x="7492701" y="2907301"/>
                    <a:pt x="7642271" y="3003177"/>
                    <a:pt x="7806278" y="3051397"/>
                  </a:cubicBezTo>
                  <a:cubicBezTo>
                    <a:pt x="7952921" y="3094522"/>
                    <a:pt x="8107869" y="3103109"/>
                    <a:pt x="8258099" y="3084142"/>
                  </a:cubicBezTo>
                  <a:cubicBezTo>
                    <a:pt x="8512507" y="3051964"/>
                    <a:pt x="8757102" y="2949955"/>
                    <a:pt x="9006321" y="2846530"/>
                  </a:cubicBezTo>
                  <a:cubicBezTo>
                    <a:pt x="9067658" y="2820769"/>
                    <a:pt x="9129279" y="2794818"/>
                    <a:pt x="9191183" y="2769339"/>
                  </a:cubicBezTo>
                  <a:cubicBezTo>
                    <a:pt x="10074159" y="2404995"/>
                    <a:pt x="11056408" y="2151246"/>
                    <a:pt x="12106316" y="2095571"/>
                  </a:cubicBezTo>
                </a:path>
              </a:pathLst>
            </a:custGeom>
            <a:noFill/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94" name="Google Shape;194;p7"/>
            <p:cNvSpPr/>
            <p:nvPr/>
          </p:nvSpPr>
          <p:spPr>
            <a:xfrm>
              <a:off x="80587" y="8519652"/>
              <a:ext cx="12103296" cy="3188282"/>
            </a:xfrm>
            <a:custGeom>
              <a:avLst/>
              <a:gdLst/>
              <a:ahLst/>
              <a:cxnLst/>
              <a:rect l="l" t="t" r="r" b="b"/>
              <a:pathLst>
                <a:path w="12103296" h="3188282" extrusionOk="0">
                  <a:moveTo>
                    <a:pt x="0" y="0"/>
                  </a:moveTo>
                  <a:cubicBezTo>
                    <a:pt x="77568" y="149947"/>
                    <a:pt x="217040" y="357078"/>
                    <a:pt x="391522" y="542978"/>
                  </a:cubicBezTo>
                  <a:cubicBezTo>
                    <a:pt x="532409" y="693113"/>
                    <a:pt x="697926" y="813901"/>
                    <a:pt x="839474" y="906001"/>
                  </a:cubicBezTo>
                  <a:cubicBezTo>
                    <a:pt x="959318" y="983947"/>
                    <a:pt x="1067366" y="1037924"/>
                    <a:pt x="1177868" y="1093694"/>
                  </a:cubicBezTo>
                  <a:cubicBezTo>
                    <a:pt x="1327060" y="1168998"/>
                    <a:pt x="1481064" y="1233072"/>
                    <a:pt x="1623084" y="1267326"/>
                  </a:cubicBezTo>
                  <a:cubicBezTo>
                    <a:pt x="1925902" y="1340460"/>
                    <a:pt x="2228626" y="1256946"/>
                    <a:pt x="2492094" y="1157768"/>
                  </a:cubicBezTo>
                  <a:cubicBezTo>
                    <a:pt x="2706870" y="1076897"/>
                    <a:pt x="2915983" y="981022"/>
                    <a:pt x="3141894" y="944597"/>
                  </a:cubicBezTo>
                  <a:cubicBezTo>
                    <a:pt x="3192851" y="936387"/>
                    <a:pt x="3244846" y="931291"/>
                    <a:pt x="3298068" y="930253"/>
                  </a:cubicBezTo>
                  <a:cubicBezTo>
                    <a:pt x="3587676" y="924214"/>
                    <a:pt x="3929278" y="1079823"/>
                    <a:pt x="4034778" y="1363296"/>
                  </a:cubicBezTo>
                  <a:cubicBezTo>
                    <a:pt x="4101683" y="1543062"/>
                    <a:pt x="4067806" y="1731415"/>
                    <a:pt x="4082810" y="1902688"/>
                  </a:cubicBezTo>
                  <a:cubicBezTo>
                    <a:pt x="4089133" y="1974595"/>
                    <a:pt x="4102816" y="2043670"/>
                    <a:pt x="4136032" y="2108499"/>
                  </a:cubicBezTo>
                  <a:cubicBezTo>
                    <a:pt x="4277109" y="2386405"/>
                    <a:pt x="4716002" y="2427454"/>
                    <a:pt x="5010610" y="2259483"/>
                  </a:cubicBezTo>
                  <a:cubicBezTo>
                    <a:pt x="5154423" y="2177480"/>
                    <a:pt x="5273040" y="2052918"/>
                    <a:pt x="5417891" y="1950814"/>
                  </a:cubicBezTo>
                  <a:cubicBezTo>
                    <a:pt x="5613982" y="1813230"/>
                    <a:pt x="5830456" y="1709145"/>
                    <a:pt x="6044382" y="1667907"/>
                  </a:cubicBezTo>
                  <a:cubicBezTo>
                    <a:pt x="6240568" y="1630067"/>
                    <a:pt x="6451946" y="1655074"/>
                    <a:pt x="6639733" y="1730849"/>
                  </a:cubicBezTo>
                  <a:cubicBezTo>
                    <a:pt x="6810723" y="1799830"/>
                    <a:pt x="6964161" y="1915711"/>
                    <a:pt x="7069756" y="2085002"/>
                  </a:cubicBezTo>
                  <a:cubicBezTo>
                    <a:pt x="7085704" y="2110481"/>
                    <a:pt x="7100142" y="2136337"/>
                    <a:pt x="7113447" y="2162382"/>
                  </a:cubicBezTo>
                  <a:cubicBezTo>
                    <a:pt x="7232159" y="2394332"/>
                    <a:pt x="7260091" y="2636473"/>
                    <a:pt x="7385314" y="2826525"/>
                  </a:cubicBezTo>
                  <a:cubicBezTo>
                    <a:pt x="7478169" y="2968356"/>
                    <a:pt x="7623114" y="3071309"/>
                    <a:pt x="7785139" y="3128305"/>
                  </a:cubicBezTo>
                  <a:cubicBezTo>
                    <a:pt x="7929707" y="3179168"/>
                    <a:pt x="8085222" y="3196154"/>
                    <a:pt x="8236866" y="3185019"/>
                  </a:cubicBezTo>
                  <a:cubicBezTo>
                    <a:pt x="8494011" y="3166051"/>
                    <a:pt x="8743986" y="3076404"/>
                    <a:pt x="8997545" y="2984115"/>
                  </a:cubicBezTo>
                  <a:cubicBezTo>
                    <a:pt x="9059921" y="2961184"/>
                    <a:pt x="9122579" y="2937970"/>
                    <a:pt x="9185426" y="2915228"/>
                  </a:cubicBezTo>
                  <a:cubicBezTo>
                    <a:pt x="10081614" y="2589951"/>
                    <a:pt x="11064051" y="2372439"/>
                    <a:pt x="12103297" y="2337524"/>
                  </a:cubicBezTo>
                </a:path>
              </a:pathLst>
            </a:custGeom>
            <a:noFill/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95" name="Google Shape;195;p7"/>
            <p:cNvSpPr/>
            <p:nvPr/>
          </p:nvSpPr>
          <p:spPr>
            <a:xfrm>
              <a:off x="83607" y="8402168"/>
              <a:ext cx="12100277" cy="3285815"/>
            </a:xfrm>
            <a:custGeom>
              <a:avLst/>
              <a:gdLst/>
              <a:ahLst/>
              <a:cxnLst/>
              <a:rect l="l" t="t" r="r" b="b"/>
              <a:pathLst>
                <a:path w="12100277" h="3285815" extrusionOk="0">
                  <a:moveTo>
                    <a:pt x="0" y="0"/>
                  </a:moveTo>
                  <a:cubicBezTo>
                    <a:pt x="76342" y="143435"/>
                    <a:pt x="211095" y="348114"/>
                    <a:pt x="379160" y="538826"/>
                  </a:cubicBezTo>
                  <a:cubicBezTo>
                    <a:pt x="513347" y="691132"/>
                    <a:pt x="670654" y="821261"/>
                    <a:pt x="808145" y="925630"/>
                  </a:cubicBezTo>
                  <a:cubicBezTo>
                    <a:pt x="924875" y="1014239"/>
                    <a:pt x="1032451" y="1081615"/>
                    <a:pt x="1140782" y="1146350"/>
                  </a:cubicBezTo>
                  <a:cubicBezTo>
                    <a:pt x="1288842" y="1234865"/>
                    <a:pt x="1438977" y="1306488"/>
                    <a:pt x="1576278" y="1339422"/>
                  </a:cubicBezTo>
                  <a:cubicBezTo>
                    <a:pt x="1884476" y="1413498"/>
                    <a:pt x="2194749" y="1321587"/>
                    <a:pt x="2465200" y="1212500"/>
                  </a:cubicBezTo>
                  <a:cubicBezTo>
                    <a:pt x="2685826" y="1123514"/>
                    <a:pt x="2901262" y="1018579"/>
                    <a:pt x="3134250" y="975737"/>
                  </a:cubicBezTo>
                  <a:cubicBezTo>
                    <a:pt x="3186812" y="966112"/>
                    <a:pt x="3240317" y="959695"/>
                    <a:pt x="3295237" y="957431"/>
                  </a:cubicBezTo>
                  <a:cubicBezTo>
                    <a:pt x="3593526" y="944974"/>
                    <a:pt x="3944848" y="1100677"/>
                    <a:pt x="4049311" y="1391889"/>
                  </a:cubicBezTo>
                  <a:cubicBezTo>
                    <a:pt x="4115461" y="1576278"/>
                    <a:pt x="4075922" y="1770954"/>
                    <a:pt x="4087151" y="1949588"/>
                  </a:cubicBezTo>
                  <a:cubicBezTo>
                    <a:pt x="4091869" y="2024608"/>
                    <a:pt x="4104514" y="2096986"/>
                    <a:pt x="4137542" y="2165213"/>
                  </a:cubicBezTo>
                  <a:cubicBezTo>
                    <a:pt x="4277864" y="2457556"/>
                    <a:pt x="4727986" y="2504645"/>
                    <a:pt x="5033824" y="2339977"/>
                  </a:cubicBezTo>
                  <a:cubicBezTo>
                    <a:pt x="5178863" y="2261937"/>
                    <a:pt x="5301067" y="2143603"/>
                    <a:pt x="5444691" y="2043481"/>
                  </a:cubicBezTo>
                  <a:cubicBezTo>
                    <a:pt x="5639461" y="1908067"/>
                    <a:pt x="5850367" y="1798792"/>
                    <a:pt x="6062972" y="1748873"/>
                  </a:cubicBezTo>
                  <a:cubicBezTo>
                    <a:pt x="6257082" y="1703294"/>
                    <a:pt x="6470536" y="1718204"/>
                    <a:pt x="6660211" y="1786713"/>
                  </a:cubicBezTo>
                  <a:cubicBezTo>
                    <a:pt x="6833276" y="1849183"/>
                    <a:pt x="6988224" y="1960440"/>
                    <a:pt x="7091460" y="2128599"/>
                  </a:cubicBezTo>
                  <a:cubicBezTo>
                    <a:pt x="7107030" y="2153889"/>
                    <a:pt x="7120996" y="2179556"/>
                    <a:pt x="7133641" y="2205507"/>
                  </a:cubicBezTo>
                  <a:cubicBezTo>
                    <a:pt x="7247069" y="2436513"/>
                    <a:pt x="7261506" y="2683278"/>
                    <a:pt x="7377576" y="2881257"/>
                  </a:cubicBezTo>
                  <a:cubicBezTo>
                    <a:pt x="7463637" y="3029033"/>
                    <a:pt x="7603958" y="3139157"/>
                    <a:pt x="7764002" y="3204835"/>
                  </a:cubicBezTo>
                  <a:cubicBezTo>
                    <a:pt x="7906588" y="3263342"/>
                    <a:pt x="8062574" y="3288915"/>
                    <a:pt x="8215540" y="3285518"/>
                  </a:cubicBezTo>
                  <a:cubicBezTo>
                    <a:pt x="8475422" y="3279856"/>
                    <a:pt x="8730680" y="3202476"/>
                    <a:pt x="8988769" y="3121322"/>
                  </a:cubicBezTo>
                  <a:cubicBezTo>
                    <a:pt x="9052183" y="3101128"/>
                    <a:pt x="9115879" y="3080651"/>
                    <a:pt x="9179670" y="3060645"/>
                  </a:cubicBezTo>
                  <a:cubicBezTo>
                    <a:pt x="10089069" y="2774435"/>
                    <a:pt x="11071601" y="2593159"/>
                    <a:pt x="12100277" y="2579099"/>
                  </a:cubicBezTo>
                </a:path>
              </a:pathLst>
            </a:custGeom>
            <a:noFill/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96" name="Google Shape;196;p7"/>
            <p:cNvSpPr/>
            <p:nvPr/>
          </p:nvSpPr>
          <p:spPr>
            <a:xfrm>
              <a:off x="86627" y="8284683"/>
              <a:ext cx="12097068" cy="3387087"/>
            </a:xfrm>
            <a:custGeom>
              <a:avLst/>
              <a:gdLst/>
              <a:ahLst/>
              <a:cxnLst/>
              <a:rect l="l" t="t" r="r" b="b"/>
              <a:pathLst>
                <a:path w="12097068" h="3387087" extrusionOk="0">
                  <a:moveTo>
                    <a:pt x="0" y="0"/>
                  </a:moveTo>
                  <a:cubicBezTo>
                    <a:pt x="75115" y="137018"/>
                    <a:pt x="205150" y="339055"/>
                    <a:pt x="366892" y="534768"/>
                  </a:cubicBezTo>
                  <a:cubicBezTo>
                    <a:pt x="494474" y="689150"/>
                    <a:pt x="643383" y="828622"/>
                    <a:pt x="776910" y="945352"/>
                  </a:cubicBezTo>
                  <a:cubicBezTo>
                    <a:pt x="890431" y="1044530"/>
                    <a:pt x="997347" y="1125212"/>
                    <a:pt x="1103791" y="1199100"/>
                  </a:cubicBezTo>
                  <a:cubicBezTo>
                    <a:pt x="1250435" y="1300826"/>
                    <a:pt x="1396890" y="1379999"/>
                    <a:pt x="1529473" y="1411705"/>
                  </a:cubicBezTo>
                  <a:cubicBezTo>
                    <a:pt x="1843144" y="1486820"/>
                    <a:pt x="2160872" y="1386415"/>
                    <a:pt x="2438400" y="1267421"/>
                  </a:cubicBezTo>
                  <a:cubicBezTo>
                    <a:pt x="2664783" y="1170319"/>
                    <a:pt x="2886635" y="1056326"/>
                    <a:pt x="3126701" y="1007067"/>
                  </a:cubicBezTo>
                  <a:cubicBezTo>
                    <a:pt x="3180772" y="995932"/>
                    <a:pt x="3235976" y="988194"/>
                    <a:pt x="3292501" y="984797"/>
                  </a:cubicBezTo>
                  <a:cubicBezTo>
                    <a:pt x="3599471" y="965924"/>
                    <a:pt x="3961079" y="1121532"/>
                    <a:pt x="4063937" y="1420764"/>
                  </a:cubicBezTo>
                  <a:cubicBezTo>
                    <a:pt x="4129615" y="1609684"/>
                    <a:pt x="4083848" y="1810682"/>
                    <a:pt x="4091681" y="1996865"/>
                  </a:cubicBezTo>
                  <a:cubicBezTo>
                    <a:pt x="4094700" y="2074999"/>
                    <a:pt x="4106402" y="2150680"/>
                    <a:pt x="4139146" y="2222304"/>
                  </a:cubicBezTo>
                  <a:cubicBezTo>
                    <a:pt x="4278713" y="2528991"/>
                    <a:pt x="4740065" y="2581741"/>
                    <a:pt x="5057133" y="2420848"/>
                  </a:cubicBezTo>
                  <a:cubicBezTo>
                    <a:pt x="5203493" y="2346583"/>
                    <a:pt x="5329282" y="2234665"/>
                    <a:pt x="5471491" y="2136525"/>
                  </a:cubicBezTo>
                  <a:cubicBezTo>
                    <a:pt x="5665034" y="2003282"/>
                    <a:pt x="5870373" y="1888816"/>
                    <a:pt x="6081563" y="1830310"/>
                  </a:cubicBezTo>
                  <a:cubicBezTo>
                    <a:pt x="6273596" y="1777088"/>
                    <a:pt x="6489126" y="1781806"/>
                    <a:pt x="6680593" y="1842955"/>
                  </a:cubicBezTo>
                  <a:cubicBezTo>
                    <a:pt x="6855736" y="1898914"/>
                    <a:pt x="7012099" y="2005452"/>
                    <a:pt x="7113070" y="2172573"/>
                  </a:cubicBezTo>
                  <a:cubicBezTo>
                    <a:pt x="7128263" y="2197674"/>
                    <a:pt x="7141757" y="2223153"/>
                    <a:pt x="7153836" y="2249103"/>
                  </a:cubicBezTo>
                  <a:cubicBezTo>
                    <a:pt x="7261884" y="2479260"/>
                    <a:pt x="7263016" y="2730555"/>
                    <a:pt x="7369743" y="2936461"/>
                  </a:cubicBezTo>
                  <a:cubicBezTo>
                    <a:pt x="7448916" y="3090181"/>
                    <a:pt x="7584708" y="3207478"/>
                    <a:pt x="7742675" y="3281837"/>
                  </a:cubicBezTo>
                  <a:cubicBezTo>
                    <a:pt x="7883280" y="3347988"/>
                    <a:pt x="8039737" y="3382054"/>
                    <a:pt x="8194119" y="3386489"/>
                  </a:cubicBezTo>
                  <a:cubicBezTo>
                    <a:pt x="8456737" y="3394038"/>
                    <a:pt x="8717280" y="3329020"/>
                    <a:pt x="8979805" y="3259001"/>
                  </a:cubicBezTo>
                  <a:cubicBezTo>
                    <a:pt x="9044350" y="3241638"/>
                    <a:pt x="9108990" y="3223897"/>
                    <a:pt x="9173725" y="3206534"/>
                  </a:cubicBezTo>
                  <a:cubicBezTo>
                    <a:pt x="10096240" y="2959391"/>
                    <a:pt x="11079055" y="2814257"/>
                    <a:pt x="12097068" y="2821146"/>
                  </a:cubicBezTo>
                </a:path>
              </a:pathLst>
            </a:custGeom>
            <a:noFill/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97" name="Google Shape;197;p7"/>
            <p:cNvSpPr/>
            <p:nvPr/>
          </p:nvSpPr>
          <p:spPr>
            <a:xfrm>
              <a:off x="89647" y="8167104"/>
              <a:ext cx="12093859" cy="3491821"/>
            </a:xfrm>
            <a:custGeom>
              <a:avLst/>
              <a:gdLst/>
              <a:ahLst/>
              <a:cxnLst/>
              <a:rect l="l" t="t" r="r" b="b"/>
              <a:pathLst>
                <a:path w="12093859" h="3491821" extrusionOk="0">
                  <a:moveTo>
                    <a:pt x="0" y="0"/>
                  </a:moveTo>
                  <a:cubicBezTo>
                    <a:pt x="73888" y="130507"/>
                    <a:pt x="199394" y="329901"/>
                    <a:pt x="354531" y="530616"/>
                  </a:cubicBezTo>
                  <a:cubicBezTo>
                    <a:pt x="475507" y="687168"/>
                    <a:pt x="615922" y="835982"/>
                    <a:pt x="745580" y="964980"/>
                  </a:cubicBezTo>
                  <a:cubicBezTo>
                    <a:pt x="855799" y="1074727"/>
                    <a:pt x="962054" y="1168809"/>
                    <a:pt x="1066706" y="1251756"/>
                  </a:cubicBezTo>
                  <a:cubicBezTo>
                    <a:pt x="1211651" y="1366599"/>
                    <a:pt x="1354803" y="1453132"/>
                    <a:pt x="1482668" y="1483895"/>
                  </a:cubicBezTo>
                  <a:cubicBezTo>
                    <a:pt x="1802000" y="1559387"/>
                    <a:pt x="2126711" y="1450773"/>
                    <a:pt x="2411600" y="1322247"/>
                  </a:cubicBezTo>
                  <a:cubicBezTo>
                    <a:pt x="2643645" y="1216747"/>
                    <a:pt x="2872009" y="1093977"/>
                    <a:pt x="3119057" y="1038302"/>
                  </a:cubicBezTo>
                  <a:cubicBezTo>
                    <a:pt x="3174733" y="1025751"/>
                    <a:pt x="3231541" y="1016692"/>
                    <a:pt x="3289575" y="1012068"/>
                  </a:cubicBezTo>
                  <a:cubicBezTo>
                    <a:pt x="3605322" y="986873"/>
                    <a:pt x="3976555" y="1142575"/>
                    <a:pt x="4078375" y="1449546"/>
                  </a:cubicBezTo>
                  <a:cubicBezTo>
                    <a:pt x="4143204" y="1643089"/>
                    <a:pt x="4092058" y="1850315"/>
                    <a:pt x="4096021" y="2044048"/>
                  </a:cubicBezTo>
                  <a:cubicBezTo>
                    <a:pt x="4097437" y="2125296"/>
                    <a:pt x="4108100" y="2204280"/>
                    <a:pt x="4140656" y="2279300"/>
                  </a:cubicBezTo>
                  <a:cubicBezTo>
                    <a:pt x="4279468" y="2600426"/>
                    <a:pt x="4752049" y="2658555"/>
                    <a:pt x="5080346" y="2501625"/>
                  </a:cubicBezTo>
                  <a:cubicBezTo>
                    <a:pt x="5228123" y="2431040"/>
                    <a:pt x="5357403" y="2325728"/>
                    <a:pt x="5498290" y="2229381"/>
                  </a:cubicBezTo>
                  <a:cubicBezTo>
                    <a:pt x="5690513" y="2098213"/>
                    <a:pt x="5890378" y="1978747"/>
                    <a:pt x="6100058" y="1911464"/>
                  </a:cubicBezTo>
                  <a:cubicBezTo>
                    <a:pt x="6290110" y="1850504"/>
                    <a:pt x="6507622" y="1845125"/>
                    <a:pt x="6700882" y="1899008"/>
                  </a:cubicBezTo>
                  <a:cubicBezTo>
                    <a:pt x="6878100" y="1948455"/>
                    <a:pt x="7035973" y="2050370"/>
                    <a:pt x="7134585" y="2216359"/>
                  </a:cubicBezTo>
                  <a:cubicBezTo>
                    <a:pt x="7149400" y="2241271"/>
                    <a:pt x="7162328" y="2266655"/>
                    <a:pt x="7173935" y="2292417"/>
                  </a:cubicBezTo>
                  <a:cubicBezTo>
                    <a:pt x="7276699" y="2521630"/>
                    <a:pt x="7264432" y="2777549"/>
                    <a:pt x="7361911" y="2991381"/>
                  </a:cubicBezTo>
                  <a:cubicBezTo>
                    <a:pt x="7434289" y="3150953"/>
                    <a:pt x="7565457" y="3275421"/>
                    <a:pt x="7721443" y="3358557"/>
                  </a:cubicBezTo>
                  <a:cubicBezTo>
                    <a:pt x="7860066" y="3432444"/>
                    <a:pt x="8016995" y="3474909"/>
                    <a:pt x="8172698" y="3487177"/>
                  </a:cubicBezTo>
                  <a:cubicBezTo>
                    <a:pt x="8438053" y="3508031"/>
                    <a:pt x="8703880" y="3455281"/>
                    <a:pt x="8970840" y="3396397"/>
                  </a:cubicBezTo>
                  <a:cubicBezTo>
                    <a:pt x="9036423" y="3381770"/>
                    <a:pt x="9102102" y="3366766"/>
                    <a:pt x="9167780" y="3352234"/>
                  </a:cubicBezTo>
                  <a:cubicBezTo>
                    <a:pt x="10103507" y="3144158"/>
                    <a:pt x="11086510" y="3035261"/>
                    <a:pt x="12093860" y="3063004"/>
                  </a:cubicBezTo>
                </a:path>
              </a:pathLst>
            </a:custGeom>
            <a:noFill/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98" name="Google Shape;198;p7"/>
            <p:cNvSpPr/>
            <p:nvPr/>
          </p:nvSpPr>
          <p:spPr>
            <a:xfrm>
              <a:off x="92761" y="8049619"/>
              <a:ext cx="12090651" cy="3600743"/>
            </a:xfrm>
            <a:custGeom>
              <a:avLst/>
              <a:gdLst/>
              <a:ahLst/>
              <a:cxnLst/>
              <a:rect l="l" t="t" r="r" b="b"/>
              <a:pathLst>
                <a:path w="12090651" h="3600743" extrusionOk="0">
                  <a:moveTo>
                    <a:pt x="0" y="0"/>
                  </a:moveTo>
                  <a:cubicBezTo>
                    <a:pt x="72661" y="123996"/>
                    <a:pt x="193826" y="320842"/>
                    <a:pt x="342169" y="526464"/>
                  </a:cubicBezTo>
                  <a:cubicBezTo>
                    <a:pt x="456634" y="685092"/>
                    <a:pt x="588557" y="843249"/>
                    <a:pt x="714251" y="984608"/>
                  </a:cubicBezTo>
                  <a:cubicBezTo>
                    <a:pt x="821261" y="1104829"/>
                    <a:pt x="926479" y="1212217"/>
                    <a:pt x="1029620" y="1304412"/>
                  </a:cubicBezTo>
                  <a:cubicBezTo>
                    <a:pt x="1172772" y="1432371"/>
                    <a:pt x="1312622" y="1526642"/>
                    <a:pt x="1435863" y="1555990"/>
                  </a:cubicBezTo>
                  <a:cubicBezTo>
                    <a:pt x="1760574" y="1632520"/>
                    <a:pt x="2092929" y="1515507"/>
                    <a:pt x="2384801" y="1376979"/>
                  </a:cubicBezTo>
                  <a:cubicBezTo>
                    <a:pt x="2622790" y="1263457"/>
                    <a:pt x="2857382" y="1131535"/>
                    <a:pt x="3111508" y="1069442"/>
                  </a:cubicBezTo>
                  <a:cubicBezTo>
                    <a:pt x="3168788" y="1055476"/>
                    <a:pt x="3227105" y="1045002"/>
                    <a:pt x="3286839" y="1039245"/>
                  </a:cubicBezTo>
                  <a:cubicBezTo>
                    <a:pt x="3611267" y="1007633"/>
                    <a:pt x="3992125" y="1163525"/>
                    <a:pt x="4093096" y="1478139"/>
                  </a:cubicBezTo>
                  <a:cubicBezTo>
                    <a:pt x="4157076" y="1676400"/>
                    <a:pt x="4100456" y="1889855"/>
                    <a:pt x="4100551" y="2090947"/>
                  </a:cubicBezTo>
                  <a:cubicBezTo>
                    <a:pt x="4100456" y="2175310"/>
                    <a:pt x="4109987" y="2257690"/>
                    <a:pt x="4142355" y="2336014"/>
                  </a:cubicBezTo>
                  <a:cubicBezTo>
                    <a:pt x="4280411" y="2671577"/>
                    <a:pt x="4764223" y="2734613"/>
                    <a:pt x="5103749" y="2582119"/>
                  </a:cubicBezTo>
                  <a:cubicBezTo>
                    <a:pt x="5252940" y="2515119"/>
                    <a:pt x="5385712" y="2416413"/>
                    <a:pt x="5525185" y="2322048"/>
                  </a:cubicBezTo>
                  <a:cubicBezTo>
                    <a:pt x="5716180" y="2193050"/>
                    <a:pt x="5910478" y="2068488"/>
                    <a:pt x="6118742" y="1992524"/>
                  </a:cubicBezTo>
                  <a:cubicBezTo>
                    <a:pt x="6306812" y="1923920"/>
                    <a:pt x="6526306" y="1908256"/>
                    <a:pt x="6721359" y="1954967"/>
                  </a:cubicBezTo>
                  <a:cubicBezTo>
                    <a:pt x="6900653" y="1997903"/>
                    <a:pt x="7060036" y="2095099"/>
                    <a:pt x="7156289" y="2260050"/>
                  </a:cubicBezTo>
                  <a:cubicBezTo>
                    <a:pt x="7170727" y="2284774"/>
                    <a:pt x="7183183" y="2309969"/>
                    <a:pt x="7194130" y="2335731"/>
                  </a:cubicBezTo>
                  <a:cubicBezTo>
                    <a:pt x="7291515" y="2564001"/>
                    <a:pt x="7265942" y="2824543"/>
                    <a:pt x="7354079" y="3046302"/>
                  </a:cubicBezTo>
                  <a:cubicBezTo>
                    <a:pt x="7419662" y="3211818"/>
                    <a:pt x="7546489" y="3343175"/>
                    <a:pt x="7700211" y="3435275"/>
                  </a:cubicBezTo>
                  <a:cubicBezTo>
                    <a:pt x="7837041" y="3516618"/>
                    <a:pt x="7994159" y="3568142"/>
                    <a:pt x="8151277" y="3587864"/>
                  </a:cubicBezTo>
                  <a:cubicBezTo>
                    <a:pt x="8419275" y="3622496"/>
                    <a:pt x="8690575" y="3581448"/>
                    <a:pt x="8961969" y="3533793"/>
                  </a:cubicBezTo>
                  <a:cubicBezTo>
                    <a:pt x="9028591" y="3521997"/>
                    <a:pt x="9095307" y="3509730"/>
                    <a:pt x="9161929" y="3497840"/>
                  </a:cubicBezTo>
                  <a:cubicBezTo>
                    <a:pt x="10110773" y="3328831"/>
                    <a:pt x="11094059" y="3256170"/>
                    <a:pt x="12090651" y="3304768"/>
                  </a:cubicBezTo>
                </a:path>
              </a:pathLst>
            </a:custGeom>
            <a:noFill/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99" name="Google Shape;199;p7"/>
            <p:cNvSpPr/>
            <p:nvPr/>
          </p:nvSpPr>
          <p:spPr>
            <a:xfrm>
              <a:off x="95780" y="7932134"/>
              <a:ext cx="12087631" cy="3713953"/>
            </a:xfrm>
            <a:custGeom>
              <a:avLst/>
              <a:gdLst/>
              <a:ahLst/>
              <a:cxnLst/>
              <a:rect l="l" t="t" r="r" b="b"/>
              <a:pathLst>
                <a:path w="12087631" h="3713953" extrusionOk="0">
                  <a:moveTo>
                    <a:pt x="0" y="0"/>
                  </a:moveTo>
                  <a:cubicBezTo>
                    <a:pt x="71435" y="117579"/>
                    <a:pt x="188259" y="311689"/>
                    <a:pt x="329807" y="522312"/>
                  </a:cubicBezTo>
                  <a:cubicBezTo>
                    <a:pt x="437950" y="683111"/>
                    <a:pt x="560813" y="850703"/>
                    <a:pt x="683016" y="1004330"/>
                  </a:cubicBezTo>
                  <a:cubicBezTo>
                    <a:pt x="786535" y="1135215"/>
                    <a:pt x="890997" y="1255625"/>
                    <a:pt x="992629" y="1357162"/>
                  </a:cubicBezTo>
                  <a:cubicBezTo>
                    <a:pt x="1133799" y="1498050"/>
                    <a:pt x="1270535" y="1600153"/>
                    <a:pt x="1389058" y="1628274"/>
                  </a:cubicBezTo>
                  <a:cubicBezTo>
                    <a:pt x="1719242" y="1705936"/>
                    <a:pt x="2059052" y="1580525"/>
                    <a:pt x="2358001" y="1431900"/>
                  </a:cubicBezTo>
                  <a:cubicBezTo>
                    <a:pt x="2601841" y="1310357"/>
                    <a:pt x="2842661" y="1169281"/>
                    <a:pt x="3103864" y="1100772"/>
                  </a:cubicBezTo>
                  <a:cubicBezTo>
                    <a:pt x="3162748" y="1085296"/>
                    <a:pt x="3222670" y="1073594"/>
                    <a:pt x="3284008" y="1066611"/>
                  </a:cubicBezTo>
                  <a:cubicBezTo>
                    <a:pt x="3617117" y="1028676"/>
                    <a:pt x="4007601" y="1184568"/>
                    <a:pt x="4107628" y="1507014"/>
                  </a:cubicBezTo>
                  <a:cubicBezTo>
                    <a:pt x="4170759" y="1709900"/>
                    <a:pt x="4108666" y="1929582"/>
                    <a:pt x="4104986" y="2138224"/>
                  </a:cubicBezTo>
                  <a:cubicBezTo>
                    <a:pt x="4103382" y="2225795"/>
                    <a:pt x="4111780" y="2311385"/>
                    <a:pt x="4143959" y="2393199"/>
                  </a:cubicBezTo>
                  <a:cubicBezTo>
                    <a:pt x="4281261" y="2743106"/>
                    <a:pt x="4776301" y="2810955"/>
                    <a:pt x="5127057" y="2663084"/>
                  </a:cubicBezTo>
                  <a:cubicBezTo>
                    <a:pt x="5277759" y="2599576"/>
                    <a:pt x="5413833" y="2507570"/>
                    <a:pt x="5552079" y="2415186"/>
                  </a:cubicBezTo>
                  <a:cubicBezTo>
                    <a:pt x="5741753" y="2288359"/>
                    <a:pt x="5930672" y="2158607"/>
                    <a:pt x="6137426" y="2073961"/>
                  </a:cubicBezTo>
                  <a:cubicBezTo>
                    <a:pt x="6323515" y="1997714"/>
                    <a:pt x="6544990" y="1971575"/>
                    <a:pt x="6741837" y="2011303"/>
                  </a:cubicBezTo>
                  <a:cubicBezTo>
                    <a:pt x="6923207" y="2047445"/>
                    <a:pt x="7084099" y="2140300"/>
                    <a:pt x="7177993" y="2304118"/>
                  </a:cubicBezTo>
                  <a:cubicBezTo>
                    <a:pt x="7192053" y="2328653"/>
                    <a:pt x="7204038" y="2353754"/>
                    <a:pt x="7214418" y="2379327"/>
                  </a:cubicBezTo>
                  <a:cubicBezTo>
                    <a:pt x="7306519" y="2606748"/>
                    <a:pt x="7267546" y="2871820"/>
                    <a:pt x="7346435" y="3101505"/>
                  </a:cubicBezTo>
                  <a:cubicBezTo>
                    <a:pt x="7405225" y="3272967"/>
                    <a:pt x="7527334" y="3411590"/>
                    <a:pt x="7679073" y="3512278"/>
                  </a:cubicBezTo>
                  <a:cubicBezTo>
                    <a:pt x="7813827" y="3601358"/>
                    <a:pt x="7971417" y="3661186"/>
                    <a:pt x="8130045" y="3688835"/>
                  </a:cubicBezTo>
                  <a:cubicBezTo>
                    <a:pt x="8400684" y="3736584"/>
                    <a:pt x="8677364" y="3707991"/>
                    <a:pt x="8953193" y="3671472"/>
                  </a:cubicBezTo>
                  <a:cubicBezTo>
                    <a:pt x="9020947" y="3662413"/>
                    <a:pt x="9088608" y="3652882"/>
                    <a:pt x="9156173" y="3643823"/>
                  </a:cubicBezTo>
                  <a:cubicBezTo>
                    <a:pt x="10118228" y="3513882"/>
                    <a:pt x="11101703" y="3477363"/>
                    <a:pt x="12087632" y="3546815"/>
                  </a:cubicBezTo>
                </a:path>
              </a:pathLst>
            </a:custGeom>
            <a:noFill/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00" name="Google Shape;200;p7"/>
            <p:cNvSpPr/>
            <p:nvPr/>
          </p:nvSpPr>
          <p:spPr>
            <a:xfrm>
              <a:off x="98800" y="7814649"/>
              <a:ext cx="12084423" cy="3831239"/>
            </a:xfrm>
            <a:custGeom>
              <a:avLst/>
              <a:gdLst/>
              <a:ahLst/>
              <a:cxnLst/>
              <a:rect l="l" t="t" r="r" b="b"/>
              <a:pathLst>
                <a:path w="12084423" h="3831239" extrusionOk="0">
                  <a:moveTo>
                    <a:pt x="0" y="0"/>
                  </a:moveTo>
                  <a:cubicBezTo>
                    <a:pt x="230912" y="365383"/>
                    <a:pt x="921572" y="1601568"/>
                    <a:pt x="1342347" y="1700369"/>
                  </a:cubicBezTo>
                  <a:cubicBezTo>
                    <a:pt x="1677910" y="1779164"/>
                    <a:pt x="2025269" y="1645354"/>
                    <a:pt x="2331295" y="1486631"/>
                  </a:cubicBezTo>
                  <a:cubicBezTo>
                    <a:pt x="2637322" y="1327909"/>
                    <a:pt x="2939480" y="1138046"/>
                    <a:pt x="3281271" y="1093694"/>
                  </a:cubicBezTo>
                  <a:cubicBezTo>
                    <a:pt x="3623062" y="1049343"/>
                    <a:pt x="4023171" y="1205423"/>
                    <a:pt x="4122255" y="1535607"/>
                  </a:cubicBezTo>
                  <a:cubicBezTo>
                    <a:pt x="4210770" y="1830310"/>
                    <a:pt x="4037515" y="2161815"/>
                    <a:pt x="4145563" y="2449913"/>
                  </a:cubicBezTo>
                  <a:cubicBezTo>
                    <a:pt x="4282110" y="2814257"/>
                    <a:pt x="4788474" y="2886352"/>
                    <a:pt x="5150365" y="2743578"/>
                  </a:cubicBezTo>
                  <a:cubicBezTo>
                    <a:pt x="5512256" y="2600803"/>
                    <a:pt x="5801863" y="2316103"/>
                    <a:pt x="6156017" y="2154927"/>
                  </a:cubicBezTo>
                  <a:cubicBezTo>
                    <a:pt x="6510170" y="1993751"/>
                    <a:pt x="7008891" y="2008566"/>
                    <a:pt x="7199603" y="2347621"/>
                  </a:cubicBezTo>
                  <a:cubicBezTo>
                    <a:pt x="7334639" y="2587781"/>
                    <a:pt x="7261129" y="2891826"/>
                    <a:pt x="7338603" y="3156143"/>
                  </a:cubicBezTo>
                  <a:cubicBezTo>
                    <a:pt x="7436648" y="3490857"/>
                    <a:pt x="7768248" y="3713559"/>
                    <a:pt x="8108624" y="3789240"/>
                  </a:cubicBezTo>
                  <a:cubicBezTo>
                    <a:pt x="8448999" y="3864921"/>
                    <a:pt x="8802964" y="3821513"/>
                    <a:pt x="9150228" y="3789146"/>
                  </a:cubicBezTo>
                  <a:cubicBezTo>
                    <a:pt x="10125494" y="3698272"/>
                    <a:pt x="11109158" y="3697989"/>
                    <a:pt x="12084423" y="3788296"/>
                  </a:cubicBezTo>
                </a:path>
              </a:pathLst>
            </a:custGeom>
            <a:noFill/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201" name="Google Shape;201;p7"/>
          <p:cNvSpPr txBox="1">
            <a:spLocks noGrp="1"/>
          </p:cNvSpPr>
          <p:nvPr>
            <p:ph type="subTitle" idx="1"/>
          </p:nvPr>
        </p:nvSpPr>
        <p:spPr>
          <a:xfrm>
            <a:off x="873360" y="1813775"/>
            <a:ext cx="4961100" cy="717900"/>
          </a:xfrm>
          <a:prstGeom prst="rect">
            <a:avLst/>
          </a:prstGeom>
        </p:spPr>
        <p:txBody>
          <a:bodyPr spcFirstLastPara="1" wrap="square" lIns="121900" tIns="121900" rIns="121900" bIns="121900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100"/>
              <a:buNone/>
              <a:defRPr sz="2100" b="1"/>
            </a:lvl1pPr>
            <a:lvl2pPr lvl="1" rtl="0">
              <a:spcBef>
                <a:spcPts val="2100"/>
              </a:spcBef>
              <a:spcAft>
                <a:spcPts val="0"/>
              </a:spcAft>
              <a:buSzPts val="2100"/>
              <a:buNone/>
              <a:defRPr sz="2100" b="1"/>
            </a:lvl2pPr>
            <a:lvl3pPr lvl="2" rtl="0">
              <a:spcBef>
                <a:spcPts val="2100"/>
              </a:spcBef>
              <a:spcAft>
                <a:spcPts val="0"/>
              </a:spcAft>
              <a:buSzPts val="2100"/>
              <a:buNone/>
              <a:defRPr sz="2100" b="1"/>
            </a:lvl3pPr>
            <a:lvl4pPr lvl="3" rtl="0">
              <a:spcBef>
                <a:spcPts val="2100"/>
              </a:spcBef>
              <a:spcAft>
                <a:spcPts val="0"/>
              </a:spcAft>
              <a:buSzPts val="2100"/>
              <a:buNone/>
              <a:defRPr sz="2100" b="1"/>
            </a:lvl4pPr>
            <a:lvl5pPr lvl="4" rtl="0">
              <a:spcBef>
                <a:spcPts val="2100"/>
              </a:spcBef>
              <a:spcAft>
                <a:spcPts val="0"/>
              </a:spcAft>
              <a:buSzPts val="2100"/>
              <a:buNone/>
              <a:defRPr sz="2100" b="1"/>
            </a:lvl5pPr>
            <a:lvl6pPr lvl="5" rtl="0">
              <a:spcBef>
                <a:spcPts val="2100"/>
              </a:spcBef>
              <a:spcAft>
                <a:spcPts val="0"/>
              </a:spcAft>
              <a:buSzPts val="2100"/>
              <a:buNone/>
              <a:defRPr sz="2100" b="1"/>
            </a:lvl6pPr>
            <a:lvl7pPr lvl="6" rtl="0">
              <a:spcBef>
                <a:spcPts val="2100"/>
              </a:spcBef>
              <a:spcAft>
                <a:spcPts val="0"/>
              </a:spcAft>
              <a:buSzPts val="2100"/>
              <a:buNone/>
              <a:defRPr sz="2100" b="1"/>
            </a:lvl7pPr>
            <a:lvl8pPr lvl="7" rtl="0">
              <a:spcBef>
                <a:spcPts val="2100"/>
              </a:spcBef>
              <a:spcAft>
                <a:spcPts val="0"/>
              </a:spcAft>
              <a:buSzPts val="2100"/>
              <a:buNone/>
              <a:defRPr sz="2100" b="1"/>
            </a:lvl8pPr>
            <a:lvl9pPr lvl="8" rtl="0">
              <a:spcBef>
                <a:spcPts val="2100"/>
              </a:spcBef>
              <a:spcAft>
                <a:spcPts val="2100"/>
              </a:spcAft>
              <a:buSzPts val="2100"/>
              <a:buNone/>
              <a:defRPr sz="2100" b="1"/>
            </a:lvl9pPr>
          </a:lstStyle>
          <a:p>
            <a:endParaRPr/>
          </a:p>
        </p:txBody>
      </p:sp>
      <p:sp>
        <p:nvSpPr>
          <p:cNvPr id="202" name="Google Shape;202;p7"/>
          <p:cNvSpPr txBox="1">
            <a:spLocks noGrp="1"/>
          </p:cNvSpPr>
          <p:nvPr>
            <p:ph type="subTitle" idx="2"/>
          </p:nvPr>
        </p:nvSpPr>
        <p:spPr>
          <a:xfrm>
            <a:off x="6464155" y="1813775"/>
            <a:ext cx="4960800" cy="717900"/>
          </a:xfrm>
          <a:prstGeom prst="rect">
            <a:avLst/>
          </a:prstGeom>
        </p:spPr>
        <p:txBody>
          <a:bodyPr spcFirstLastPara="1" wrap="square" lIns="121900" tIns="121900" rIns="121900" bIns="121900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100"/>
              <a:buNone/>
              <a:defRPr sz="2100" b="1"/>
            </a:lvl1pPr>
            <a:lvl2pPr lvl="1" rtl="0">
              <a:spcBef>
                <a:spcPts val="2100"/>
              </a:spcBef>
              <a:spcAft>
                <a:spcPts val="0"/>
              </a:spcAft>
              <a:buSzPts val="2100"/>
              <a:buNone/>
              <a:defRPr sz="2100" b="1"/>
            </a:lvl2pPr>
            <a:lvl3pPr lvl="2" rtl="0">
              <a:spcBef>
                <a:spcPts val="2100"/>
              </a:spcBef>
              <a:spcAft>
                <a:spcPts val="0"/>
              </a:spcAft>
              <a:buSzPts val="2100"/>
              <a:buNone/>
              <a:defRPr sz="2100" b="1"/>
            </a:lvl3pPr>
            <a:lvl4pPr lvl="3" rtl="0">
              <a:spcBef>
                <a:spcPts val="2100"/>
              </a:spcBef>
              <a:spcAft>
                <a:spcPts val="0"/>
              </a:spcAft>
              <a:buSzPts val="2100"/>
              <a:buNone/>
              <a:defRPr sz="2100" b="1"/>
            </a:lvl4pPr>
            <a:lvl5pPr lvl="4" rtl="0">
              <a:spcBef>
                <a:spcPts val="2100"/>
              </a:spcBef>
              <a:spcAft>
                <a:spcPts val="0"/>
              </a:spcAft>
              <a:buSzPts val="2100"/>
              <a:buNone/>
              <a:defRPr sz="2100" b="1"/>
            </a:lvl5pPr>
            <a:lvl6pPr lvl="5" rtl="0">
              <a:spcBef>
                <a:spcPts val="2100"/>
              </a:spcBef>
              <a:spcAft>
                <a:spcPts val="0"/>
              </a:spcAft>
              <a:buSzPts val="2100"/>
              <a:buNone/>
              <a:defRPr sz="2100" b="1"/>
            </a:lvl6pPr>
            <a:lvl7pPr lvl="6" rtl="0">
              <a:spcBef>
                <a:spcPts val="2100"/>
              </a:spcBef>
              <a:spcAft>
                <a:spcPts val="0"/>
              </a:spcAft>
              <a:buSzPts val="2100"/>
              <a:buNone/>
              <a:defRPr sz="2100" b="1"/>
            </a:lvl7pPr>
            <a:lvl8pPr lvl="7" rtl="0">
              <a:spcBef>
                <a:spcPts val="2100"/>
              </a:spcBef>
              <a:spcAft>
                <a:spcPts val="0"/>
              </a:spcAft>
              <a:buSzPts val="2100"/>
              <a:buNone/>
              <a:defRPr sz="2100" b="1"/>
            </a:lvl8pPr>
            <a:lvl9pPr lvl="8" rtl="0">
              <a:spcBef>
                <a:spcPts val="2100"/>
              </a:spcBef>
              <a:spcAft>
                <a:spcPts val="2100"/>
              </a:spcAft>
              <a:buSzPts val="2100"/>
              <a:buNone/>
              <a:defRPr sz="2100" b="1"/>
            </a:lvl9pPr>
          </a:lstStyle>
          <a:p>
            <a:endParaRPr/>
          </a:p>
        </p:txBody>
      </p:sp>
      <p:sp>
        <p:nvSpPr>
          <p:cNvPr id="203" name="Google Shape;203;p7"/>
          <p:cNvSpPr txBox="1">
            <a:spLocks noGrp="1"/>
          </p:cNvSpPr>
          <p:nvPr>
            <p:ph type="title"/>
          </p:nvPr>
        </p:nvSpPr>
        <p:spPr>
          <a:xfrm>
            <a:off x="873350" y="836300"/>
            <a:ext cx="10551900" cy="763500"/>
          </a:xfrm>
          <a:prstGeom prst="rect">
            <a:avLst/>
          </a:prstGeom>
        </p:spPr>
        <p:txBody>
          <a:bodyPr spcFirstLastPara="1" wrap="square" lIns="121900" tIns="121900" rIns="121900" bIns="121900" anchor="t" anchorCtr="0">
            <a:noAutofit/>
          </a:bodyPr>
          <a:lstStyle>
            <a:lvl1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Aldrich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Abril Fatface"/>
              <a:buNone/>
              <a:defRPr sz="4000">
                <a:solidFill>
                  <a:schemeClr val="dk1"/>
                </a:solidFill>
                <a:latin typeface="Abril Fatface"/>
                <a:ea typeface="Abril Fatface"/>
                <a:cs typeface="Abril Fatface"/>
                <a:sym typeface="Abril Fatface"/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Abril Fatface"/>
              <a:buNone/>
              <a:defRPr sz="4000">
                <a:solidFill>
                  <a:schemeClr val="dk1"/>
                </a:solidFill>
                <a:latin typeface="Abril Fatface"/>
                <a:ea typeface="Abril Fatface"/>
                <a:cs typeface="Abril Fatface"/>
                <a:sym typeface="Abril Fatface"/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Abril Fatface"/>
              <a:buNone/>
              <a:defRPr sz="4000">
                <a:solidFill>
                  <a:schemeClr val="dk1"/>
                </a:solidFill>
                <a:latin typeface="Abril Fatface"/>
                <a:ea typeface="Abril Fatface"/>
                <a:cs typeface="Abril Fatface"/>
                <a:sym typeface="Abril Fatface"/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Abril Fatface"/>
              <a:buNone/>
              <a:defRPr sz="4000">
                <a:solidFill>
                  <a:schemeClr val="dk1"/>
                </a:solidFill>
                <a:latin typeface="Abril Fatface"/>
                <a:ea typeface="Abril Fatface"/>
                <a:cs typeface="Abril Fatface"/>
                <a:sym typeface="Abril Fatface"/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Abril Fatface"/>
              <a:buNone/>
              <a:defRPr sz="4000">
                <a:solidFill>
                  <a:schemeClr val="dk1"/>
                </a:solidFill>
                <a:latin typeface="Abril Fatface"/>
                <a:ea typeface="Abril Fatface"/>
                <a:cs typeface="Abril Fatface"/>
                <a:sym typeface="Abril Fatface"/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Abril Fatface"/>
              <a:buNone/>
              <a:defRPr sz="4000">
                <a:solidFill>
                  <a:schemeClr val="dk1"/>
                </a:solidFill>
                <a:latin typeface="Abril Fatface"/>
                <a:ea typeface="Abril Fatface"/>
                <a:cs typeface="Abril Fatface"/>
                <a:sym typeface="Abril Fatface"/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Abril Fatface"/>
              <a:buNone/>
              <a:defRPr sz="4000">
                <a:solidFill>
                  <a:schemeClr val="dk1"/>
                </a:solidFill>
                <a:latin typeface="Abril Fatface"/>
                <a:ea typeface="Abril Fatface"/>
                <a:cs typeface="Abril Fatface"/>
                <a:sym typeface="Abril Fatface"/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Abril Fatface"/>
              <a:buNone/>
              <a:defRPr sz="4000">
                <a:solidFill>
                  <a:schemeClr val="dk1"/>
                </a:solidFill>
                <a:latin typeface="Abril Fatface"/>
                <a:ea typeface="Abril Fatface"/>
                <a:cs typeface="Abril Fatface"/>
                <a:sym typeface="Abril Fatface"/>
              </a:defRPr>
            </a:lvl9pPr>
          </a:lstStyle>
          <a:p>
            <a:endParaRPr/>
          </a:p>
        </p:txBody>
      </p:sp>
      <p:sp>
        <p:nvSpPr>
          <p:cNvPr id="204" name="Google Shape;204;p7"/>
          <p:cNvSpPr txBox="1">
            <a:spLocks noGrp="1"/>
          </p:cNvSpPr>
          <p:nvPr>
            <p:ph type="body" idx="3"/>
          </p:nvPr>
        </p:nvSpPr>
        <p:spPr>
          <a:xfrm>
            <a:off x="873350" y="2750800"/>
            <a:ext cx="4960800" cy="3118500"/>
          </a:xfrm>
          <a:prstGeom prst="rect">
            <a:avLst/>
          </a:prstGeom>
        </p:spPr>
        <p:txBody>
          <a:bodyPr spcFirstLastPara="1" wrap="square" lIns="121900" tIns="121900" rIns="121900" bIns="121900" anchor="t" anchorCtr="0">
            <a:noAutofit/>
          </a:bodyPr>
          <a:lstStyle>
            <a:lvl1pPr marL="457200" lvl="0" indent="-349250">
              <a:spcBef>
                <a:spcPts val="0"/>
              </a:spcBef>
              <a:spcAft>
                <a:spcPts val="0"/>
              </a:spcAft>
              <a:buSzPts val="1900"/>
              <a:buChar char="●"/>
              <a:defRPr/>
            </a:lvl1pPr>
            <a:lvl2pPr marL="914400" lvl="1" indent="-349250">
              <a:spcBef>
                <a:spcPts val="2100"/>
              </a:spcBef>
              <a:spcAft>
                <a:spcPts val="0"/>
              </a:spcAft>
              <a:buSzPts val="1900"/>
              <a:buChar char="○"/>
              <a:defRPr/>
            </a:lvl2pPr>
            <a:lvl3pPr marL="1371600" lvl="2" indent="-349250">
              <a:spcBef>
                <a:spcPts val="2100"/>
              </a:spcBef>
              <a:spcAft>
                <a:spcPts val="0"/>
              </a:spcAft>
              <a:buSzPts val="1900"/>
              <a:buChar char="■"/>
              <a:defRPr/>
            </a:lvl3pPr>
            <a:lvl4pPr marL="1828800" lvl="3" indent="-349250">
              <a:spcBef>
                <a:spcPts val="2100"/>
              </a:spcBef>
              <a:spcAft>
                <a:spcPts val="0"/>
              </a:spcAft>
              <a:buSzPts val="1900"/>
              <a:buChar char="●"/>
              <a:defRPr/>
            </a:lvl4pPr>
            <a:lvl5pPr marL="2286000" lvl="4" indent="-349250">
              <a:spcBef>
                <a:spcPts val="2100"/>
              </a:spcBef>
              <a:spcAft>
                <a:spcPts val="0"/>
              </a:spcAft>
              <a:buSzPts val="1900"/>
              <a:buChar char="○"/>
              <a:defRPr/>
            </a:lvl5pPr>
            <a:lvl6pPr marL="2743200" lvl="5" indent="-349250">
              <a:spcBef>
                <a:spcPts val="2100"/>
              </a:spcBef>
              <a:spcAft>
                <a:spcPts val="0"/>
              </a:spcAft>
              <a:buSzPts val="1900"/>
              <a:buChar char="■"/>
              <a:defRPr/>
            </a:lvl6pPr>
            <a:lvl7pPr marL="3200400" lvl="6" indent="-349250">
              <a:spcBef>
                <a:spcPts val="2100"/>
              </a:spcBef>
              <a:spcAft>
                <a:spcPts val="0"/>
              </a:spcAft>
              <a:buSzPts val="1900"/>
              <a:buChar char="●"/>
              <a:defRPr/>
            </a:lvl7pPr>
            <a:lvl8pPr marL="3657600" lvl="7" indent="-349250">
              <a:spcBef>
                <a:spcPts val="2100"/>
              </a:spcBef>
              <a:spcAft>
                <a:spcPts val="0"/>
              </a:spcAft>
              <a:buSzPts val="1900"/>
              <a:buChar char="○"/>
              <a:defRPr/>
            </a:lvl8pPr>
            <a:lvl9pPr marL="4114800" lvl="8" indent="-349250">
              <a:spcBef>
                <a:spcPts val="2100"/>
              </a:spcBef>
              <a:spcAft>
                <a:spcPts val="2100"/>
              </a:spcAft>
              <a:buSzPts val="1900"/>
              <a:buChar char="■"/>
              <a:defRPr/>
            </a:lvl9pPr>
          </a:lstStyle>
          <a:p>
            <a:endParaRPr/>
          </a:p>
        </p:txBody>
      </p:sp>
      <p:sp>
        <p:nvSpPr>
          <p:cNvPr id="205" name="Google Shape;205;p7"/>
          <p:cNvSpPr txBox="1">
            <a:spLocks noGrp="1"/>
          </p:cNvSpPr>
          <p:nvPr>
            <p:ph type="body" idx="4"/>
          </p:nvPr>
        </p:nvSpPr>
        <p:spPr>
          <a:xfrm>
            <a:off x="6464146" y="2739050"/>
            <a:ext cx="4961100" cy="3118500"/>
          </a:xfrm>
          <a:prstGeom prst="rect">
            <a:avLst/>
          </a:prstGeom>
        </p:spPr>
        <p:txBody>
          <a:bodyPr spcFirstLastPara="1" wrap="square" lIns="121900" tIns="121900" rIns="121900" bIns="121900" anchor="t" anchorCtr="0">
            <a:noAutofit/>
          </a:bodyPr>
          <a:lstStyle>
            <a:lvl1pPr marL="457200" lvl="0" indent="-349250">
              <a:spcBef>
                <a:spcPts val="0"/>
              </a:spcBef>
              <a:spcAft>
                <a:spcPts val="0"/>
              </a:spcAft>
              <a:buSzPts val="1900"/>
              <a:buChar char="●"/>
              <a:defRPr/>
            </a:lvl1pPr>
            <a:lvl2pPr marL="914400" lvl="1" indent="-349250">
              <a:spcBef>
                <a:spcPts val="2100"/>
              </a:spcBef>
              <a:spcAft>
                <a:spcPts val="0"/>
              </a:spcAft>
              <a:buSzPts val="1900"/>
              <a:buChar char="○"/>
              <a:defRPr/>
            </a:lvl2pPr>
            <a:lvl3pPr marL="1371600" lvl="2" indent="-349250">
              <a:spcBef>
                <a:spcPts val="2100"/>
              </a:spcBef>
              <a:spcAft>
                <a:spcPts val="0"/>
              </a:spcAft>
              <a:buSzPts val="1900"/>
              <a:buChar char="■"/>
              <a:defRPr/>
            </a:lvl3pPr>
            <a:lvl4pPr marL="1828800" lvl="3" indent="-349250">
              <a:spcBef>
                <a:spcPts val="2100"/>
              </a:spcBef>
              <a:spcAft>
                <a:spcPts val="0"/>
              </a:spcAft>
              <a:buSzPts val="1900"/>
              <a:buChar char="●"/>
              <a:defRPr/>
            </a:lvl4pPr>
            <a:lvl5pPr marL="2286000" lvl="4" indent="-349250">
              <a:spcBef>
                <a:spcPts val="2100"/>
              </a:spcBef>
              <a:spcAft>
                <a:spcPts val="0"/>
              </a:spcAft>
              <a:buSzPts val="1900"/>
              <a:buChar char="○"/>
              <a:defRPr/>
            </a:lvl5pPr>
            <a:lvl6pPr marL="2743200" lvl="5" indent="-349250">
              <a:spcBef>
                <a:spcPts val="2100"/>
              </a:spcBef>
              <a:spcAft>
                <a:spcPts val="0"/>
              </a:spcAft>
              <a:buSzPts val="1900"/>
              <a:buChar char="■"/>
              <a:defRPr/>
            </a:lvl6pPr>
            <a:lvl7pPr marL="3200400" lvl="6" indent="-349250">
              <a:spcBef>
                <a:spcPts val="2100"/>
              </a:spcBef>
              <a:spcAft>
                <a:spcPts val="0"/>
              </a:spcAft>
              <a:buSzPts val="1900"/>
              <a:buChar char="●"/>
              <a:defRPr/>
            </a:lvl7pPr>
            <a:lvl8pPr marL="3657600" lvl="7" indent="-349250">
              <a:spcBef>
                <a:spcPts val="2100"/>
              </a:spcBef>
              <a:spcAft>
                <a:spcPts val="0"/>
              </a:spcAft>
              <a:buSzPts val="1900"/>
              <a:buChar char="○"/>
              <a:defRPr/>
            </a:lvl8pPr>
            <a:lvl9pPr marL="4114800" lvl="8" indent="-349250">
              <a:spcBef>
                <a:spcPts val="2100"/>
              </a:spcBef>
              <a:spcAft>
                <a:spcPts val="2100"/>
              </a:spcAft>
              <a:buSzPts val="1900"/>
              <a:buChar char="■"/>
              <a:defRPr/>
            </a:lvl9pPr>
          </a:lstStyle>
          <a:p>
            <a:endParaRPr/>
          </a:p>
        </p:txBody>
      </p:sp>
      <p:sp>
        <p:nvSpPr>
          <p:cNvPr id="206" name="Google Shape;206;p7"/>
          <p:cNvSpPr txBox="1"/>
          <p:nvPr/>
        </p:nvSpPr>
        <p:spPr>
          <a:xfrm rot="5400000">
            <a:off x="-679350" y="6198500"/>
            <a:ext cx="1579800" cy="373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solidFill>
                  <a:srgbClr val="666666"/>
                </a:solidFill>
                <a:latin typeface="Barlow Condensed"/>
                <a:ea typeface="Barlow Condensed"/>
                <a:cs typeface="Barlow Condensed"/>
                <a:sym typeface="Barlow Condensed"/>
              </a:rPr>
              <a:t>SLIDESMANIA.COM</a:t>
            </a:r>
            <a:endParaRPr sz="1200">
              <a:solidFill>
                <a:srgbClr val="666666"/>
              </a:solidFill>
              <a:latin typeface="Barlow Condensed"/>
              <a:ea typeface="Barlow Condensed"/>
              <a:cs typeface="Barlow Condensed"/>
              <a:sym typeface="Barlow Condensed"/>
            </a:endParaRPr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009 Big Title">
  <p:cSld name="CUSTOM_7">
    <p:spTree>
      <p:nvGrpSpPr>
        <p:cNvPr id="1" name="Shape 2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83" name="Google Shape;283;p10"/>
          <p:cNvGrpSpPr/>
          <p:nvPr/>
        </p:nvGrpSpPr>
        <p:grpSpPr>
          <a:xfrm>
            <a:off x="-54500" y="2918637"/>
            <a:ext cx="12245912" cy="3938882"/>
            <a:chOff x="4435" y="7748593"/>
            <a:chExt cx="12182563" cy="5161009"/>
          </a:xfrm>
        </p:grpSpPr>
        <p:sp>
          <p:nvSpPr>
            <p:cNvPr id="284" name="Google Shape;284;p10"/>
            <p:cNvSpPr/>
            <p:nvPr/>
          </p:nvSpPr>
          <p:spPr>
            <a:xfrm>
              <a:off x="4435" y="7748593"/>
              <a:ext cx="12182563" cy="5161009"/>
            </a:xfrm>
            <a:custGeom>
              <a:avLst/>
              <a:gdLst/>
              <a:ahLst/>
              <a:cxnLst/>
              <a:rect l="l" t="t" r="r" b="b"/>
              <a:pathLst>
                <a:path w="12182563" h="5161009" extrusionOk="0">
                  <a:moveTo>
                    <a:pt x="0" y="3708557"/>
                  </a:moveTo>
                  <a:cubicBezTo>
                    <a:pt x="108331" y="4020435"/>
                    <a:pt x="379915" y="4274183"/>
                    <a:pt x="700002" y="4355149"/>
                  </a:cubicBezTo>
                  <a:cubicBezTo>
                    <a:pt x="1020089" y="4436114"/>
                    <a:pt x="1378300" y="4345996"/>
                    <a:pt x="1621951" y="4123199"/>
                  </a:cubicBezTo>
                  <a:cubicBezTo>
                    <a:pt x="1819080" y="3942961"/>
                    <a:pt x="1935810" y="3692704"/>
                    <a:pt x="2103781" y="3485006"/>
                  </a:cubicBezTo>
                  <a:cubicBezTo>
                    <a:pt x="2271657" y="3277308"/>
                    <a:pt x="2534558" y="3103109"/>
                    <a:pt x="2792836" y="3171147"/>
                  </a:cubicBezTo>
                  <a:cubicBezTo>
                    <a:pt x="3089521" y="3249376"/>
                    <a:pt x="3217763" y="3587581"/>
                    <a:pt x="3331474" y="3872564"/>
                  </a:cubicBezTo>
                  <a:cubicBezTo>
                    <a:pt x="3445278" y="4157548"/>
                    <a:pt x="3667697" y="4476597"/>
                    <a:pt x="3971459" y="4433567"/>
                  </a:cubicBezTo>
                  <a:cubicBezTo>
                    <a:pt x="4202183" y="4400916"/>
                    <a:pt x="4347128" y="4168966"/>
                    <a:pt x="4428093" y="3950416"/>
                  </a:cubicBezTo>
                  <a:cubicBezTo>
                    <a:pt x="4509058" y="3731866"/>
                    <a:pt x="4568414" y="3488214"/>
                    <a:pt x="4746859" y="3338268"/>
                  </a:cubicBezTo>
                  <a:cubicBezTo>
                    <a:pt x="4974657" y="3146706"/>
                    <a:pt x="5331075" y="3182471"/>
                    <a:pt x="5579350" y="3346572"/>
                  </a:cubicBezTo>
                  <a:cubicBezTo>
                    <a:pt x="5827626" y="3510673"/>
                    <a:pt x="5989556" y="3774991"/>
                    <a:pt x="6129595" y="4037609"/>
                  </a:cubicBezTo>
                  <a:cubicBezTo>
                    <a:pt x="6269632" y="4300228"/>
                    <a:pt x="6399762" y="4575115"/>
                    <a:pt x="6609065" y="4786681"/>
                  </a:cubicBezTo>
                  <a:cubicBezTo>
                    <a:pt x="7046637" y="5228972"/>
                    <a:pt x="7816091" y="5287950"/>
                    <a:pt x="8315944" y="4917472"/>
                  </a:cubicBezTo>
                  <a:cubicBezTo>
                    <a:pt x="8830424" y="4536236"/>
                    <a:pt x="8990279" y="3854069"/>
                    <a:pt x="9219964" y="3256265"/>
                  </a:cubicBezTo>
                  <a:cubicBezTo>
                    <a:pt x="9764641" y="1838614"/>
                    <a:pt x="10785391" y="595257"/>
                    <a:pt x="12182563" y="0"/>
                  </a:cubicBezTo>
                </a:path>
              </a:pathLst>
            </a:custGeom>
            <a:noFill/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85" name="Google Shape;285;p10"/>
            <p:cNvSpPr/>
            <p:nvPr/>
          </p:nvSpPr>
          <p:spPr>
            <a:xfrm>
              <a:off x="7454" y="7872778"/>
              <a:ext cx="12179449" cy="4973808"/>
            </a:xfrm>
            <a:custGeom>
              <a:avLst/>
              <a:gdLst/>
              <a:ahLst/>
              <a:cxnLst/>
              <a:rect l="l" t="t" r="r" b="b"/>
              <a:pathLst>
                <a:path w="12179449" h="4973808" extrusionOk="0">
                  <a:moveTo>
                    <a:pt x="0" y="3466888"/>
                  </a:moveTo>
                  <a:cubicBezTo>
                    <a:pt x="107105" y="3772349"/>
                    <a:pt x="373404" y="4024681"/>
                    <a:pt x="687640" y="4109327"/>
                  </a:cubicBezTo>
                  <a:cubicBezTo>
                    <a:pt x="1000556" y="4193595"/>
                    <a:pt x="1351028" y="4111498"/>
                    <a:pt x="1590622" y="3901157"/>
                  </a:cubicBezTo>
                  <a:cubicBezTo>
                    <a:pt x="1784637" y="3731300"/>
                    <a:pt x="1900235" y="3492838"/>
                    <a:pt x="2066695" y="3295992"/>
                  </a:cubicBezTo>
                  <a:cubicBezTo>
                    <a:pt x="2232967" y="3099335"/>
                    <a:pt x="2492377" y="2934951"/>
                    <a:pt x="2746031" y="3001667"/>
                  </a:cubicBezTo>
                  <a:cubicBezTo>
                    <a:pt x="2919003" y="3046962"/>
                    <a:pt x="3040262" y="3165579"/>
                    <a:pt x="3135194" y="3309015"/>
                  </a:cubicBezTo>
                  <a:cubicBezTo>
                    <a:pt x="3208799" y="3419422"/>
                    <a:pt x="3267400" y="3544456"/>
                    <a:pt x="3323924" y="3662130"/>
                  </a:cubicBezTo>
                  <a:cubicBezTo>
                    <a:pt x="3336758" y="3688741"/>
                    <a:pt x="3350535" y="3715729"/>
                    <a:pt x="3365445" y="3742907"/>
                  </a:cubicBezTo>
                  <a:cubicBezTo>
                    <a:pt x="3446033" y="3889928"/>
                    <a:pt x="3557667" y="4042045"/>
                    <a:pt x="3684683" y="4140468"/>
                  </a:cubicBezTo>
                  <a:cubicBezTo>
                    <a:pt x="3772348" y="4207845"/>
                    <a:pt x="3867846" y="4247384"/>
                    <a:pt x="3975989" y="4239080"/>
                  </a:cubicBezTo>
                  <a:cubicBezTo>
                    <a:pt x="4019114" y="4235871"/>
                    <a:pt x="4059502" y="4225397"/>
                    <a:pt x="4097720" y="4209071"/>
                  </a:cubicBezTo>
                  <a:cubicBezTo>
                    <a:pt x="4256914" y="4141317"/>
                    <a:pt x="4379401" y="3965892"/>
                    <a:pt x="4451496" y="3789523"/>
                  </a:cubicBezTo>
                  <a:cubicBezTo>
                    <a:pt x="4538217" y="3577484"/>
                    <a:pt x="4596724" y="3337513"/>
                    <a:pt x="4773753" y="3189454"/>
                  </a:cubicBezTo>
                  <a:cubicBezTo>
                    <a:pt x="5000324" y="3000063"/>
                    <a:pt x="5351080" y="3030259"/>
                    <a:pt x="5597940" y="3186057"/>
                  </a:cubicBezTo>
                  <a:cubicBezTo>
                    <a:pt x="5844139" y="3342231"/>
                    <a:pt x="6008051" y="3596735"/>
                    <a:pt x="6149977" y="3851898"/>
                  </a:cubicBezTo>
                  <a:cubicBezTo>
                    <a:pt x="6273313" y="4073091"/>
                    <a:pt x="6388721" y="4305041"/>
                    <a:pt x="6550841" y="4500660"/>
                  </a:cubicBezTo>
                  <a:cubicBezTo>
                    <a:pt x="6575848" y="4530763"/>
                    <a:pt x="6601893" y="4560016"/>
                    <a:pt x="6629259" y="4588231"/>
                  </a:cubicBezTo>
                  <a:cubicBezTo>
                    <a:pt x="6875930" y="4842074"/>
                    <a:pt x="7224610" y="4974185"/>
                    <a:pt x="7572535" y="4973808"/>
                  </a:cubicBezTo>
                  <a:cubicBezTo>
                    <a:pt x="7828831" y="4973619"/>
                    <a:pt x="8084749" y="4900958"/>
                    <a:pt x="8294712" y="4752427"/>
                  </a:cubicBezTo>
                  <a:cubicBezTo>
                    <a:pt x="8487784" y="4615597"/>
                    <a:pt x="8632351" y="4436020"/>
                    <a:pt x="8750025" y="4233890"/>
                  </a:cubicBezTo>
                  <a:cubicBezTo>
                    <a:pt x="8943002" y="3902950"/>
                    <a:pt x="9064073" y="3511900"/>
                    <a:pt x="9211094" y="3151897"/>
                  </a:cubicBezTo>
                  <a:cubicBezTo>
                    <a:pt x="9247708" y="3062155"/>
                    <a:pt x="9286303" y="2973169"/>
                    <a:pt x="9326785" y="2884937"/>
                  </a:cubicBezTo>
                  <a:cubicBezTo>
                    <a:pt x="9906755" y="1621951"/>
                    <a:pt x="10884096" y="535523"/>
                    <a:pt x="12179449" y="0"/>
                  </a:cubicBezTo>
                </a:path>
              </a:pathLst>
            </a:custGeom>
            <a:noFill/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86" name="Google Shape;286;p10"/>
            <p:cNvSpPr/>
            <p:nvPr/>
          </p:nvSpPr>
          <p:spPr>
            <a:xfrm>
              <a:off x="10568" y="7997057"/>
              <a:ext cx="12176240" cy="4787302"/>
            </a:xfrm>
            <a:custGeom>
              <a:avLst/>
              <a:gdLst/>
              <a:ahLst/>
              <a:cxnLst/>
              <a:rect l="l" t="t" r="r" b="b"/>
              <a:pathLst>
                <a:path w="12176240" h="4787302" extrusionOk="0">
                  <a:moveTo>
                    <a:pt x="0" y="3225124"/>
                  </a:moveTo>
                  <a:cubicBezTo>
                    <a:pt x="105878" y="3524073"/>
                    <a:pt x="366798" y="3775085"/>
                    <a:pt x="675373" y="3863411"/>
                  </a:cubicBezTo>
                  <a:cubicBezTo>
                    <a:pt x="981022" y="3950982"/>
                    <a:pt x="1323851" y="3876811"/>
                    <a:pt x="1559387" y="3679116"/>
                  </a:cubicBezTo>
                  <a:cubicBezTo>
                    <a:pt x="1750288" y="3519638"/>
                    <a:pt x="1864753" y="3292878"/>
                    <a:pt x="2029704" y="3106979"/>
                  </a:cubicBezTo>
                  <a:cubicBezTo>
                    <a:pt x="2194371" y="2921362"/>
                    <a:pt x="2450290" y="2766697"/>
                    <a:pt x="2699226" y="2832187"/>
                  </a:cubicBezTo>
                  <a:cubicBezTo>
                    <a:pt x="2877576" y="2878614"/>
                    <a:pt x="3005913" y="2989116"/>
                    <a:pt x="3108300" y="3122171"/>
                  </a:cubicBezTo>
                  <a:cubicBezTo>
                    <a:pt x="3187378" y="3224935"/>
                    <a:pt x="3252584" y="3340438"/>
                    <a:pt x="3316281" y="3451601"/>
                  </a:cubicBezTo>
                  <a:cubicBezTo>
                    <a:pt x="3330624" y="3476796"/>
                    <a:pt x="3346100" y="3502464"/>
                    <a:pt x="3362614" y="3528414"/>
                  </a:cubicBezTo>
                  <a:cubicBezTo>
                    <a:pt x="3451884" y="3669019"/>
                    <a:pt x="3572766" y="3821796"/>
                    <a:pt x="3699215" y="3927391"/>
                  </a:cubicBezTo>
                  <a:cubicBezTo>
                    <a:pt x="3785748" y="3999769"/>
                    <a:pt x="3876056" y="4044875"/>
                    <a:pt x="3980424" y="4044309"/>
                  </a:cubicBezTo>
                  <a:cubicBezTo>
                    <a:pt x="4022039" y="4044121"/>
                    <a:pt x="4061295" y="4036949"/>
                    <a:pt x="4099324" y="4024115"/>
                  </a:cubicBezTo>
                  <a:cubicBezTo>
                    <a:pt x="4257575" y="3970421"/>
                    <a:pt x="4395820" y="3804905"/>
                    <a:pt x="4474804" y="3628347"/>
                  </a:cubicBezTo>
                  <a:cubicBezTo>
                    <a:pt x="4566810" y="3422819"/>
                    <a:pt x="4624939" y="3186623"/>
                    <a:pt x="4800647" y="3040451"/>
                  </a:cubicBezTo>
                  <a:cubicBezTo>
                    <a:pt x="5025897" y="2853230"/>
                    <a:pt x="5371464" y="2877388"/>
                    <a:pt x="5616624" y="3025447"/>
                  </a:cubicBezTo>
                  <a:cubicBezTo>
                    <a:pt x="5861030" y="3173034"/>
                    <a:pt x="6026642" y="3418478"/>
                    <a:pt x="6170455" y="3666187"/>
                  </a:cubicBezTo>
                  <a:cubicBezTo>
                    <a:pt x="6295866" y="3880963"/>
                    <a:pt x="6412785" y="4108100"/>
                    <a:pt x="6572545" y="4302682"/>
                  </a:cubicBezTo>
                  <a:cubicBezTo>
                    <a:pt x="6597174" y="4332596"/>
                    <a:pt x="6622748" y="4361755"/>
                    <a:pt x="6649453" y="4389781"/>
                  </a:cubicBezTo>
                  <a:cubicBezTo>
                    <a:pt x="6890839" y="4642680"/>
                    <a:pt x="7226119" y="4779416"/>
                    <a:pt x="7564797" y="4786965"/>
                  </a:cubicBezTo>
                  <a:cubicBezTo>
                    <a:pt x="7814299" y="4792626"/>
                    <a:pt x="8065499" y="4727326"/>
                    <a:pt x="8273575" y="4587382"/>
                  </a:cubicBezTo>
                  <a:cubicBezTo>
                    <a:pt x="8464664" y="4458385"/>
                    <a:pt x="8609609" y="4287112"/>
                    <a:pt x="8728698" y="4092813"/>
                  </a:cubicBezTo>
                  <a:cubicBezTo>
                    <a:pt x="8924412" y="3774991"/>
                    <a:pt x="9050767" y="3396397"/>
                    <a:pt x="9202223" y="3047528"/>
                  </a:cubicBezTo>
                  <a:cubicBezTo>
                    <a:pt x="9239875" y="2960618"/>
                    <a:pt x="9279508" y="2874274"/>
                    <a:pt x="9320935" y="2788873"/>
                  </a:cubicBezTo>
                  <a:cubicBezTo>
                    <a:pt x="9914115" y="1564955"/>
                    <a:pt x="10891552" y="514763"/>
                    <a:pt x="12176241" y="0"/>
                  </a:cubicBezTo>
                </a:path>
              </a:pathLst>
            </a:custGeom>
            <a:noFill/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87" name="Google Shape;287;p10"/>
            <p:cNvSpPr/>
            <p:nvPr/>
          </p:nvSpPr>
          <p:spPr>
            <a:xfrm>
              <a:off x="13588" y="8121525"/>
              <a:ext cx="12172938" cy="4601569"/>
            </a:xfrm>
            <a:custGeom>
              <a:avLst/>
              <a:gdLst/>
              <a:ahLst/>
              <a:cxnLst/>
              <a:rect l="l" t="t" r="r" b="b"/>
              <a:pathLst>
                <a:path w="12172938" h="4601569" extrusionOk="0">
                  <a:moveTo>
                    <a:pt x="0" y="2983171"/>
                  </a:moveTo>
                  <a:cubicBezTo>
                    <a:pt x="104651" y="3275609"/>
                    <a:pt x="360287" y="3525206"/>
                    <a:pt x="663011" y="3617306"/>
                  </a:cubicBezTo>
                  <a:cubicBezTo>
                    <a:pt x="961394" y="3708086"/>
                    <a:pt x="1296580" y="3641936"/>
                    <a:pt x="1528152" y="3456791"/>
                  </a:cubicBezTo>
                  <a:cubicBezTo>
                    <a:pt x="1715939" y="3307694"/>
                    <a:pt x="1829272" y="3092729"/>
                    <a:pt x="1992713" y="2917682"/>
                  </a:cubicBezTo>
                  <a:cubicBezTo>
                    <a:pt x="2155776" y="2743012"/>
                    <a:pt x="2408203" y="2598255"/>
                    <a:pt x="2652515" y="2662329"/>
                  </a:cubicBezTo>
                  <a:cubicBezTo>
                    <a:pt x="2836244" y="2709795"/>
                    <a:pt x="2971942" y="2812181"/>
                    <a:pt x="3081594" y="2934951"/>
                  </a:cubicBezTo>
                  <a:cubicBezTo>
                    <a:pt x="3166429" y="3029882"/>
                    <a:pt x="3238052" y="3136043"/>
                    <a:pt x="3308732" y="3240789"/>
                  </a:cubicBezTo>
                  <a:cubicBezTo>
                    <a:pt x="3324679" y="3264474"/>
                    <a:pt x="3341759" y="3288821"/>
                    <a:pt x="3359783" y="3313639"/>
                  </a:cubicBezTo>
                  <a:cubicBezTo>
                    <a:pt x="3457829" y="3447920"/>
                    <a:pt x="3588053" y="3600887"/>
                    <a:pt x="3713747" y="3714125"/>
                  </a:cubicBezTo>
                  <a:cubicBezTo>
                    <a:pt x="3799337" y="3791221"/>
                    <a:pt x="3884360" y="3842273"/>
                    <a:pt x="3984765" y="3849445"/>
                  </a:cubicBezTo>
                  <a:cubicBezTo>
                    <a:pt x="4024870" y="3852276"/>
                    <a:pt x="4062994" y="3848501"/>
                    <a:pt x="4100740" y="3839065"/>
                  </a:cubicBezTo>
                  <a:cubicBezTo>
                    <a:pt x="4258236" y="3799620"/>
                    <a:pt x="4411768" y="3644106"/>
                    <a:pt x="4497923" y="3467077"/>
                  </a:cubicBezTo>
                  <a:cubicBezTo>
                    <a:pt x="4594837" y="3268060"/>
                    <a:pt x="4652871" y="3035544"/>
                    <a:pt x="4827258" y="2891354"/>
                  </a:cubicBezTo>
                  <a:cubicBezTo>
                    <a:pt x="5051282" y="2706303"/>
                    <a:pt x="5391375" y="2724705"/>
                    <a:pt x="5635026" y="2864743"/>
                  </a:cubicBezTo>
                  <a:cubicBezTo>
                    <a:pt x="5877544" y="3004120"/>
                    <a:pt x="6044949" y="3240034"/>
                    <a:pt x="6190743" y="3480382"/>
                  </a:cubicBezTo>
                  <a:cubicBezTo>
                    <a:pt x="6318136" y="3688741"/>
                    <a:pt x="6436659" y="3911160"/>
                    <a:pt x="6593966" y="4104609"/>
                  </a:cubicBezTo>
                  <a:cubicBezTo>
                    <a:pt x="6618218" y="4134334"/>
                    <a:pt x="6643225" y="4163304"/>
                    <a:pt x="6669459" y="4191331"/>
                  </a:cubicBezTo>
                  <a:cubicBezTo>
                    <a:pt x="6905466" y="4443286"/>
                    <a:pt x="7227441" y="4584645"/>
                    <a:pt x="7556870" y="4600121"/>
                  </a:cubicBezTo>
                  <a:cubicBezTo>
                    <a:pt x="7799577" y="4611728"/>
                    <a:pt x="8046154" y="4553693"/>
                    <a:pt x="8252153" y="4422337"/>
                  </a:cubicBezTo>
                  <a:cubicBezTo>
                    <a:pt x="8441167" y="4301172"/>
                    <a:pt x="8586678" y="4138109"/>
                    <a:pt x="8707089" y="3951737"/>
                  </a:cubicBezTo>
                  <a:cubicBezTo>
                    <a:pt x="8905444" y="3646937"/>
                    <a:pt x="9037273" y="3280799"/>
                    <a:pt x="9193165" y="2943160"/>
                  </a:cubicBezTo>
                  <a:cubicBezTo>
                    <a:pt x="9231949" y="2858987"/>
                    <a:pt x="9272526" y="2775473"/>
                    <a:pt x="9314895" y="2692715"/>
                  </a:cubicBezTo>
                  <a:cubicBezTo>
                    <a:pt x="9921193" y="1507864"/>
                    <a:pt x="10898912" y="493908"/>
                    <a:pt x="12172939" y="0"/>
                  </a:cubicBezTo>
                </a:path>
              </a:pathLst>
            </a:custGeom>
            <a:noFill/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88" name="Google Shape;288;p10"/>
            <p:cNvSpPr/>
            <p:nvPr/>
          </p:nvSpPr>
          <p:spPr>
            <a:xfrm>
              <a:off x="16608" y="8245804"/>
              <a:ext cx="12170106" cy="4416557"/>
            </a:xfrm>
            <a:custGeom>
              <a:avLst/>
              <a:gdLst/>
              <a:ahLst/>
              <a:cxnLst/>
              <a:rect l="l" t="t" r="r" b="b"/>
              <a:pathLst>
                <a:path w="12170106" h="4416557" extrusionOk="0">
                  <a:moveTo>
                    <a:pt x="0" y="2741313"/>
                  </a:moveTo>
                  <a:cubicBezTo>
                    <a:pt x="103424" y="3027334"/>
                    <a:pt x="353681" y="3275421"/>
                    <a:pt x="650649" y="3371296"/>
                  </a:cubicBezTo>
                  <a:cubicBezTo>
                    <a:pt x="941766" y="3465284"/>
                    <a:pt x="1268931" y="3406683"/>
                    <a:pt x="1496823" y="3234561"/>
                  </a:cubicBezTo>
                  <a:cubicBezTo>
                    <a:pt x="1681118" y="3095372"/>
                    <a:pt x="1793791" y="2892486"/>
                    <a:pt x="1955627" y="2728479"/>
                  </a:cubicBezTo>
                  <a:cubicBezTo>
                    <a:pt x="2117181" y="2564755"/>
                    <a:pt x="2365833" y="2430473"/>
                    <a:pt x="2605710" y="2492660"/>
                  </a:cubicBezTo>
                  <a:cubicBezTo>
                    <a:pt x="2794818" y="2541730"/>
                    <a:pt x="2937970" y="2635529"/>
                    <a:pt x="3054795" y="2747919"/>
                  </a:cubicBezTo>
                  <a:cubicBezTo>
                    <a:pt x="3145385" y="2835018"/>
                    <a:pt x="3223425" y="2931836"/>
                    <a:pt x="3301182" y="3030165"/>
                  </a:cubicBezTo>
                  <a:cubicBezTo>
                    <a:pt x="3318734" y="3052435"/>
                    <a:pt x="3337324" y="3075461"/>
                    <a:pt x="3357047" y="3099052"/>
                  </a:cubicBezTo>
                  <a:cubicBezTo>
                    <a:pt x="3463774" y="3226917"/>
                    <a:pt x="3603529" y="3380166"/>
                    <a:pt x="3728468" y="3501048"/>
                  </a:cubicBezTo>
                  <a:cubicBezTo>
                    <a:pt x="3813114" y="3582957"/>
                    <a:pt x="3892947" y="3639954"/>
                    <a:pt x="3989389" y="3654769"/>
                  </a:cubicBezTo>
                  <a:cubicBezTo>
                    <a:pt x="4027984" y="3660714"/>
                    <a:pt x="4064975" y="3660242"/>
                    <a:pt x="4102533" y="3654203"/>
                  </a:cubicBezTo>
                  <a:cubicBezTo>
                    <a:pt x="4259368" y="3629008"/>
                    <a:pt x="4427904" y="3483591"/>
                    <a:pt x="4521420" y="3305995"/>
                  </a:cubicBezTo>
                  <a:cubicBezTo>
                    <a:pt x="4622863" y="3113395"/>
                    <a:pt x="4681275" y="2884654"/>
                    <a:pt x="4854341" y="2742351"/>
                  </a:cubicBezTo>
                  <a:cubicBezTo>
                    <a:pt x="5077044" y="2559471"/>
                    <a:pt x="5411757" y="2572116"/>
                    <a:pt x="5653898" y="2704039"/>
                  </a:cubicBezTo>
                  <a:cubicBezTo>
                    <a:pt x="5894436" y="2835112"/>
                    <a:pt x="6063255" y="3062061"/>
                    <a:pt x="6211409" y="3294577"/>
                  </a:cubicBezTo>
                  <a:cubicBezTo>
                    <a:pt x="6340312" y="3496896"/>
                    <a:pt x="6460911" y="3714125"/>
                    <a:pt x="6615859" y="3906536"/>
                  </a:cubicBezTo>
                  <a:cubicBezTo>
                    <a:pt x="6639733" y="3936072"/>
                    <a:pt x="6664268" y="3964948"/>
                    <a:pt x="6689936" y="3992786"/>
                  </a:cubicBezTo>
                  <a:cubicBezTo>
                    <a:pt x="6920659" y="4243892"/>
                    <a:pt x="7229233" y="4389781"/>
                    <a:pt x="7549321" y="4413184"/>
                  </a:cubicBezTo>
                  <a:cubicBezTo>
                    <a:pt x="7785140" y="4430735"/>
                    <a:pt x="8027186" y="4379967"/>
                    <a:pt x="8231205" y="4257198"/>
                  </a:cubicBezTo>
                  <a:cubicBezTo>
                    <a:pt x="8418236" y="4143770"/>
                    <a:pt x="8564125" y="3989011"/>
                    <a:pt x="8686045" y="3810566"/>
                  </a:cubicBezTo>
                  <a:cubicBezTo>
                    <a:pt x="8887043" y="3518789"/>
                    <a:pt x="9024250" y="3165202"/>
                    <a:pt x="9184577" y="2838698"/>
                  </a:cubicBezTo>
                  <a:cubicBezTo>
                    <a:pt x="9224400" y="2757355"/>
                    <a:pt x="9266014" y="2676484"/>
                    <a:pt x="9309328" y="2596556"/>
                  </a:cubicBezTo>
                  <a:cubicBezTo>
                    <a:pt x="9928837" y="1450773"/>
                    <a:pt x="10906745" y="472959"/>
                    <a:pt x="12170107" y="0"/>
                  </a:cubicBezTo>
                </a:path>
              </a:pathLst>
            </a:custGeom>
            <a:noFill/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89" name="Google Shape;289;p10"/>
            <p:cNvSpPr/>
            <p:nvPr/>
          </p:nvSpPr>
          <p:spPr>
            <a:xfrm>
              <a:off x="19722" y="8370178"/>
              <a:ext cx="12166615" cy="4232536"/>
            </a:xfrm>
            <a:custGeom>
              <a:avLst/>
              <a:gdLst/>
              <a:ahLst/>
              <a:cxnLst/>
              <a:rect l="l" t="t" r="r" b="b"/>
              <a:pathLst>
                <a:path w="12166615" h="4232536" extrusionOk="0">
                  <a:moveTo>
                    <a:pt x="0" y="2499455"/>
                  </a:moveTo>
                  <a:cubicBezTo>
                    <a:pt x="102198" y="2778965"/>
                    <a:pt x="347076" y="3025636"/>
                    <a:pt x="638287" y="3125380"/>
                  </a:cubicBezTo>
                  <a:cubicBezTo>
                    <a:pt x="922138" y="3222576"/>
                    <a:pt x="1241565" y="3171808"/>
                    <a:pt x="1465494" y="3012424"/>
                  </a:cubicBezTo>
                  <a:cubicBezTo>
                    <a:pt x="1646581" y="2883427"/>
                    <a:pt x="1758309" y="2692432"/>
                    <a:pt x="1918636" y="2539371"/>
                  </a:cubicBezTo>
                  <a:cubicBezTo>
                    <a:pt x="2078679" y="2386499"/>
                    <a:pt x="2323746" y="2262220"/>
                    <a:pt x="2558905" y="2322991"/>
                  </a:cubicBezTo>
                  <a:cubicBezTo>
                    <a:pt x="2753392" y="2373288"/>
                    <a:pt x="2904093" y="2458783"/>
                    <a:pt x="3027995" y="2560886"/>
                  </a:cubicBezTo>
                  <a:cubicBezTo>
                    <a:pt x="3124342" y="2640248"/>
                    <a:pt x="3208799" y="2727630"/>
                    <a:pt x="3293633" y="2819542"/>
                  </a:cubicBezTo>
                  <a:cubicBezTo>
                    <a:pt x="3312789" y="2840302"/>
                    <a:pt x="3332983" y="2862006"/>
                    <a:pt x="3354216" y="2884465"/>
                  </a:cubicBezTo>
                  <a:cubicBezTo>
                    <a:pt x="3469624" y="3006008"/>
                    <a:pt x="3618910" y="3159446"/>
                    <a:pt x="3743001" y="3287877"/>
                  </a:cubicBezTo>
                  <a:cubicBezTo>
                    <a:pt x="3826703" y="3374504"/>
                    <a:pt x="3901251" y="3437540"/>
                    <a:pt x="3993729" y="3459905"/>
                  </a:cubicBezTo>
                  <a:cubicBezTo>
                    <a:pt x="4030815" y="3468870"/>
                    <a:pt x="4066674" y="3471795"/>
                    <a:pt x="4104042" y="3469153"/>
                  </a:cubicBezTo>
                  <a:cubicBezTo>
                    <a:pt x="4260123" y="3458206"/>
                    <a:pt x="4443569" y="3322981"/>
                    <a:pt x="4544634" y="3144725"/>
                  </a:cubicBezTo>
                  <a:cubicBezTo>
                    <a:pt x="4650229" y="2958636"/>
                    <a:pt x="4709396" y="2733669"/>
                    <a:pt x="4881047" y="2593254"/>
                  </a:cubicBezTo>
                  <a:cubicBezTo>
                    <a:pt x="5102522" y="2412544"/>
                    <a:pt x="5431668" y="2419433"/>
                    <a:pt x="5672300" y="2543334"/>
                  </a:cubicBezTo>
                  <a:cubicBezTo>
                    <a:pt x="5910855" y="2666198"/>
                    <a:pt x="6081373" y="2883710"/>
                    <a:pt x="6231603" y="3108771"/>
                  </a:cubicBezTo>
                  <a:cubicBezTo>
                    <a:pt x="6362394" y="3304768"/>
                    <a:pt x="6484691" y="3517185"/>
                    <a:pt x="6637280" y="3708463"/>
                  </a:cubicBezTo>
                  <a:cubicBezTo>
                    <a:pt x="6660777" y="3737811"/>
                    <a:pt x="6684840" y="3766498"/>
                    <a:pt x="6709847" y="3794336"/>
                  </a:cubicBezTo>
                  <a:cubicBezTo>
                    <a:pt x="6935191" y="4044498"/>
                    <a:pt x="7230366" y="4195011"/>
                    <a:pt x="7541300" y="4226340"/>
                  </a:cubicBezTo>
                  <a:cubicBezTo>
                    <a:pt x="7770324" y="4249837"/>
                    <a:pt x="8008031" y="4206807"/>
                    <a:pt x="8209784" y="4092153"/>
                  </a:cubicBezTo>
                  <a:cubicBezTo>
                    <a:pt x="8395022" y="3986935"/>
                    <a:pt x="8540722" y="3839631"/>
                    <a:pt x="8664436" y="3669490"/>
                  </a:cubicBezTo>
                  <a:cubicBezTo>
                    <a:pt x="8867416" y="3390263"/>
                    <a:pt x="9010662" y="3049699"/>
                    <a:pt x="9175423" y="2734330"/>
                  </a:cubicBezTo>
                  <a:cubicBezTo>
                    <a:pt x="9216284" y="2655724"/>
                    <a:pt x="9258937" y="2577683"/>
                    <a:pt x="9303100" y="2500398"/>
                  </a:cubicBezTo>
                  <a:cubicBezTo>
                    <a:pt x="9935725" y="1393682"/>
                    <a:pt x="10913916" y="452104"/>
                    <a:pt x="12166616" y="0"/>
                  </a:cubicBezTo>
                </a:path>
              </a:pathLst>
            </a:custGeom>
            <a:noFill/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90" name="Google Shape;290;p10"/>
            <p:cNvSpPr/>
            <p:nvPr/>
          </p:nvSpPr>
          <p:spPr>
            <a:xfrm>
              <a:off x="22742" y="8494551"/>
              <a:ext cx="12163690" cy="4049276"/>
            </a:xfrm>
            <a:custGeom>
              <a:avLst/>
              <a:gdLst/>
              <a:ahLst/>
              <a:cxnLst/>
              <a:rect l="l" t="t" r="r" b="b"/>
              <a:pathLst>
                <a:path w="12163690" h="4049276" extrusionOk="0">
                  <a:moveTo>
                    <a:pt x="0" y="2257596"/>
                  </a:moveTo>
                  <a:cubicBezTo>
                    <a:pt x="100971" y="2530595"/>
                    <a:pt x="340470" y="2775851"/>
                    <a:pt x="626020" y="2879370"/>
                  </a:cubicBezTo>
                  <a:cubicBezTo>
                    <a:pt x="902604" y="2979680"/>
                    <a:pt x="1214293" y="2936932"/>
                    <a:pt x="1434259" y="2790194"/>
                  </a:cubicBezTo>
                  <a:cubicBezTo>
                    <a:pt x="1612232" y="2671482"/>
                    <a:pt x="1723017" y="2492094"/>
                    <a:pt x="1881645" y="2350169"/>
                  </a:cubicBezTo>
                  <a:cubicBezTo>
                    <a:pt x="2040273" y="2208149"/>
                    <a:pt x="2281659" y="2093967"/>
                    <a:pt x="2512194" y="2153323"/>
                  </a:cubicBezTo>
                  <a:cubicBezTo>
                    <a:pt x="2712060" y="2204752"/>
                    <a:pt x="2870216" y="2282131"/>
                    <a:pt x="3001289" y="2373854"/>
                  </a:cubicBezTo>
                  <a:cubicBezTo>
                    <a:pt x="3103487" y="2445383"/>
                    <a:pt x="3194266" y="2523423"/>
                    <a:pt x="3286084" y="2608918"/>
                  </a:cubicBezTo>
                  <a:cubicBezTo>
                    <a:pt x="3306844" y="2628263"/>
                    <a:pt x="3328643" y="2648646"/>
                    <a:pt x="3351479" y="2669878"/>
                  </a:cubicBezTo>
                  <a:cubicBezTo>
                    <a:pt x="3475664" y="2785004"/>
                    <a:pt x="3634292" y="2938725"/>
                    <a:pt x="3757627" y="3074800"/>
                  </a:cubicBezTo>
                  <a:cubicBezTo>
                    <a:pt x="3840386" y="3166146"/>
                    <a:pt x="3909744" y="3235221"/>
                    <a:pt x="3998259" y="3265229"/>
                  </a:cubicBezTo>
                  <a:cubicBezTo>
                    <a:pt x="4033835" y="3277308"/>
                    <a:pt x="4068561" y="3283536"/>
                    <a:pt x="4105741" y="3284291"/>
                  </a:cubicBezTo>
                  <a:cubicBezTo>
                    <a:pt x="4261161" y="3287594"/>
                    <a:pt x="4459139" y="3162560"/>
                    <a:pt x="4568037" y="2983643"/>
                  </a:cubicBezTo>
                  <a:cubicBezTo>
                    <a:pt x="4677406" y="2803877"/>
                    <a:pt x="4737706" y="2582779"/>
                    <a:pt x="4908035" y="2444345"/>
                  </a:cubicBezTo>
                  <a:cubicBezTo>
                    <a:pt x="5128189" y="2265806"/>
                    <a:pt x="5451863" y="2266938"/>
                    <a:pt x="5691079" y="2382725"/>
                  </a:cubicBezTo>
                  <a:cubicBezTo>
                    <a:pt x="5927653" y="2497379"/>
                    <a:pt x="6099964" y="2705454"/>
                    <a:pt x="6252175" y="2922966"/>
                  </a:cubicBezTo>
                  <a:cubicBezTo>
                    <a:pt x="6384853" y="3112640"/>
                    <a:pt x="6508754" y="3320150"/>
                    <a:pt x="6659078" y="3510390"/>
                  </a:cubicBezTo>
                  <a:cubicBezTo>
                    <a:pt x="6682198" y="3539549"/>
                    <a:pt x="6705789" y="3568047"/>
                    <a:pt x="6730230" y="3595791"/>
                  </a:cubicBezTo>
                  <a:cubicBezTo>
                    <a:pt x="6950290" y="3845010"/>
                    <a:pt x="7232064" y="4000146"/>
                    <a:pt x="7533656" y="4039402"/>
                  </a:cubicBezTo>
                  <a:cubicBezTo>
                    <a:pt x="7755886" y="4068750"/>
                    <a:pt x="7988969" y="4033080"/>
                    <a:pt x="8188646" y="3927013"/>
                  </a:cubicBezTo>
                  <a:cubicBezTo>
                    <a:pt x="8371903" y="3829628"/>
                    <a:pt x="8517981" y="3690534"/>
                    <a:pt x="8643203" y="3528320"/>
                  </a:cubicBezTo>
                  <a:cubicBezTo>
                    <a:pt x="8848825" y="3262115"/>
                    <a:pt x="8997451" y="2934101"/>
                    <a:pt x="9166742" y="2629868"/>
                  </a:cubicBezTo>
                  <a:cubicBezTo>
                    <a:pt x="9208735" y="2554092"/>
                    <a:pt x="9252332" y="2478694"/>
                    <a:pt x="9297438" y="2404240"/>
                  </a:cubicBezTo>
                  <a:cubicBezTo>
                    <a:pt x="9943274" y="1336590"/>
                    <a:pt x="10921654" y="431250"/>
                    <a:pt x="12163691" y="0"/>
                  </a:cubicBezTo>
                </a:path>
              </a:pathLst>
            </a:custGeom>
            <a:noFill/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91" name="Google Shape;291;p10"/>
            <p:cNvSpPr/>
            <p:nvPr/>
          </p:nvSpPr>
          <p:spPr>
            <a:xfrm>
              <a:off x="25761" y="8618736"/>
              <a:ext cx="12160387" cy="3867222"/>
            </a:xfrm>
            <a:custGeom>
              <a:avLst/>
              <a:gdLst/>
              <a:ahLst/>
              <a:cxnLst/>
              <a:rect l="l" t="t" r="r" b="b"/>
              <a:pathLst>
                <a:path w="12160387" h="3867222" extrusionOk="0">
                  <a:moveTo>
                    <a:pt x="0" y="2015926"/>
                  </a:moveTo>
                  <a:cubicBezTo>
                    <a:pt x="99744" y="2282509"/>
                    <a:pt x="333865" y="2526160"/>
                    <a:pt x="613658" y="2633548"/>
                  </a:cubicBezTo>
                  <a:cubicBezTo>
                    <a:pt x="882976" y="2736972"/>
                    <a:pt x="1187022" y="2702151"/>
                    <a:pt x="1402929" y="2568153"/>
                  </a:cubicBezTo>
                  <a:cubicBezTo>
                    <a:pt x="1577694" y="2459727"/>
                    <a:pt x="1687630" y="2292040"/>
                    <a:pt x="1844559" y="2161155"/>
                  </a:cubicBezTo>
                  <a:cubicBezTo>
                    <a:pt x="2001866" y="2029987"/>
                    <a:pt x="2239478" y="1925808"/>
                    <a:pt x="2465294" y="1983842"/>
                  </a:cubicBezTo>
                  <a:cubicBezTo>
                    <a:pt x="2670539" y="2036498"/>
                    <a:pt x="2836339" y="2105574"/>
                    <a:pt x="2974395" y="2186917"/>
                  </a:cubicBezTo>
                  <a:cubicBezTo>
                    <a:pt x="3082444" y="2250613"/>
                    <a:pt x="3179451" y="2319311"/>
                    <a:pt x="3278440" y="2398389"/>
                  </a:cubicBezTo>
                  <a:cubicBezTo>
                    <a:pt x="3300805" y="2416319"/>
                    <a:pt x="3324113" y="2435286"/>
                    <a:pt x="3348648" y="2455386"/>
                  </a:cubicBezTo>
                  <a:cubicBezTo>
                    <a:pt x="3481515" y="2564095"/>
                    <a:pt x="3649673" y="2718005"/>
                    <a:pt x="3772254" y="2861817"/>
                  </a:cubicBezTo>
                  <a:cubicBezTo>
                    <a:pt x="3854069" y="2957881"/>
                    <a:pt x="3918237" y="3032996"/>
                    <a:pt x="4002694" y="3070554"/>
                  </a:cubicBezTo>
                  <a:cubicBezTo>
                    <a:pt x="4036760" y="3085747"/>
                    <a:pt x="4070354" y="3095277"/>
                    <a:pt x="4107251" y="3099429"/>
                  </a:cubicBezTo>
                  <a:cubicBezTo>
                    <a:pt x="4262010" y="3117076"/>
                    <a:pt x="4474332" y="3002233"/>
                    <a:pt x="4591251" y="2822561"/>
                  </a:cubicBezTo>
                  <a:cubicBezTo>
                    <a:pt x="4704112" y="2649118"/>
                    <a:pt x="4765732" y="2431889"/>
                    <a:pt x="4934740" y="2295342"/>
                  </a:cubicBezTo>
                  <a:cubicBezTo>
                    <a:pt x="5153668" y="2118879"/>
                    <a:pt x="5471774" y="2114255"/>
                    <a:pt x="5709575" y="2222115"/>
                  </a:cubicBezTo>
                  <a:cubicBezTo>
                    <a:pt x="5944167" y="2328465"/>
                    <a:pt x="6118365" y="2527292"/>
                    <a:pt x="6272463" y="2737255"/>
                  </a:cubicBezTo>
                  <a:cubicBezTo>
                    <a:pt x="6407123" y="2920701"/>
                    <a:pt x="6532629" y="3123304"/>
                    <a:pt x="6680593" y="3312412"/>
                  </a:cubicBezTo>
                  <a:cubicBezTo>
                    <a:pt x="6703336" y="3341382"/>
                    <a:pt x="6726455" y="3369786"/>
                    <a:pt x="6750329" y="3397435"/>
                  </a:cubicBezTo>
                  <a:cubicBezTo>
                    <a:pt x="6965011" y="3645805"/>
                    <a:pt x="7233480" y="3805471"/>
                    <a:pt x="7525824" y="3852653"/>
                  </a:cubicBezTo>
                  <a:cubicBezTo>
                    <a:pt x="7741260" y="3887946"/>
                    <a:pt x="7969718" y="3859636"/>
                    <a:pt x="8167413" y="3762063"/>
                  </a:cubicBezTo>
                  <a:cubicBezTo>
                    <a:pt x="8348689" y="3672604"/>
                    <a:pt x="8495144" y="3541531"/>
                    <a:pt x="8621782" y="3387338"/>
                  </a:cubicBezTo>
                  <a:cubicBezTo>
                    <a:pt x="8829952" y="3134062"/>
                    <a:pt x="8984145" y="2818692"/>
                    <a:pt x="9157777" y="2525594"/>
                  </a:cubicBezTo>
                  <a:cubicBezTo>
                    <a:pt x="9200808" y="2452555"/>
                    <a:pt x="9245443" y="2379988"/>
                    <a:pt x="9291493" y="2308176"/>
                  </a:cubicBezTo>
                  <a:cubicBezTo>
                    <a:pt x="9950540" y="1279594"/>
                    <a:pt x="10929109" y="410395"/>
                    <a:pt x="12160388" y="0"/>
                  </a:cubicBezTo>
                </a:path>
              </a:pathLst>
            </a:custGeom>
            <a:noFill/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92" name="Google Shape;292;p10"/>
            <p:cNvSpPr/>
            <p:nvPr/>
          </p:nvSpPr>
          <p:spPr>
            <a:xfrm>
              <a:off x="28781" y="8743109"/>
              <a:ext cx="12157084" cy="3686107"/>
            </a:xfrm>
            <a:custGeom>
              <a:avLst/>
              <a:gdLst/>
              <a:ahLst/>
              <a:cxnLst/>
              <a:rect l="l" t="t" r="r" b="b"/>
              <a:pathLst>
                <a:path w="12157084" h="3686107" extrusionOk="0">
                  <a:moveTo>
                    <a:pt x="0" y="1774068"/>
                  </a:moveTo>
                  <a:cubicBezTo>
                    <a:pt x="98517" y="2034139"/>
                    <a:pt x="327259" y="2276186"/>
                    <a:pt x="601296" y="2387537"/>
                  </a:cubicBezTo>
                  <a:cubicBezTo>
                    <a:pt x="863348" y="2493982"/>
                    <a:pt x="1159656" y="2467276"/>
                    <a:pt x="1371600" y="2346016"/>
                  </a:cubicBezTo>
                  <a:cubicBezTo>
                    <a:pt x="1543251" y="2247782"/>
                    <a:pt x="1652337" y="2091796"/>
                    <a:pt x="1807473" y="1972047"/>
                  </a:cubicBezTo>
                  <a:cubicBezTo>
                    <a:pt x="1963459" y="1851637"/>
                    <a:pt x="2197202" y="1757649"/>
                    <a:pt x="2418489" y="1814174"/>
                  </a:cubicBezTo>
                  <a:cubicBezTo>
                    <a:pt x="2629207" y="1868056"/>
                    <a:pt x="2802556" y="1928827"/>
                    <a:pt x="2947595" y="1999884"/>
                  </a:cubicBezTo>
                  <a:cubicBezTo>
                    <a:pt x="3061589" y="2055749"/>
                    <a:pt x="3164824" y="2115105"/>
                    <a:pt x="3270797" y="2187766"/>
                  </a:cubicBezTo>
                  <a:cubicBezTo>
                    <a:pt x="3294671" y="2204185"/>
                    <a:pt x="3319678" y="2221926"/>
                    <a:pt x="3345723" y="2240799"/>
                  </a:cubicBezTo>
                  <a:cubicBezTo>
                    <a:pt x="3487271" y="2343186"/>
                    <a:pt x="3664961" y="2497190"/>
                    <a:pt x="3786692" y="2648646"/>
                  </a:cubicBezTo>
                  <a:cubicBezTo>
                    <a:pt x="3867657" y="2749428"/>
                    <a:pt x="3926541" y="2830677"/>
                    <a:pt x="4007035" y="2875784"/>
                  </a:cubicBezTo>
                  <a:cubicBezTo>
                    <a:pt x="4039591" y="2894090"/>
                    <a:pt x="4072053" y="2906924"/>
                    <a:pt x="4108761" y="2914568"/>
                  </a:cubicBezTo>
                  <a:cubicBezTo>
                    <a:pt x="4262860" y="2946463"/>
                    <a:pt x="4489336" y="2841906"/>
                    <a:pt x="4614465" y="2661480"/>
                  </a:cubicBezTo>
                  <a:cubicBezTo>
                    <a:pt x="4730440" y="2494170"/>
                    <a:pt x="4793853" y="2281093"/>
                    <a:pt x="4961540" y="2146434"/>
                  </a:cubicBezTo>
                  <a:cubicBezTo>
                    <a:pt x="5179147" y="1972141"/>
                    <a:pt x="5491779" y="1961855"/>
                    <a:pt x="5728070" y="2061505"/>
                  </a:cubicBezTo>
                  <a:cubicBezTo>
                    <a:pt x="5960681" y="2159645"/>
                    <a:pt x="6136672" y="2349036"/>
                    <a:pt x="6292752" y="2551544"/>
                  </a:cubicBezTo>
                  <a:cubicBezTo>
                    <a:pt x="6429299" y="2728668"/>
                    <a:pt x="6556503" y="2926363"/>
                    <a:pt x="6702109" y="3114434"/>
                  </a:cubicBezTo>
                  <a:cubicBezTo>
                    <a:pt x="6724474" y="3143215"/>
                    <a:pt x="6747121" y="3171430"/>
                    <a:pt x="6770335" y="3198985"/>
                  </a:cubicBezTo>
                  <a:cubicBezTo>
                    <a:pt x="6979732" y="3446411"/>
                    <a:pt x="7234801" y="3610701"/>
                    <a:pt x="7517802" y="3665810"/>
                  </a:cubicBezTo>
                  <a:cubicBezTo>
                    <a:pt x="7726444" y="3707048"/>
                    <a:pt x="7950373" y="3686099"/>
                    <a:pt x="8145992" y="3597018"/>
                  </a:cubicBezTo>
                  <a:cubicBezTo>
                    <a:pt x="8325286" y="3515392"/>
                    <a:pt x="8472119" y="3392434"/>
                    <a:pt x="8600267" y="3246262"/>
                  </a:cubicBezTo>
                  <a:cubicBezTo>
                    <a:pt x="8810985" y="3005913"/>
                    <a:pt x="8970651" y="2703189"/>
                    <a:pt x="9148718" y="2421226"/>
                  </a:cubicBezTo>
                  <a:cubicBezTo>
                    <a:pt x="9192881" y="2351018"/>
                    <a:pt x="9238460" y="2281093"/>
                    <a:pt x="9285453" y="2212018"/>
                  </a:cubicBezTo>
                  <a:cubicBezTo>
                    <a:pt x="9957618" y="1222503"/>
                    <a:pt x="10936469" y="389540"/>
                    <a:pt x="12157085" y="0"/>
                  </a:cubicBezTo>
                </a:path>
              </a:pathLst>
            </a:custGeom>
            <a:noFill/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93" name="Google Shape;293;p10"/>
            <p:cNvSpPr/>
            <p:nvPr/>
          </p:nvSpPr>
          <p:spPr>
            <a:xfrm>
              <a:off x="31895" y="8867766"/>
              <a:ext cx="12153970" cy="3505951"/>
            </a:xfrm>
            <a:custGeom>
              <a:avLst/>
              <a:gdLst/>
              <a:ahLst/>
              <a:cxnLst/>
              <a:rect l="l" t="t" r="r" b="b"/>
              <a:pathLst>
                <a:path w="12153970" h="3505951" extrusionOk="0">
                  <a:moveTo>
                    <a:pt x="0" y="1531927"/>
                  </a:moveTo>
                  <a:cubicBezTo>
                    <a:pt x="97291" y="1785486"/>
                    <a:pt x="320559" y="2026024"/>
                    <a:pt x="588934" y="2141244"/>
                  </a:cubicBezTo>
                  <a:cubicBezTo>
                    <a:pt x="843720" y="2250613"/>
                    <a:pt x="1132384" y="2232023"/>
                    <a:pt x="1340271" y="2123503"/>
                  </a:cubicBezTo>
                  <a:cubicBezTo>
                    <a:pt x="1508807" y="2035554"/>
                    <a:pt x="1617233" y="1891176"/>
                    <a:pt x="1770388" y="1782561"/>
                  </a:cubicBezTo>
                  <a:cubicBezTo>
                    <a:pt x="1925241" y="1672814"/>
                    <a:pt x="2155021" y="1589018"/>
                    <a:pt x="2371684" y="1644221"/>
                  </a:cubicBezTo>
                  <a:cubicBezTo>
                    <a:pt x="2587780" y="1699331"/>
                    <a:pt x="2768773" y="1751704"/>
                    <a:pt x="2920796" y="1812569"/>
                  </a:cubicBezTo>
                  <a:cubicBezTo>
                    <a:pt x="3040734" y="1860601"/>
                    <a:pt x="3150198" y="1910615"/>
                    <a:pt x="3263247" y="1976859"/>
                  </a:cubicBezTo>
                  <a:cubicBezTo>
                    <a:pt x="3288726" y="1991864"/>
                    <a:pt x="3315337" y="2008189"/>
                    <a:pt x="3342986" y="2025929"/>
                  </a:cubicBezTo>
                  <a:cubicBezTo>
                    <a:pt x="3493216" y="2121899"/>
                    <a:pt x="3680436" y="2276092"/>
                    <a:pt x="3801318" y="2435286"/>
                  </a:cubicBezTo>
                  <a:cubicBezTo>
                    <a:pt x="3881340" y="2540692"/>
                    <a:pt x="3935034" y="2628169"/>
                    <a:pt x="4011564" y="2680825"/>
                  </a:cubicBezTo>
                  <a:cubicBezTo>
                    <a:pt x="4042705" y="2702246"/>
                    <a:pt x="4074034" y="2718382"/>
                    <a:pt x="4110459" y="2729423"/>
                  </a:cubicBezTo>
                  <a:cubicBezTo>
                    <a:pt x="4263992" y="2775756"/>
                    <a:pt x="4504340" y="2681202"/>
                    <a:pt x="4637867" y="2500115"/>
                  </a:cubicBezTo>
                  <a:cubicBezTo>
                    <a:pt x="4756673" y="2338939"/>
                    <a:pt x="4822163" y="2129920"/>
                    <a:pt x="4988435" y="1997242"/>
                  </a:cubicBezTo>
                  <a:cubicBezTo>
                    <a:pt x="5204814" y="1825120"/>
                    <a:pt x="5511879" y="1809078"/>
                    <a:pt x="5746754" y="1900707"/>
                  </a:cubicBezTo>
                  <a:cubicBezTo>
                    <a:pt x="5977289" y="1990637"/>
                    <a:pt x="6155168" y="2170686"/>
                    <a:pt x="6313229" y="2365645"/>
                  </a:cubicBezTo>
                  <a:cubicBezTo>
                    <a:pt x="6451758" y="2536446"/>
                    <a:pt x="6580566" y="2729329"/>
                    <a:pt x="6723813" y="2916266"/>
                  </a:cubicBezTo>
                  <a:cubicBezTo>
                    <a:pt x="6745800" y="2944859"/>
                    <a:pt x="6767976" y="2972980"/>
                    <a:pt x="6790623" y="3000440"/>
                  </a:cubicBezTo>
                  <a:cubicBezTo>
                    <a:pt x="6994641" y="3247017"/>
                    <a:pt x="7236405" y="3415836"/>
                    <a:pt x="7510159" y="3478872"/>
                  </a:cubicBezTo>
                  <a:cubicBezTo>
                    <a:pt x="7712006" y="3525961"/>
                    <a:pt x="7931311" y="3512466"/>
                    <a:pt x="8124855" y="3431878"/>
                  </a:cubicBezTo>
                  <a:cubicBezTo>
                    <a:pt x="8302167" y="3358085"/>
                    <a:pt x="8449377" y="3243242"/>
                    <a:pt x="8578940" y="3105091"/>
                  </a:cubicBezTo>
                  <a:cubicBezTo>
                    <a:pt x="8792300" y="2877671"/>
                    <a:pt x="8957345" y="2587498"/>
                    <a:pt x="9139848" y="2316763"/>
                  </a:cubicBezTo>
                  <a:cubicBezTo>
                    <a:pt x="9185049" y="2249292"/>
                    <a:pt x="9231665" y="2182198"/>
                    <a:pt x="9279603" y="2115860"/>
                  </a:cubicBezTo>
                  <a:cubicBezTo>
                    <a:pt x="9964978" y="1165506"/>
                    <a:pt x="10944019" y="368685"/>
                    <a:pt x="12153971" y="0"/>
                  </a:cubicBezTo>
                </a:path>
              </a:pathLst>
            </a:custGeom>
            <a:noFill/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94" name="Google Shape;294;p10"/>
            <p:cNvSpPr/>
            <p:nvPr/>
          </p:nvSpPr>
          <p:spPr>
            <a:xfrm>
              <a:off x="34915" y="8991762"/>
              <a:ext cx="12151139" cy="3327091"/>
            </a:xfrm>
            <a:custGeom>
              <a:avLst/>
              <a:gdLst/>
              <a:ahLst/>
              <a:cxnLst/>
              <a:rect l="l" t="t" r="r" b="b"/>
              <a:pathLst>
                <a:path w="12151139" h="3327091" extrusionOk="0">
                  <a:moveTo>
                    <a:pt x="0" y="1290352"/>
                  </a:moveTo>
                  <a:cubicBezTo>
                    <a:pt x="96064" y="1537494"/>
                    <a:pt x="313953" y="1776239"/>
                    <a:pt x="576667" y="1895517"/>
                  </a:cubicBezTo>
                  <a:cubicBezTo>
                    <a:pt x="824187" y="2007906"/>
                    <a:pt x="1105207" y="1997431"/>
                    <a:pt x="1309036" y="1901556"/>
                  </a:cubicBezTo>
                  <a:cubicBezTo>
                    <a:pt x="1474364" y="1823799"/>
                    <a:pt x="1582223" y="1691121"/>
                    <a:pt x="1733491" y="1593642"/>
                  </a:cubicBezTo>
                  <a:cubicBezTo>
                    <a:pt x="1887307" y="1494558"/>
                    <a:pt x="2113028" y="1420953"/>
                    <a:pt x="2324973" y="1474836"/>
                  </a:cubicBezTo>
                  <a:cubicBezTo>
                    <a:pt x="2546448" y="1531078"/>
                    <a:pt x="2735179" y="1575146"/>
                    <a:pt x="2893996" y="1625820"/>
                  </a:cubicBezTo>
                  <a:cubicBezTo>
                    <a:pt x="3019879" y="1665926"/>
                    <a:pt x="3135571" y="1706691"/>
                    <a:pt x="3255698" y="1766519"/>
                  </a:cubicBezTo>
                  <a:cubicBezTo>
                    <a:pt x="3282781" y="1780108"/>
                    <a:pt x="3310902" y="1795112"/>
                    <a:pt x="3340250" y="1811626"/>
                  </a:cubicBezTo>
                  <a:cubicBezTo>
                    <a:pt x="3499255" y="1901273"/>
                    <a:pt x="3696007" y="2055560"/>
                    <a:pt x="3816039" y="2222492"/>
                  </a:cubicBezTo>
                  <a:cubicBezTo>
                    <a:pt x="3895212" y="2332617"/>
                    <a:pt x="3943621" y="2426322"/>
                    <a:pt x="4016094" y="2486338"/>
                  </a:cubicBezTo>
                  <a:cubicBezTo>
                    <a:pt x="4045725" y="2510873"/>
                    <a:pt x="4075922" y="2530406"/>
                    <a:pt x="4112158" y="2544750"/>
                  </a:cubicBezTo>
                  <a:cubicBezTo>
                    <a:pt x="4265030" y="2605427"/>
                    <a:pt x="4519061" y="2520970"/>
                    <a:pt x="4661270" y="2339222"/>
                  </a:cubicBezTo>
                  <a:cubicBezTo>
                    <a:pt x="4782718" y="2183991"/>
                    <a:pt x="4850473" y="1979219"/>
                    <a:pt x="5015423" y="1848428"/>
                  </a:cubicBezTo>
                  <a:cubicBezTo>
                    <a:pt x="5230576" y="1678476"/>
                    <a:pt x="5531979" y="1656678"/>
                    <a:pt x="5765533" y="1740191"/>
                  </a:cubicBezTo>
                  <a:cubicBezTo>
                    <a:pt x="5993991" y="1821911"/>
                    <a:pt x="6173852" y="1992524"/>
                    <a:pt x="6333895" y="2179934"/>
                  </a:cubicBezTo>
                  <a:cubicBezTo>
                    <a:pt x="6474311" y="2344413"/>
                    <a:pt x="6604818" y="2532483"/>
                    <a:pt x="6745705" y="2718288"/>
                  </a:cubicBezTo>
                  <a:cubicBezTo>
                    <a:pt x="6767315" y="2746692"/>
                    <a:pt x="6789019" y="2774624"/>
                    <a:pt x="6811100" y="2801990"/>
                  </a:cubicBezTo>
                  <a:cubicBezTo>
                    <a:pt x="7009834" y="3047623"/>
                    <a:pt x="7238198" y="3221066"/>
                    <a:pt x="7502610" y="3292029"/>
                  </a:cubicBezTo>
                  <a:cubicBezTo>
                    <a:pt x="7697568" y="3345062"/>
                    <a:pt x="7912344" y="3338929"/>
                    <a:pt x="8103905" y="3266834"/>
                  </a:cubicBezTo>
                  <a:cubicBezTo>
                    <a:pt x="8279142" y="3200966"/>
                    <a:pt x="8426824" y="3094145"/>
                    <a:pt x="8557803" y="2964015"/>
                  </a:cubicBezTo>
                  <a:cubicBezTo>
                    <a:pt x="8773805" y="2749523"/>
                    <a:pt x="8944229" y="2471994"/>
                    <a:pt x="9131260" y="2212395"/>
                  </a:cubicBezTo>
                  <a:cubicBezTo>
                    <a:pt x="9177500" y="2147755"/>
                    <a:pt x="9225154" y="2083398"/>
                    <a:pt x="9274035" y="2019701"/>
                  </a:cubicBezTo>
                  <a:cubicBezTo>
                    <a:pt x="9972622" y="1108415"/>
                    <a:pt x="10951757" y="347831"/>
                    <a:pt x="12151140" y="0"/>
                  </a:cubicBezTo>
                </a:path>
              </a:pathLst>
            </a:custGeom>
            <a:noFill/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95" name="Google Shape;295;p10"/>
            <p:cNvSpPr/>
            <p:nvPr/>
          </p:nvSpPr>
          <p:spPr>
            <a:xfrm>
              <a:off x="37934" y="9116230"/>
              <a:ext cx="12147742" cy="3149423"/>
            </a:xfrm>
            <a:custGeom>
              <a:avLst/>
              <a:gdLst/>
              <a:ahLst/>
              <a:cxnLst/>
              <a:rect l="l" t="t" r="r" b="b"/>
              <a:pathLst>
                <a:path w="12147742" h="3149423" extrusionOk="0">
                  <a:moveTo>
                    <a:pt x="0" y="1048399"/>
                  </a:moveTo>
                  <a:cubicBezTo>
                    <a:pt x="94837" y="1289030"/>
                    <a:pt x="307348" y="1526170"/>
                    <a:pt x="564305" y="1649412"/>
                  </a:cubicBezTo>
                  <a:cubicBezTo>
                    <a:pt x="804559" y="1764632"/>
                    <a:pt x="1077935" y="1762367"/>
                    <a:pt x="1277707" y="1679231"/>
                  </a:cubicBezTo>
                  <a:cubicBezTo>
                    <a:pt x="1439921" y="1611760"/>
                    <a:pt x="1547214" y="1490689"/>
                    <a:pt x="1696405" y="1404439"/>
                  </a:cubicBezTo>
                  <a:cubicBezTo>
                    <a:pt x="1849277" y="1316019"/>
                    <a:pt x="2070847" y="1252605"/>
                    <a:pt x="2278168" y="1305073"/>
                  </a:cubicBezTo>
                  <a:cubicBezTo>
                    <a:pt x="2505022" y="1362541"/>
                    <a:pt x="2701396" y="1398211"/>
                    <a:pt x="2867196" y="1438694"/>
                  </a:cubicBezTo>
                  <a:cubicBezTo>
                    <a:pt x="2999024" y="1470873"/>
                    <a:pt x="3120945" y="1502391"/>
                    <a:pt x="3248055" y="1555801"/>
                  </a:cubicBezTo>
                  <a:cubicBezTo>
                    <a:pt x="3276742" y="1567880"/>
                    <a:pt x="3306467" y="1581563"/>
                    <a:pt x="3337324" y="1596944"/>
                  </a:cubicBezTo>
                  <a:cubicBezTo>
                    <a:pt x="3505012" y="1680175"/>
                    <a:pt x="3711294" y="1834556"/>
                    <a:pt x="3830477" y="2009227"/>
                  </a:cubicBezTo>
                  <a:cubicBezTo>
                    <a:pt x="3908801" y="2123975"/>
                    <a:pt x="3951831" y="2224002"/>
                    <a:pt x="4020435" y="2291473"/>
                  </a:cubicBezTo>
                  <a:cubicBezTo>
                    <a:pt x="4048556" y="2319122"/>
                    <a:pt x="4077620" y="2341959"/>
                    <a:pt x="4113573" y="2359700"/>
                  </a:cubicBezTo>
                  <a:cubicBezTo>
                    <a:pt x="4265785" y="2434814"/>
                    <a:pt x="4533216" y="2360360"/>
                    <a:pt x="4684389" y="2177952"/>
                  </a:cubicBezTo>
                  <a:cubicBezTo>
                    <a:pt x="4808197" y="2028571"/>
                    <a:pt x="4878404" y="1828234"/>
                    <a:pt x="5042034" y="1699331"/>
                  </a:cubicBezTo>
                  <a:cubicBezTo>
                    <a:pt x="5255866" y="1531549"/>
                    <a:pt x="5551795" y="1504089"/>
                    <a:pt x="5783840" y="1579487"/>
                  </a:cubicBezTo>
                  <a:cubicBezTo>
                    <a:pt x="6010222" y="1653092"/>
                    <a:pt x="6191970" y="1814268"/>
                    <a:pt x="6353995" y="1994128"/>
                  </a:cubicBezTo>
                  <a:cubicBezTo>
                    <a:pt x="6496392" y="2152285"/>
                    <a:pt x="6628409" y="2335448"/>
                    <a:pt x="6767032" y="2520215"/>
                  </a:cubicBezTo>
                  <a:cubicBezTo>
                    <a:pt x="6788264" y="2548430"/>
                    <a:pt x="6809402" y="2576268"/>
                    <a:pt x="6830918" y="2603540"/>
                  </a:cubicBezTo>
                  <a:cubicBezTo>
                    <a:pt x="7024272" y="2848229"/>
                    <a:pt x="7239330" y="3026296"/>
                    <a:pt x="7494494" y="3105186"/>
                  </a:cubicBezTo>
                  <a:cubicBezTo>
                    <a:pt x="7682659" y="3164164"/>
                    <a:pt x="7892716" y="3165296"/>
                    <a:pt x="8082391" y="3101788"/>
                  </a:cubicBezTo>
                  <a:cubicBezTo>
                    <a:pt x="8255645" y="3043754"/>
                    <a:pt x="8403704" y="2945142"/>
                    <a:pt x="8536193" y="2822939"/>
                  </a:cubicBezTo>
                  <a:cubicBezTo>
                    <a:pt x="8754838" y="2621375"/>
                    <a:pt x="8930640" y="2356491"/>
                    <a:pt x="9122107" y="2108027"/>
                  </a:cubicBezTo>
                  <a:cubicBezTo>
                    <a:pt x="9169478" y="2046123"/>
                    <a:pt x="9218077" y="1984503"/>
                    <a:pt x="9267902" y="1923637"/>
                  </a:cubicBezTo>
                  <a:cubicBezTo>
                    <a:pt x="9979604" y="1051419"/>
                    <a:pt x="10959023" y="326976"/>
                    <a:pt x="12147742" y="0"/>
                  </a:cubicBezTo>
                </a:path>
              </a:pathLst>
            </a:custGeom>
            <a:noFill/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96" name="Google Shape;296;p10"/>
            <p:cNvSpPr/>
            <p:nvPr/>
          </p:nvSpPr>
          <p:spPr>
            <a:xfrm>
              <a:off x="40954" y="9240698"/>
              <a:ext cx="12144534" cy="2972959"/>
            </a:xfrm>
            <a:custGeom>
              <a:avLst/>
              <a:gdLst/>
              <a:ahLst/>
              <a:cxnLst/>
              <a:rect l="l" t="t" r="r" b="b"/>
              <a:pathLst>
                <a:path w="12144534" h="2972959" extrusionOk="0">
                  <a:moveTo>
                    <a:pt x="0" y="806446"/>
                  </a:moveTo>
                  <a:cubicBezTo>
                    <a:pt x="93610" y="1040567"/>
                    <a:pt x="300648" y="1275914"/>
                    <a:pt x="551943" y="1403307"/>
                  </a:cubicBezTo>
                  <a:cubicBezTo>
                    <a:pt x="784931" y="1521358"/>
                    <a:pt x="1050664" y="1527397"/>
                    <a:pt x="1246377" y="1456906"/>
                  </a:cubicBezTo>
                  <a:cubicBezTo>
                    <a:pt x="1405572" y="1399627"/>
                    <a:pt x="1512393" y="1290257"/>
                    <a:pt x="1659320" y="1215142"/>
                  </a:cubicBezTo>
                  <a:cubicBezTo>
                    <a:pt x="1811342" y="1137385"/>
                    <a:pt x="2028666" y="1084163"/>
                    <a:pt x="2231363" y="1135309"/>
                  </a:cubicBezTo>
                  <a:cubicBezTo>
                    <a:pt x="2463690" y="1193910"/>
                    <a:pt x="2667708" y="1221182"/>
                    <a:pt x="2840396" y="1251567"/>
                  </a:cubicBezTo>
                  <a:cubicBezTo>
                    <a:pt x="2978264" y="1275819"/>
                    <a:pt x="3106318" y="1298090"/>
                    <a:pt x="3240505" y="1345083"/>
                  </a:cubicBezTo>
                  <a:cubicBezTo>
                    <a:pt x="3270797" y="1355747"/>
                    <a:pt x="3302126" y="1368014"/>
                    <a:pt x="3334588" y="1382263"/>
                  </a:cubicBezTo>
                  <a:cubicBezTo>
                    <a:pt x="3510956" y="1459077"/>
                    <a:pt x="3726864" y="1613647"/>
                    <a:pt x="3845104" y="1796055"/>
                  </a:cubicBezTo>
                  <a:cubicBezTo>
                    <a:pt x="3922484" y="1915522"/>
                    <a:pt x="3960324" y="2021777"/>
                    <a:pt x="4024870" y="2096703"/>
                  </a:cubicBezTo>
                  <a:cubicBezTo>
                    <a:pt x="4051481" y="2127561"/>
                    <a:pt x="4079413" y="2153606"/>
                    <a:pt x="4115178" y="2174744"/>
                  </a:cubicBezTo>
                  <a:cubicBezTo>
                    <a:pt x="4266728" y="2264296"/>
                    <a:pt x="4547465" y="2199562"/>
                    <a:pt x="4707698" y="2016776"/>
                  </a:cubicBezTo>
                  <a:cubicBezTo>
                    <a:pt x="4833581" y="1873058"/>
                    <a:pt x="4906620" y="1677249"/>
                    <a:pt x="5068928" y="1550328"/>
                  </a:cubicBezTo>
                  <a:cubicBezTo>
                    <a:pt x="5281533" y="1384717"/>
                    <a:pt x="5571801" y="1351500"/>
                    <a:pt x="5802524" y="1418877"/>
                  </a:cubicBezTo>
                  <a:cubicBezTo>
                    <a:pt x="6026831" y="1484272"/>
                    <a:pt x="6210560" y="1636012"/>
                    <a:pt x="6374472" y="1808417"/>
                  </a:cubicBezTo>
                  <a:cubicBezTo>
                    <a:pt x="6518852" y="1960345"/>
                    <a:pt x="6652473" y="2138601"/>
                    <a:pt x="6788736" y="2322237"/>
                  </a:cubicBezTo>
                  <a:cubicBezTo>
                    <a:pt x="6809591" y="2350263"/>
                    <a:pt x="6830257" y="2377912"/>
                    <a:pt x="6851206" y="2405089"/>
                  </a:cubicBezTo>
                  <a:cubicBezTo>
                    <a:pt x="7039276" y="2648929"/>
                    <a:pt x="7241029" y="2830960"/>
                    <a:pt x="7486756" y="2918342"/>
                  </a:cubicBezTo>
                  <a:cubicBezTo>
                    <a:pt x="7668221" y="2982888"/>
                    <a:pt x="7873560" y="2991758"/>
                    <a:pt x="8061158" y="2936744"/>
                  </a:cubicBezTo>
                  <a:cubicBezTo>
                    <a:pt x="8232337" y="2886541"/>
                    <a:pt x="8380868" y="2796045"/>
                    <a:pt x="8514772" y="2681863"/>
                  </a:cubicBezTo>
                  <a:cubicBezTo>
                    <a:pt x="8736059" y="2493227"/>
                    <a:pt x="8917335" y="2240988"/>
                    <a:pt x="9113143" y="2003659"/>
                  </a:cubicBezTo>
                  <a:cubicBezTo>
                    <a:pt x="9161552" y="1944586"/>
                    <a:pt x="9211188" y="1885702"/>
                    <a:pt x="9261957" y="1827479"/>
                  </a:cubicBezTo>
                  <a:cubicBezTo>
                    <a:pt x="9986871" y="994328"/>
                    <a:pt x="10966477" y="306121"/>
                    <a:pt x="12144535" y="0"/>
                  </a:cubicBezTo>
                </a:path>
              </a:pathLst>
            </a:custGeom>
            <a:noFill/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97" name="Google Shape;297;p10"/>
            <p:cNvSpPr/>
            <p:nvPr/>
          </p:nvSpPr>
          <p:spPr>
            <a:xfrm>
              <a:off x="44068" y="9364883"/>
              <a:ext cx="12141514" cy="2797895"/>
            </a:xfrm>
            <a:custGeom>
              <a:avLst/>
              <a:gdLst/>
              <a:ahLst/>
              <a:cxnLst/>
              <a:rect l="l" t="t" r="r" b="b"/>
              <a:pathLst>
                <a:path w="12141514" h="2797895" extrusionOk="0">
                  <a:moveTo>
                    <a:pt x="0" y="564776"/>
                  </a:moveTo>
                  <a:cubicBezTo>
                    <a:pt x="92384" y="792480"/>
                    <a:pt x="294042" y="1025940"/>
                    <a:pt x="539581" y="1157485"/>
                  </a:cubicBezTo>
                  <a:cubicBezTo>
                    <a:pt x="765303" y="1278367"/>
                    <a:pt x="1023486" y="1292616"/>
                    <a:pt x="1215048" y="1234959"/>
                  </a:cubicBezTo>
                  <a:cubicBezTo>
                    <a:pt x="1371128" y="1187965"/>
                    <a:pt x="1477761" y="1090203"/>
                    <a:pt x="1622234" y="1026223"/>
                  </a:cubicBezTo>
                  <a:cubicBezTo>
                    <a:pt x="1773691" y="959129"/>
                    <a:pt x="1986484" y="916099"/>
                    <a:pt x="2184463" y="965829"/>
                  </a:cubicBezTo>
                  <a:cubicBezTo>
                    <a:pt x="2422169" y="1025657"/>
                    <a:pt x="2633925" y="1044436"/>
                    <a:pt x="2813502" y="1064724"/>
                  </a:cubicBezTo>
                  <a:cubicBezTo>
                    <a:pt x="2957315" y="1080955"/>
                    <a:pt x="3091503" y="1094072"/>
                    <a:pt x="3232767" y="1134649"/>
                  </a:cubicBezTo>
                  <a:cubicBezTo>
                    <a:pt x="3264663" y="1143802"/>
                    <a:pt x="3297502" y="1154843"/>
                    <a:pt x="3331662" y="1167865"/>
                  </a:cubicBezTo>
                  <a:cubicBezTo>
                    <a:pt x="3516713" y="1238356"/>
                    <a:pt x="3742246" y="1392927"/>
                    <a:pt x="3859636" y="1583167"/>
                  </a:cubicBezTo>
                  <a:cubicBezTo>
                    <a:pt x="3936167" y="1707258"/>
                    <a:pt x="3968628" y="1819835"/>
                    <a:pt x="4029305" y="1902122"/>
                  </a:cubicBezTo>
                  <a:cubicBezTo>
                    <a:pt x="4054406" y="1936093"/>
                    <a:pt x="4081301" y="1965535"/>
                    <a:pt x="4116782" y="1989976"/>
                  </a:cubicBezTo>
                  <a:cubicBezTo>
                    <a:pt x="4267672" y="2093967"/>
                    <a:pt x="4561431" y="2038952"/>
                    <a:pt x="4731006" y="1855694"/>
                  </a:cubicBezTo>
                  <a:cubicBezTo>
                    <a:pt x="4858871" y="1717543"/>
                    <a:pt x="4934835" y="1526359"/>
                    <a:pt x="5095822" y="1401325"/>
                  </a:cubicBezTo>
                  <a:cubicBezTo>
                    <a:pt x="5307106" y="1237885"/>
                    <a:pt x="5591712" y="1199006"/>
                    <a:pt x="5821208" y="1258173"/>
                  </a:cubicBezTo>
                  <a:cubicBezTo>
                    <a:pt x="6043345" y="1315453"/>
                    <a:pt x="6229150" y="1457661"/>
                    <a:pt x="6394949" y="1622612"/>
                  </a:cubicBezTo>
                  <a:cubicBezTo>
                    <a:pt x="6541310" y="1768217"/>
                    <a:pt x="6676536" y="1941567"/>
                    <a:pt x="6810346" y="2124069"/>
                  </a:cubicBezTo>
                  <a:cubicBezTo>
                    <a:pt x="6830823" y="2151907"/>
                    <a:pt x="6851017" y="2179367"/>
                    <a:pt x="6871400" y="2206545"/>
                  </a:cubicBezTo>
                  <a:cubicBezTo>
                    <a:pt x="7054092" y="2449441"/>
                    <a:pt x="7242539" y="2636095"/>
                    <a:pt x="7479018" y="2731405"/>
                  </a:cubicBezTo>
                  <a:cubicBezTo>
                    <a:pt x="7653689" y="2801801"/>
                    <a:pt x="7854404" y="2818126"/>
                    <a:pt x="8040020" y="2771604"/>
                  </a:cubicBezTo>
                  <a:cubicBezTo>
                    <a:pt x="8209217" y="2729234"/>
                    <a:pt x="8358220" y="2646853"/>
                    <a:pt x="8493540" y="2540692"/>
                  </a:cubicBezTo>
                  <a:cubicBezTo>
                    <a:pt x="8717468" y="2364984"/>
                    <a:pt x="8904595" y="2125768"/>
                    <a:pt x="9104461" y="1899197"/>
                  </a:cubicBezTo>
                  <a:cubicBezTo>
                    <a:pt x="9154097" y="1842955"/>
                    <a:pt x="9204583" y="1786713"/>
                    <a:pt x="9256295" y="1731321"/>
                  </a:cubicBezTo>
                  <a:cubicBezTo>
                    <a:pt x="9994326" y="937236"/>
                    <a:pt x="10974215" y="285266"/>
                    <a:pt x="12141514" y="0"/>
                  </a:cubicBezTo>
                </a:path>
              </a:pathLst>
            </a:custGeom>
            <a:noFill/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98" name="Google Shape;298;p10"/>
            <p:cNvSpPr/>
            <p:nvPr/>
          </p:nvSpPr>
          <p:spPr>
            <a:xfrm>
              <a:off x="47088" y="9489162"/>
              <a:ext cx="12138212" cy="2624367"/>
            </a:xfrm>
            <a:custGeom>
              <a:avLst/>
              <a:gdLst/>
              <a:ahLst/>
              <a:cxnLst/>
              <a:rect l="l" t="t" r="r" b="b"/>
              <a:pathLst>
                <a:path w="12138212" h="2624367" extrusionOk="0">
                  <a:moveTo>
                    <a:pt x="0" y="323012"/>
                  </a:moveTo>
                  <a:cubicBezTo>
                    <a:pt x="91157" y="544205"/>
                    <a:pt x="287437" y="775872"/>
                    <a:pt x="527313" y="911569"/>
                  </a:cubicBezTo>
                  <a:cubicBezTo>
                    <a:pt x="745769" y="1035188"/>
                    <a:pt x="996404" y="1057835"/>
                    <a:pt x="1183813" y="1012823"/>
                  </a:cubicBezTo>
                  <a:cubicBezTo>
                    <a:pt x="1336874" y="976021"/>
                    <a:pt x="1443318" y="890054"/>
                    <a:pt x="1585243" y="837115"/>
                  </a:cubicBezTo>
                  <a:cubicBezTo>
                    <a:pt x="1736228" y="780779"/>
                    <a:pt x="1944398" y="747751"/>
                    <a:pt x="2137752" y="796255"/>
                  </a:cubicBezTo>
                  <a:cubicBezTo>
                    <a:pt x="2380837" y="857215"/>
                    <a:pt x="2600331" y="867500"/>
                    <a:pt x="2786797" y="877786"/>
                  </a:cubicBezTo>
                  <a:cubicBezTo>
                    <a:pt x="2936649" y="885996"/>
                    <a:pt x="3076970" y="889959"/>
                    <a:pt x="3225313" y="924120"/>
                  </a:cubicBezTo>
                  <a:cubicBezTo>
                    <a:pt x="3258718" y="931858"/>
                    <a:pt x="3293256" y="941483"/>
                    <a:pt x="3328926" y="953373"/>
                  </a:cubicBezTo>
                  <a:cubicBezTo>
                    <a:pt x="3522752" y="1017447"/>
                    <a:pt x="3757816" y="1172206"/>
                    <a:pt x="3874263" y="1370090"/>
                  </a:cubicBezTo>
                  <a:cubicBezTo>
                    <a:pt x="3949944" y="1498804"/>
                    <a:pt x="3976932" y="1617799"/>
                    <a:pt x="4033835" y="1707446"/>
                  </a:cubicBezTo>
                  <a:cubicBezTo>
                    <a:pt x="4057426" y="1744626"/>
                    <a:pt x="4083188" y="1777277"/>
                    <a:pt x="4118480" y="1805115"/>
                  </a:cubicBezTo>
                  <a:cubicBezTo>
                    <a:pt x="4268616" y="1923637"/>
                    <a:pt x="4575303" y="1877965"/>
                    <a:pt x="4754408" y="1694613"/>
                  </a:cubicBezTo>
                  <a:cubicBezTo>
                    <a:pt x="4883972" y="1561935"/>
                    <a:pt x="4963145" y="1375563"/>
                    <a:pt x="5122716" y="1252417"/>
                  </a:cubicBezTo>
                  <a:cubicBezTo>
                    <a:pt x="5332773" y="1091052"/>
                    <a:pt x="5611717" y="1046700"/>
                    <a:pt x="5839893" y="1097658"/>
                  </a:cubicBezTo>
                  <a:cubicBezTo>
                    <a:pt x="6059953" y="1146822"/>
                    <a:pt x="6247740" y="1279594"/>
                    <a:pt x="6415427" y="1436901"/>
                  </a:cubicBezTo>
                  <a:cubicBezTo>
                    <a:pt x="6563769" y="1576184"/>
                    <a:pt x="6700599" y="1744720"/>
                    <a:pt x="6832050" y="1926091"/>
                  </a:cubicBezTo>
                  <a:cubicBezTo>
                    <a:pt x="6852150" y="1953740"/>
                    <a:pt x="6871872" y="1981106"/>
                    <a:pt x="6891594" y="2008094"/>
                  </a:cubicBezTo>
                  <a:cubicBezTo>
                    <a:pt x="7069001" y="2250047"/>
                    <a:pt x="7244143" y="2441325"/>
                    <a:pt x="7471186" y="2544561"/>
                  </a:cubicBezTo>
                  <a:cubicBezTo>
                    <a:pt x="7639157" y="2620903"/>
                    <a:pt x="7835059" y="2644494"/>
                    <a:pt x="8018788" y="2606559"/>
                  </a:cubicBezTo>
                  <a:cubicBezTo>
                    <a:pt x="8185909" y="2572021"/>
                    <a:pt x="8335384" y="2497850"/>
                    <a:pt x="8472119" y="2399616"/>
                  </a:cubicBezTo>
                  <a:cubicBezTo>
                    <a:pt x="8698784" y="2236836"/>
                    <a:pt x="8891195" y="2010265"/>
                    <a:pt x="9095496" y="1794828"/>
                  </a:cubicBezTo>
                  <a:cubicBezTo>
                    <a:pt x="9146170" y="1741418"/>
                    <a:pt x="9197694" y="1687913"/>
                    <a:pt x="9250255" y="1635162"/>
                  </a:cubicBezTo>
                  <a:cubicBezTo>
                    <a:pt x="10001498" y="880145"/>
                    <a:pt x="10981576" y="264317"/>
                    <a:pt x="12138212" y="0"/>
                  </a:cubicBezTo>
                </a:path>
              </a:pathLst>
            </a:custGeom>
            <a:noFill/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99" name="Google Shape;299;p10"/>
            <p:cNvSpPr/>
            <p:nvPr/>
          </p:nvSpPr>
          <p:spPr>
            <a:xfrm>
              <a:off x="50107" y="9613818"/>
              <a:ext cx="12135097" cy="2452279"/>
            </a:xfrm>
            <a:custGeom>
              <a:avLst/>
              <a:gdLst/>
              <a:ahLst/>
              <a:cxnLst/>
              <a:rect l="l" t="t" r="r" b="b"/>
              <a:pathLst>
                <a:path w="12135097" h="2452279" extrusionOk="0">
                  <a:moveTo>
                    <a:pt x="0" y="80871"/>
                  </a:moveTo>
                  <a:cubicBezTo>
                    <a:pt x="89930" y="295552"/>
                    <a:pt x="280831" y="525332"/>
                    <a:pt x="514952" y="665276"/>
                  </a:cubicBezTo>
                  <a:cubicBezTo>
                    <a:pt x="726141" y="791536"/>
                    <a:pt x="969226" y="822677"/>
                    <a:pt x="1152484" y="790310"/>
                  </a:cubicBezTo>
                  <a:cubicBezTo>
                    <a:pt x="1302525" y="763793"/>
                    <a:pt x="1408969" y="689716"/>
                    <a:pt x="1548252" y="647629"/>
                  </a:cubicBezTo>
                  <a:cubicBezTo>
                    <a:pt x="1698953" y="602051"/>
                    <a:pt x="1902311" y="579120"/>
                    <a:pt x="2091041" y="626303"/>
                  </a:cubicBezTo>
                  <a:cubicBezTo>
                    <a:pt x="2339600" y="688395"/>
                    <a:pt x="2566737" y="694529"/>
                    <a:pt x="2760091" y="690471"/>
                  </a:cubicBezTo>
                  <a:cubicBezTo>
                    <a:pt x="2915889" y="687168"/>
                    <a:pt x="3062438" y="685470"/>
                    <a:pt x="3217858" y="713213"/>
                  </a:cubicBezTo>
                  <a:cubicBezTo>
                    <a:pt x="3252867" y="719536"/>
                    <a:pt x="3289009" y="727840"/>
                    <a:pt x="3326283" y="738503"/>
                  </a:cubicBezTo>
                  <a:cubicBezTo>
                    <a:pt x="3528792" y="796255"/>
                    <a:pt x="3773481" y="951014"/>
                    <a:pt x="3888984" y="1156730"/>
                  </a:cubicBezTo>
                  <a:cubicBezTo>
                    <a:pt x="3963815" y="1290068"/>
                    <a:pt x="3985425" y="1415386"/>
                    <a:pt x="4038364" y="1512488"/>
                  </a:cubicBezTo>
                  <a:cubicBezTo>
                    <a:pt x="4060351" y="1552876"/>
                    <a:pt x="4085075" y="1588829"/>
                    <a:pt x="4120085" y="1620064"/>
                  </a:cubicBezTo>
                  <a:cubicBezTo>
                    <a:pt x="4269465" y="1753025"/>
                    <a:pt x="4588892" y="1716694"/>
                    <a:pt x="4777717" y="1533342"/>
                  </a:cubicBezTo>
                  <a:cubicBezTo>
                    <a:pt x="4908979" y="1405949"/>
                    <a:pt x="4991265" y="1224485"/>
                    <a:pt x="5149611" y="1103320"/>
                  </a:cubicBezTo>
                  <a:cubicBezTo>
                    <a:pt x="5358347" y="944125"/>
                    <a:pt x="5631723" y="894112"/>
                    <a:pt x="5858483" y="936859"/>
                  </a:cubicBezTo>
                  <a:cubicBezTo>
                    <a:pt x="6076372" y="977908"/>
                    <a:pt x="6266235" y="1101149"/>
                    <a:pt x="6435810" y="1251001"/>
                  </a:cubicBezTo>
                  <a:cubicBezTo>
                    <a:pt x="6586228" y="1383962"/>
                    <a:pt x="6724568" y="1547591"/>
                    <a:pt x="6853659" y="1727924"/>
                  </a:cubicBezTo>
                  <a:cubicBezTo>
                    <a:pt x="6873382" y="1755384"/>
                    <a:pt x="6892632" y="1782561"/>
                    <a:pt x="6911789" y="1809550"/>
                  </a:cubicBezTo>
                  <a:cubicBezTo>
                    <a:pt x="7083816" y="2050653"/>
                    <a:pt x="7245653" y="2246461"/>
                    <a:pt x="7463448" y="2357623"/>
                  </a:cubicBezTo>
                  <a:cubicBezTo>
                    <a:pt x="7624624" y="2439910"/>
                    <a:pt x="7815903" y="2470768"/>
                    <a:pt x="7997556" y="2441420"/>
                  </a:cubicBezTo>
                  <a:cubicBezTo>
                    <a:pt x="8162695" y="2414715"/>
                    <a:pt x="8312642" y="2348659"/>
                    <a:pt x="8450792" y="2258446"/>
                  </a:cubicBezTo>
                  <a:cubicBezTo>
                    <a:pt x="8680194" y="2108594"/>
                    <a:pt x="8877890" y="1894762"/>
                    <a:pt x="9086626" y="1690461"/>
                  </a:cubicBezTo>
                  <a:cubicBezTo>
                    <a:pt x="9138338" y="1639787"/>
                    <a:pt x="9190900" y="1589018"/>
                    <a:pt x="9244405" y="1539004"/>
                  </a:cubicBezTo>
                  <a:cubicBezTo>
                    <a:pt x="10008858" y="823054"/>
                    <a:pt x="10989125" y="243463"/>
                    <a:pt x="12135098" y="0"/>
                  </a:cubicBezTo>
                </a:path>
              </a:pathLst>
            </a:custGeom>
            <a:noFill/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00" name="Google Shape;300;p10"/>
            <p:cNvSpPr/>
            <p:nvPr/>
          </p:nvSpPr>
          <p:spPr>
            <a:xfrm>
              <a:off x="53127" y="9577110"/>
              <a:ext cx="12131983" cy="2442840"/>
            </a:xfrm>
            <a:custGeom>
              <a:avLst/>
              <a:gdLst/>
              <a:ahLst/>
              <a:cxnLst/>
              <a:rect l="l" t="t" r="r" b="b"/>
              <a:pathLst>
                <a:path w="12131983" h="2442840" extrusionOk="0">
                  <a:moveTo>
                    <a:pt x="0" y="0"/>
                  </a:moveTo>
                  <a:cubicBezTo>
                    <a:pt x="88703" y="208264"/>
                    <a:pt x="274226" y="435968"/>
                    <a:pt x="502590" y="580347"/>
                  </a:cubicBezTo>
                  <a:cubicBezTo>
                    <a:pt x="706608" y="709250"/>
                    <a:pt x="942049" y="748883"/>
                    <a:pt x="1121249" y="729161"/>
                  </a:cubicBezTo>
                  <a:cubicBezTo>
                    <a:pt x="1268270" y="712930"/>
                    <a:pt x="1374903" y="650838"/>
                    <a:pt x="1511261" y="619508"/>
                  </a:cubicBezTo>
                  <a:cubicBezTo>
                    <a:pt x="1661773" y="584876"/>
                    <a:pt x="1860224" y="571760"/>
                    <a:pt x="2044236" y="617621"/>
                  </a:cubicBezTo>
                  <a:cubicBezTo>
                    <a:pt x="2298173" y="680940"/>
                    <a:pt x="2532954" y="674146"/>
                    <a:pt x="2733292" y="664426"/>
                  </a:cubicBezTo>
                  <a:cubicBezTo>
                    <a:pt x="2895034" y="656594"/>
                    <a:pt x="3047811" y="642251"/>
                    <a:pt x="3210214" y="663577"/>
                  </a:cubicBezTo>
                  <a:cubicBezTo>
                    <a:pt x="3246828" y="668390"/>
                    <a:pt x="3284574" y="675373"/>
                    <a:pt x="3323453" y="684904"/>
                  </a:cubicBezTo>
                  <a:cubicBezTo>
                    <a:pt x="3534642" y="736238"/>
                    <a:pt x="3789051" y="891092"/>
                    <a:pt x="3903610" y="1104641"/>
                  </a:cubicBezTo>
                  <a:cubicBezTo>
                    <a:pt x="3977687" y="1242603"/>
                    <a:pt x="3993729" y="1374337"/>
                    <a:pt x="4042894" y="1478705"/>
                  </a:cubicBezTo>
                  <a:cubicBezTo>
                    <a:pt x="4063371" y="1522207"/>
                    <a:pt x="4086962" y="1561463"/>
                    <a:pt x="4121783" y="1596095"/>
                  </a:cubicBezTo>
                  <a:cubicBezTo>
                    <a:pt x="4270503" y="1743588"/>
                    <a:pt x="4602386" y="1716222"/>
                    <a:pt x="4801025" y="1533154"/>
                  </a:cubicBezTo>
                  <a:cubicBezTo>
                    <a:pt x="4933703" y="1410856"/>
                    <a:pt x="5019481" y="1234487"/>
                    <a:pt x="5176410" y="1115210"/>
                  </a:cubicBezTo>
                  <a:cubicBezTo>
                    <a:pt x="5383919" y="958186"/>
                    <a:pt x="5651540" y="902604"/>
                    <a:pt x="5877073" y="937142"/>
                  </a:cubicBezTo>
                  <a:cubicBezTo>
                    <a:pt x="6092792" y="970170"/>
                    <a:pt x="6284825" y="1083786"/>
                    <a:pt x="6456193" y="1226183"/>
                  </a:cubicBezTo>
                  <a:cubicBezTo>
                    <a:pt x="6608593" y="1352821"/>
                    <a:pt x="6748442" y="1511638"/>
                    <a:pt x="6875269" y="1690838"/>
                  </a:cubicBezTo>
                  <a:cubicBezTo>
                    <a:pt x="6894614" y="1718015"/>
                    <a:pt x="6913393" y="1745193"/>
                    <a:pt x="6931982" y="1771992"/>
                  </a:cubicBezTo>
                  <a:cubicBezTo>
                    <a:pt x="7098726" y="2012152"/>
                    <a:pt x="7247163" y="2212584"/>
                    <a:pt x="7455616" y="2331673"/>
                  </a:cubicBezTo>
                  <a:cubicBezTo>
                    <a:pt x="7609998" y="2419905"/>
                    <a:pt x="7796558" y="2458123"/>
                    <a:pt x="7976324" y="2437268"/>
                  </a:cubicBezTo>
                  <a:cubicBezTo>
                    <a:pt x="8139387" y="2418395"/>
                    <a:pt x="8289900" y="2360549"/>
                    <a:pt x="8429372" y="2278262"/>
                  </a:cubicBezTo>
                  <a:cubicBezTo>
                    <a:pt x="8661510" y="2141433"/>
                    <a:pt x="8864490" y="1940151"/>
                    <a:pt x="9077755" y="1746985"/>
                  </a:cubicBezTo>
                  <a:cubicBezTo>
                    <a:pt x="9130600" y="1699142"/>
                    <a:pt x="9184105" y="1651110"/>
                    <a:pt x="9238554" y="1603833"/>
                  </a:cubicBezTo>
                  <a:cubicBezTo>
                    <a:pt x="10016125" y="926951"/>
                    <a:pt x="10996674" y="383595"/>
                    <a:pt x="12131984" y="160893"/>
                  </a:cubicBezTo>
                </a:path>
              </a:pathLst>
            </a:custGeom>
            <a:noFill/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01" name="Google Shape;301;p10"/>
            <p:cNvSpPr/>
            <p:nvPr/>
          </p:nvSpPr>
          <p:spPr>
            <a:xfrm>
              <a:off x="56241" y="9459625"/>
              <a:ext cx="12128775" cy="2516043"/>
            </a:xfrm>
            <a:custGeom>
              <a:avLst/>
              <a:gdLst/>
              <a:ahLst/>
              <a:cxnLst/>
              <a:rect l="l" t="t" r="r" b="b"/>
              <a:pathLst>
                <a:path w="12128775" h="2516043" extrusionOk="0">
                  <a:moveTo>
                    <a:pt x="0" y="0"/>
                  </a:moveTo>
                  <a:cubicBezTo>
                    <a:pt x="87382" y="201753"/>
                    <a:pt x="267620" y="427475"/>
                    <a:pt x="490228" y="576195"/>
                  </a:cubicBezTo>
                  <a:cubicBezTo>
                    <a:pt x="687074" y="707646"/>
                    <a:pt x="914966" y="755961"/>
                    <a:pt x="1089920" y="748789"/>
                  </a:cubicBezTo>
                  <a:cubicBezTo>
                    <a:pt x="1233921" y="742938"/>
                    <a:pt x="1340837" y="692925"/>
                    <a:pt x="1474175" y="672164"/>
                  </a:cubicBezTo>
                  <a:cubicBezTo>
                    <a:pt x="1624688" y="648667"/>
                    <a:pt x="1818042" y="645270"/>
                    <a:pt x="1997431" y="689811"/>
                  </a:cubicBezTo>
                  <a:cubicBezTo>
                    <a:pt x="2256747" y="754262"/>
                    <a:pt x="2499171" y="738880"/>
                    <a:pt x="2706492" y="719253"/>
                  </a:cubicBezTo>
                  <a:cubicBezTo>
                    <a:pt x="2874179" y="703305"/>
                    <a:pt x="3033185" y="679902"/>
                    <a:pt x="3202665" y="694812"/>
                  </a:cubicBezTo>
                  <a:cubicBezTo>
                    <a:pt x="3240883" y="698209"/>
                    <a:pt x="3280139" y="703871"/>
                    <a:pt x="3320622" y="712175"/>
                  </a:cubicBezTo>
                  <a:cubicBezTo>
                    <a:pt x="3540587" y="757093"/>
                    <a:pt x="3804527" y="912135"/>
                    <a:pt x="3918143" y="1133328"/>
                  </a:cubicBezTo>
                  <a:cubicBezTo>
                    <a:pt x="3991370" y="1276008"/>
                    <a:pt x="4001939" y="1413970"/>
                    <a:pt x="4047235" y="1525793"/>
                  </a:cubicBezTo>
                  <a:cubicBezTo>
                    <a:pt x="4066108" y="1572504"/>
                    <a:pt x="4088661" y="1615063"/>
                    <a:pt x="4123293" y="1652998"/>
                  </a:cubicBezTo>
                  <a:cubicBezTo>
                    <a:pt x="4271163" y="1814928"/>
                    <a:pt x="4615503" y="1796433"/>
                    <a:pt x="4824239" y="1613836"/>
                  </a:cubicBezTo>
                  <a:cubicBezTo>
                    <a:pt x="4958332" y="1496540"/>
                    <a:pt x="5047601" y="1325455"/>
                    <a:pt x="5203210" y="1208065"/>
                  </a:cubicBezTo>
                  <a:cubicBezTo>
                    <a:pt x="5409398" y="1053212"/>
                    <a:pt x="5671356" y="992063"/>
                    <a:pt x="5895662" y="1018296"/>
                  </a:cubicBezTo>
                  <a:cubicBezTo>
                    <a:pt x="6109211" y="1043303"/>
                    <a:pt x="6303321" y="1147294"/>
                    <a:pt x="6476575" y="1282236"/>
                  </a:cubicBezTo>
                  <a:cubicBezTo>
                    <a:pt x="6631051" y="1402458"/>
                    <a:pt x="6772411" y="1556556"/>
                    <a:pt x="6896879" y="1734624"/>
                  </a:cubicBezTo>
                  <a:cubicBezTo>
                    <a:pt x="6915846" y="1761612"/>
                    <a:pt x="6934153" y="1788601"/>
                    <a:pt x="6952082" y="1815400"/>
                  </a:cubicBezTo>
                  <a:cubicBezTo>
                    <a:pt x="7113447" y="2054616"/>
                    <a:pt x="7248578" y="2259672"/>
                    <a:pt x="7447784" y="2386688"/>
                  </a:cubicBezTo>
                  <a:cubicBezTo>
                    <a:pt x="7595371" y="2480770"/>
                    <a:pt x="7777307" y="2526349"/>
                    <a:pt x="7955091" y="2514081"/>
                  </a:cubicBezTo>
                  <a:cubicBezTo>
                    <a:pt x="8116079" y="2503040"/>
                    <a:pt x="8267157" y="2453310"/>
                    <a:pt x="8407951" y="2379045"/>
                  </a:cubicBezTo>
                  <a:cubicBezTo>
                    <a:pt x="8642826" y="2255143"/>
                    <a:pt x="8851090" y="2066506"/>
                    <a:pt x="9068791" y="1884476"/>
                  </a:cubicBezTo>
                  <a:cubicBezTo>
                    <a:pt x="9122674" y="1839369"/>
                    <a:pt x="9177216" y="1794074"/>
                    <a:pt x="9232609" y="1749533"/>
                  </a:cubicBezTo>
                  <a:cubicBezTo>
                    <a:pt x="10023391" y="1111718"/>
                    <a:pt x="11004129" y="604504"/>
                    <a:pt x="12128775" y="402751"/>
                  </a:cubicBezTo>
                </a:path>
              </a:pathLst>
            </a:custGeom>
            <a:noFill/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02" name="Google Shape;302;p10"/>
            <p:cNvSpPr/>
            <p:nvPr/>
          </p:nvSpPr>
          <p:spPr>
            <a:xfrm>
              <a:off x="59261" y="9342141"/>
              <a:ext cx="12125566" cy="2591074"/>
            </a:xfrm>
            <a:custGeom>
              <a:avLst/>
              <a:gdLst/>
              <a:ahLst/>
              <a:cxnLst/>
              <a:rect l="l" t="t" r="r" b="b"/>
              <a:pathLst>
                <a:path w="12125566" h="2591074" extrusionOk="0">
                  <a:moveTo>
                    <a:pt x="0" y="0"/>
                  </a:moveTo>
                  <a:cubicBezTo>
                    <a:pt x="86156" y="195242"/>
                    <a:pt x="261109" y="418888"/>
                    <a:pt x="477960" y="572043"/>
                  </a:cubicBezTo>
                  <a:cubicBezTo>
                    <a:pt x="667635" y="706041"/>
                    <a:pt x="887978" y="763038"/>
                    <a:pt x="1058685" y="768417"/>
                  </a:cubicBezTo>
                  <a:cubicBezTo>
                    <a:pt x="1199761" y="772852"/>
                    <a:pt x="1307243" y="710665"/>
                    <a:pt x="1437184" y="724820"/>
                  </a:cubicBezTo>
                  <a:cubicBezTo>
                    <a:pt x="1587414" y="741145"/>
                    <a:pt x="1775955" y="718686"/>
                    <a:pt x="1950720" y="762000"/>
                  </a:cubicBezTo>
                  <a:cubicBezTo>
                    <a:pt x="2215509" y="827584"/>
                    <a:pt x="2465483" y="803710"/>
                    <a:pt x="2679692" y="774079"/>
                  </a:cubicBezTo>
                  <a:cubicBezTo>
                    <a:pt x="2853324" y="750016"/>
                    <a:pt x="3018558" y="717554"/>
                    <a:pt x="3195021" y="726047"/>
                  </a:cubicBezTo>
                  <a:cubicBezTo>
                    <a:pt x="3234843" y="728028"/>
                    <a:pt x="3275704" y="732275"/>
                    <a:pt x="3317791" y="739447"/>
                  </a:cubicBezTo>
                  <a:cubicBezTo>
                    <a:pt x="3546438" y="778042"/>
                    <a:pt x="3820097" y="933084"/>
                    <a:pt x="3932675" y="1162109"/>
                  </a:cubicBezTo>
                  <a:cubicBezTo>
                    <a:pt x="4005053" y="1309413"/>
                    <a:pt x="4010149" y="1453698"/>
                    <a:pt x="4051670" y="1572881"/>
                  </a:cubicBezTo>
                  <a:cubicBezTo>
                    <a:pt x="4069033" y="1622706"/>
                    <a:pt x="4090454" y="1668568"/>
                    <a:pt x="4124897" y="1709900"/>
                  </a:cubicBezTo>
                  <a:cubicBezTo>
                    <a:pt x="4272013" y="1886363"/>
                    <a:pt x="4628619" y="1876360"/>
                    <a:pt x="4847547" y="1694518"/>
                  </a:cubicBezTo>
                  <a:cubicBezTo>
                    <a:pt x="4982961" y="1582129"/>
                    <a:pt x="5075817" y="1416329"/>
                    <a:pt x="5230010" y="1300920"/>
                  </a:cubicBezTo>
                  <a:cubicBezTo>
                    <a:pt x="5434971" y="1148237"/>
                    <a:pt x="5691173" y="1081616"/>
                    <a:pt x="5914158" y="1099545"/>
                  </a:cubicBezTo>
                  <a:cubicBezTo>
                    <a:pt x="6125536" y="1116531"/>
                    <a:pt x="6321817" y="1210896"/>
                    <a:pt x="6496959" y="1338384"/>
                  </a:cubicBezTo>
                  <a:cubicBezTo>
                    <a:pt x="6653416" y="1452283"/>
                    <a:pt x="6796380" y="1601474"/>
                    <a:pt x="6918488" y="1778503"/>
                  </a:cubicBezTo>
                  <a:cubicBezTo>
                    <a:pt x="6937078" y="1805303"/>
                    <a:pt x="6954913" y="1832197"/>
                    <a:pt x="6972277" y="1858808"/>
                  </a:cubicBezTo>
                  <a:cubicBezTo>
                    <a:pt x="7128357" y="2097175"/>
                    <a:pt x="7250088" y="2306761"/>
                    <a:pt x="7440046" y="2441703"/>
                  </a:cubicBezTo>
                  <a:cubicBezTo>
                    <a:pt x="7580839" y="2541730"/>
                    <a:pt x="7758056" y="2594575"/>
                    <a:pt x="7933859" y="2590895"/>
                  </a:cubicBezTo>
                  <a:cubicBezTo>
                    <a:pt x="8092771" y="2587592"/>
                    <a:pt x="8244416" y="2546165"/>
                    <a:pt x="8386624" y="2479827"/>
                  </a:cubicBezTo>
                  <a:cubicBezTo>
                    <a:pt x="8624236" y="2368947"/>
                    <a:pt x="8837785" y="2192862"/>
                    <a:pt x="9059920" y="2021966"/>
                  </a:cubicBezTo>
                  <a:cubicBezTo>
                    <a:pt x="9114841" y="1979690"/>
                    <a:pt x="9170422" y="1937131"/>
                    <a:pt x="9226758" y="1895328"/>
                  </a:cubicBezTo>
                  <a:cubicBezTo>
                    <a:pt x="10030751" y="1296580"/>
                    <a:pt x="11011584" y="825602"/>
                    <a:pt x="12125567" y="644704"/>
                  </a:cubicBezTo>
                </a:path>
              </a:pathLst>
            </a:custGeom>
            <a:noFill/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03" name="Google Shape;303;p10"/>
            <p:cNvSpPr/>
            <p:nvPr/>
          </p:nvSpPr>
          <p:spPr>
            <a:xfrm>
              <a:off x="62281" y="9224656"/>
              <a:ext cx="12122358" cy="2668023"/>
            </a:xfrm>
            <a:custGeom>
              <a:avLst/>
              <a:gdLst/>
              <a:ahLst/>
              <a:cxnLst/>
              <a:rect l="l" t="t" r="r" b="b"/>
              <a:pathLst>
                <a:path w="12122358" h="2668023" extrusionOk="0">
                  <a:moveTo>
                    <a:pt x="0" y="0"/>
                  </a:moveTo>
                  <a:cubicBezTo>
                    <a:pt x="84929" y="188825"/>
                    <a:pt x="254598" y="410206"/>
                    <a:pt x="465599" y="567891"/>
                  </a:cubicBezTo>
                  <a:cubicBezTo>
                    <a:pt x="648101" y="704343"/>
                    <a:pt x="860895" y="770210"/>
                    <a:pt x="1027355" y="788139"/>
                  </a:cubicBezTo>
                  <a:cubicBezTo>
                    <a:pt x="1165412" y="803049"/>
                    <a:pt x="1275253" y="754073"/>
                    <a:pt x="1400098" y="777570"/>
                  </a:cubicBezTo>
                  <a:cubicBezTo>
                    <a:pt x="1548346" y="805502"/>
                    <a:pt x="1733869" y="792291"/>
                    <a:pt x="1903821" y="834189"/>
                  </a:cubicBezTo>
                  <a:cubicBezTo>
                    <a:pt x="2173988" y="900811"/>
                    <a:pt x="2431606" y="868444"/>
                    <a:pt x="2652798" y="828905"/>
                  </a:cubicBezTo>
                  <a:cubicBezTo>
                    <a:pt x="2832281" y="796821"/>
                    <a:pt x="3003743" y="755206"/>
                    <a:pt x="3187378" y="757282"/>
                  </a:cubicBezTo>
                  <a:cubicBezTo>
                    <a:pt x="3228804" y="757754"/>
                    <a:pt x="3271269" y="760773"/>
                    <a:pt x="3314865" y="766718"/>
                  </a:cubicBezTo>
                  <a:cubicBezTo>
                    <a:pt x="3552194" y="798897"/>
                    <a:pt x="3835573" y="954034"/>
                    <a:pt x="3947207" y="1190890"/>
                  </a:cubicBezTo>
                  <a:cubicBezTo>
                    <a:pt x="4018831" y="1342819"/>
                    <a:pt x="4018359" y="1493426"/>
                    <a:pt x="4056011" y="1620064"/>
                  </a:cubicBezTo>
                  <a:cubicBezTo>
                    <a:pt x="4071770" y="1673097"/>
                    <a:pt x="4092058" y="1722262"/>
                    <a:pt x="4126313" y="1766896"/>
                  </a:cubicBezTo>
                  <a:cubicBezTo>
                    <a:pt x="4272673" y="1957798"/>
                    <a:pt x="4641264" y="1956005"/>
                    <a:pt x="4870667" y="1775295"/>
                  </a:cubicBezTo>
                  <a:cubicBezTo>
                    <a:pt x="5007402" y="1667624"/>
                    <a:pt x="5103749" y="1507392"/>
                    <a:pt x="5256715" y="1393776"/>
                  </a:cubicBezTo>
                  <a:cubicBezTo>
                    <a:pt x="5460355" y="1243263"/>
                    <a:pt x="5710895" y="1171168"/>
                    <a:pt x="5932654" y="1180699"/>
                  </a:cubicBezTo>
                  <a:cubicBezTo>
                    <a:pt x="6141768" y="1189758"/>
                    <a:pt x="6340218" y="1274310"/>
                    <a:pt x="6517247" y="1394342"/>
                  </a:cubicBezTo>
                  <a:cubicBezTo>
                    <a:pt x="6675781" y="1501919"/>
                    <a:pt x="6820254" y="1646298"/>
                    <a:pt x="6940004" y="1822195"/>
                  </a:cubicBezTo>
                  <a:cubicBezTo>
                    <a:pt x="6958216" y="1848805"/>
                    <a:pt x="6975579" y="1875511"/>
                    <a:pt x="6992377" y="1902122"/>
                  </a:cubicBezTo>
                  <a:cubicBezTo>
                    <a:pt x="7143078" y="2139545"/>
                    <a:pt x="7251504" y="2353754"/>
                    <a:pt x="7432119" y="2496624"/>
                  </a:cubicBezTo>
                  <a:cubicBezTo>
                    <a:pt x="7566118" y="2602596"/>
                    <a:pt x="7738617" y="2662612"/>
                    <a:pt x="7912533" y="2667614"/>
                  </a:cubicBezTo>
                  <a:cubicBezTo>
                    <a:pt x="8069368" y="2672143"/>
                    <a:pt x="8221579" y="2638926"/>
                    <a:pt x="8365109" y="2580514"/>
                  </a:cubicBezTo>
                  <a:cubicBezTo>
                    <a:pt x="8605551" y="2482752"/>
                    <a:pt x="8824290" y="2319123"/>
                    <a:pt x="9050956" y="2159362"/>
                  </a:cubicBezTo>
                  <a:cubicBezTo>
                    <a:pt x="9107009" y="2119823"/>
                    <a:pt x="9163533" y="2080000"/>
                    <a:pt x="9220813" y="2040933"/>
                  </a:cubicBezTo>
                  <a:cubicBezTo>
                    <a:pt x="10037922" y="1481253"/>
                    <a:pt x="11019039" y="1046511"/>
                    <a:pt x="12122358" y="886468"/>
                  </a:cubicBezTo>
                </a:path>
              </a:pathLst>
            </a:custGeom>
            <a:noFill/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04" name="Google Shape;304;p10"/>
            <p:cNvSpPr/>
            <p:nvPr/>
          </p:nvSpPr>
          <p:spPr>
            <a:xfrm>
              <a:off x="65300" y="9107171"/>
              <a:ext cx="12119338" cy="2747422"/>
            </a:xfrm>
            <a:custGeom>
              <a:avLst/>
              <a:gdLst/>
              <a:ahLst/>
              <a:cxnLst/>
              <a:rect l="l" t="t" r="r" b="b"/>
              <a:pathLst>
                <a:path w="12119338" h="2747422" extrusionOk="0">
                  <a:moveTo>
                    <a:pt x="0" y="0"/>
                  </a:moveTo>
                  <a:cubicBezTo>
                    <a:pt x="83702" y="182314"/>
                    <a:pt x="248181" y="401525"/>
                    <a:pt x="453237" y="563739"/>
                  </a:cubicBezTo>
                  <a:cubicBezTo>
                    <a:pt x="628662" y="702550"/>
                    <a:pt x="833812" y="777382"/>
                    <a:pt x="996026" y="807767"/>
                  </a:cubicBezTo>
                  <a:cubicBezTo>
                    <a:pt x="1131157" y="833057"/>
                    <a:pt x="1242980" y="798048"/>
                    <a:pt x="1363107" y="830226"/>
                  </a:cubicBezTo>
                  <a:cubicBezTo>
                    <a:pt x="1509373" y="869388"/>
                    <a:pt x="1691782" y="865708"/>
                    <a:pt x="1857110" y="906379"/>
                  </a:cubicBezTo>
                  <a:cubicBezTo>
                    <a:pt x="2132751" y="974133"/>
                    <a:pt x="2397917" y="933179"/>
                    <a:pt x="2626093" y="883637"/>
                  </a:cubicBezTo>
                  <a:cubicBezTo>
                    <a:pt x="2811520" y="843437"/>
                    <a:pt x="2989211" y="792763"/>
                    <a:pt x="3179829" y="788422"/>
                  </a:cubicBezTo>
                  <a:cubicBezTo>
                    <a:pt x="3222859" y="787479"/>
                    <a:pt x="3266833" y="789083"/>
                    <a:pt x="3312129" y="793896"/>
                  </a:cubicBezTo>
                  <a:cubicBezTo>
                    <a:pt x="3558139" y="819752"/>
                    <a:pt x="3851238" y="974888"/>
                    <a:pt x="3961834" y="1219483"/>
                  </a:cubicBezTo>
                  <a:cubicBezTo>
                    <a:pt x="4032608" y="1376035"/>
                    <a:pt x="4026663" y="1532965"/>
                    <a:pt x="4060540" y="1667058"/>
                  </a:cubicBezTo>
                  <a:cubicBezTo>
                    <a:pt x="4074695" y="1723205"/>
                    <a:pt x="4093945" y="1775673"/>
                    <a:pt x="4128011" y="1823704"/>
                  </a:cubicBezTo>
                  <a:cubicBezTo>
                    <a:pt x="4273617" y="2029138"/>
                    <a:pt x="4654098" y="2035271"/>
                    <a:pt x="4894069" y="1855883"/>
                  </a:cubicBezTo>
                  <a:cubicBezTo>
                    <a:pt x="5031937" y="1752742"/>
                    <a:pt x="5132059" y="1598171"/>
                    <a:pt x="5283609" y="1486537"/>
                  </a:cubicBezTo>
                  <a:cubicBezTo>
                    <a:pt x="5486023" y="1338195"/>
                    <a:pt x="5730995" y="1254210"/>
                    <a:pt x="5951338" y="1261853"/>
                  </a:cubicBezTo>
                  <a:cubicBezTo>
                    <a:pt x="6158187" y="1269025"/>
                    <a:pt x="6358902" y="1337818"/>
                    <a:pt x="6537724" y="1450395"/>
                  </a:cubicBezTo>
                  <a:cubicBezTo>
                    <a:pt x="6698334" y="1551555"/>
                    <a:pt x="6844317" y="1691121"/>
                    <a:pt x="6961707" y="1865980"/>
                  </a:cubicBezTo>
                  <a:cubicBezTo>
                    <a:pt x="6979543" y="1892402"/>
                    <a:pt x="6996340" y="1918919"/>
                    <a:pt x="7012571" y="1945436"/>
                  </a:cubicBezTo>
                  <a:cubicBezTo>
                    <a:pt x="7157988" y="2181915"/>
                    <a:pt x="7253014" y="2400748"/>
                    <a:pt x="7424381" y="2551544"/>
                  </a:cubicBezTo>
                  <a:cubicBezTo>
                    <a:pt x="7551585" y="2663462"/>
                    <a:pt x="7719462" y="2730744"/>
                    <a:pt x="7891395" y="2744333"/>
                  </a:cubicBezTo>
                  <a:cubicBezTo>
                    <a:pt x="8046154" y="2756600"/>
                    <a:pt x="8198932" y="2731688"/>
                    <a:pt x="8343877" y="2681202"/>
                  </a:cubicBezTo>
                  <a:cubicBezTo>
                    <a:pt x="8587056" y="2596462"/>
                    <a:pt x="8811079" y="2445383"/>
                    <a:pt x="9042180" y="2296758"/>
                  </a:cubicBezTo>
                  <a:cubicBezTo>
                    <a:pt x="9099271" y="2260050"/>
                    <a:pt x="9156834" y="2222964"/>
                    <a:pt x="9215057" y="2186539"/>
                  </a:cubicBezTo>
                  <a:cubicBezTo>
                    <a:pt x="10045377" y="1665926"/>
                    <a:pt x="11026683" y="1267327"/>
                    <a:pt x="12119338" y="1128232"/>
                  </a:cubicBezTo>
                </a:path>
              </a:pathLst>
            </a:custGeom>
            <a:noFill/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05" name="Google Shape;305;p10"/>
            <p:cNvSpPr/>
            <p:nvPr/>
          </p:nvSpPr>
          <p:spPr>
            <a:xfrm>
              <a:off x="68414" y="8989686"/>
              <a:ext cx="12116129" cy="2829481"/>
            </a:xfrm>
            <a:custGeom>
              <a:avLst/>
              <a:gdLst/>
              <a:ahLst/>
              <a:cxnLst/>
              <a:rect l="l" t="t" r="r" b="b"/>
              <a:pathLst>
                <a:path w="12116129" h="2829481" extrusionOk="0">
                  <a:moveTo>
                    <a:pt x="0" y="0"/>
                  </a:moveTo>
                  <a:cubicBezTo>
                    <a:pt x="82475" y="175803"/>
                    <a:pt x="241858" y="392749"/>
                    <a:pt x="440875" y="559586"/>
                  </a:cubicBezTo>
                  <a:cubicBezTo>
                    <a:pt x="609317" y="700757"/>
                    <a:pt x="806635" y="784553"/>
                    <a:pt x="964697" y="827395"/>
                  </a:cubicBezTo>
                  <a:cubicBezTo>
                    <a:pt x="1096808" y="863160"/>
                    <a:pt x="1205045" y="863915"/>
                    <a:pt x="1326022" y="882882"/>
                  </a:cubicBezTo>
                  <a:cubicBezTo>
                    <a:pt x="1477100" y="906568"/>
                    <a:pt x="1649600" y="939124"/>
                    <a:pt x="1810304" y="978474"/>
                  </a:cubicBezTo>
                  <a:cubicBezTo>
                    <a:pt x="2091324" y="1047361"/>
                    <a:pt x="2364040" y="997819"/>
                    <a:pt x="2599293" y="938369"/>
                  </a:cubicBezTo>
                  <a:cubicBezTo>
                    <a:pt x="2790572" y="890054"/>
                    <a:pt x="2974584" y="830321"/>
                    <a:pt x="3172279" y="819563"/>
                  </a:cubicBezTo>
                  <a:cubicBezTo>
                    <a:pt x="3216820" y="817204"/>
                    <a:pt x="3262493" y="817487"/>
                    <a:pt x="3309392" y="821073"/>
                  </a:cubicBezTo>
                  <a:cubicBezTo>
                    <a:pt x="3564179" y="840512"/>
                    <a:pt x="3866902" y="995837"/>
                    <a:pt x="3976461" y="1248170"/>
                  </a:cubicBezTo>
                  <a:cubicBezTo>
                    <a:pt x="4046480" y="1409346"/>
                    <a:pt x="4034967" y="1572598"/>
                    <a:pt x="4065070" y="1714052"/>
                  </a:cubicBezTo>
                  <a:cubicBezTo>
                    <a:pt x="4077715" y="1773313"/>
                    <a:pt x="4095833" y="1829083"/>
                    <a:pt x="4129710" y="1880512"/>
                  </a:cubicBezTo>
                  <a:cubicBezTo>
                    <a:pt x="4274466" y="2100384"/>
                    <a:pt x="4666743" y="2114255"/>
                    <a:pt x="4917472" y="1936471"/>
                  </a:cubicBezTo>
                  <a:cubicBezTo>
                    <a:pt x="5056566" y="1837859"/>
                    <a:pt x="5160368" y="1688951"/>
                    <a:pt x="5310598" y="1579298"/>
                  </a:cubicBezTo>
                  <a:cubicBezTo>
                    <a:pt x="5511690" y="1433032"/>
                    <a:pt x="5750906" y="1350179"/>
                    <a:pt x="5970023" y="1342913"/>
                  </a:cubicBezTo>
                  <a:cubicBezTo>
                    <a:pt x="6174795" y="1336213"/>
                    <a:pt x="6377587" y="1401136"/>
                    <a:pt x="6558201" y="1506354"/>
                  </a:cubicBezTo>
                  <a:cubicBezTo>
                    <a:pt x="6720887" y="1601097"/>
                    <a:pt x="6868380" y="1735945"/>
                    <a:pt x="6983412" y="1909671"/>
                  </a:cubicBezTo>
                  <a:cubicBezTo>
                    <a:pt x="7000869" y="1935905"/>
                    <a:pt x="7017195" y="1962327"/>
                    <a:pt x="7032859" y="1988750"/>
                  </a:cubicBezTo>
                  <a:cubicBezTo>
                    <a:pt x="7172897" y="2224380"/>
                    <a:pt x="7254618" y="2447837"/>
                    <a:pt x="7416643" y="2606465"/>
                  </a:cubicBezTo>
                  <a:cubicBezTo>
                    <a:pt x="7536959" y="2724327"/>
                    <a:pt x="7700211" y="2798782"/>
                    <a:pt x="7870163" y="2821052"/>
                  </a:cubicBezTo>
                  <a:cubicBezTo>
                    <a:pt x="8022940" y="2841057"/>
                    <a:pt x="8176284" y="2824449"/>
                    <a:pt x="8322456" y="2781890"/>
                  </a:cubicBezTo>
                  <a:cubicBezTo>
                    <a:pt x="8568466" y="2710267"/>
                    <a:pt x="8797679" y="2571550"/>
                    <a:pt x="9033215" y="2434154"/>
                  </a:cubicBezTo>
                  <a:cubicBezTo>
                    <a:pt x="9091344" y="2400182"/>
                    <a:pt x="9149945" y="2365833"/>
                    <a:pt x="9209112" y="2332239"/>
                  </a:cubicBezTo>
                  <a:cubicBezTo>
                    <a:pt x="10052550" y="1850693"/>
                    <a:pt x="11034138" y="1488330"/>
                    <a:pt x="12116130" y="1369996"/>
                  </a:cubicBezTo>
                </a:path>
              </a:pathLst>
            </a:custGeom>
            <a:noFill/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06" name="Google Shape;306;p10"/>
            <p:cNvSpPr/>
            <p:nvPr/>
          </p:nvSpPr>
          <p:spPr>
            <a:xfrm>
              <a:off x="71434" y="8872107"/>
              <a:ext cx="12112827" cy="2914508"/>
            </a:xfrm>
            <a:custGeom>
              <a:avLst/>
              <a:gdLst/>
              <a:ahLst/>
              <a:cxnLst/>
              <a:rect l="l" t="t" r="r" b="b"/>
              <a:pathLst>
                <a:path w="12112827" h="2914508" extrusionOk="0">
                  <a:moveTo>
                    <a:pt x="0" y="0"/>
                  </a:moveTo>
                  <a:cubicBezTo>
                    <a:pt x="81249" y="169386"/>
                    <a:pt x="235536" y="383973"/>
                    <a:pt x="428607" y="555434"/>
                  </a:cubicBezTo>
                  <a:cubicBezTo>
                    <a:pt x="590066" y="698870"/>
                    <a:pt x="779646" y="791914"/>
                    <a:pt x="933462" y="847023"/>
                  </a:cubicBezTo>
                  <a:cubicBezTo>
                    <a:pt x="1062554" y="893357"/>
                    <a:pt x="1170979" y="907228"/>
                    <a:pt x="1289030" y="935538"/>
                  </a:cubicBezTo>
                  <a:cubicBezTo>
                    <a:pt x="1440015" y="971869"/>
                    <a:pt x="1607513" y="1012540"/>
                    <a:pt x="1763499" y="1050664"/>
                  </a:cubicBezTo>
                  <a:cubicBezTo>
                    <a:pt x="2049992" y="1120588"/>
                    <a:pt x="2330257" y="1062648"/>
                    <a:pt x="2572493" y="993195"/>
                  </a:cubicBezTo>
                  <a:cubicBezTo>
                    <a:pt x="2769717" y="936765"/>
                    <a:pt x="2959957" y="867972"/>
                    <a:pt x="3164730" y="850798"/>
                  </a:cubicBezTo>
                  <a:cubicBezTo>
                    <a:pt x="3210875" y="846929"/>
                    <a:pt x="3258152" y="845891"/>
                    <a:pt x="3306561" y="848344"/>
                  </a:cubicBezTo>
                  <a:cubicBezTo>
                    <a:pt x="3570029" y="861367"/>
                    <a:pt x="3882473" y="1016787"/>
                    <a:pt x="3991087" y="1276952"/>
                  </a:cubicBezTo>
                  <a:cubicBezTo>
                    <a:pt x="4060351" y="1442752"/>
                    <a:pt x="4043177" y="1612326"/>
                    <a:pt x="4069505" y="1761235"/>
                  </a:cubicBezTo>
                  <a:cubicBezTo>
                    <a:pt x="4080545" y="1823704"/>
                    <a:pt x="4097626" y="1882777"/>
                    <a:pt x="4131314" y="1937509"/>
                  </a:cubicBezTo>
                  <a:cubicBezTo>
                    <a:pt x="4275316" y="2171818"/>
                    <a:pt x="4679199" y="2193051"/>
                    <a:pt x="4940780" y="2017248"/>
                  </a:cubicBezTo>
                  <a:cubicBezTo>
                    <a:pt x="5081007" y="1922977"/>
                    <a:pt x="5188583" y="1780013"/>
                    <a:pt x="5337397" y="1672154"/>
                  </a:cubicBezTo>
                  <a:cubicBezTo>
                    <a:pt x="5537263" y="1528058"/>
                    <a:pt x="5770723" y="1439826"/>
                    <a:pt x="5988613" y="1424162"/>
                  </a:cubicBezTo>
                  <a:cubicBezTo>
                    <a:pt x="6191215" y="1409629"/>
                    <a:pt x="6396176" y="1464644"/>
                    <a:pt x="6578585" y="1562501"/>
                  </a:cubicBezTo>
                  <a:cubicBezTo>
                    <a:pt x="6743346" y="1650827"/>
                    <a:pt x="6892255" y="1780862"/>
                    <a:pt x="7004927" y="1953551"/>
                  </a:cubicBezTo>
                  <a:cubicBezTo>
                    <a:pt x="7022007" y="1979596"/>
                    <a:pt x="7037861" y="2005829"/>
                    <a:pt x="7052959" y="2032157"/>
                  </a:cubicBezTo>
                  <a:cubicBezTo>
                    <a:pt x="7187713" y="2266844"/>
                    <a:pt x="7256033" y="2494925"/>
                    <a:pt x="7408811" y="2661480"/>
                  </a:cubicBezTo>
                  <a:cubicBezTo>
                    <a:pt x="7522332" y="2785287"/>
                    <a:pt x="7680961" y="2867008"/>
                    <a:pt x="7848931" y="2897865"/>
                  </a:cubicBezTo>
                  <a:cubicBezTo>
                    <a:pt x="7999632" y="2925608"/>
                    <a:pt x="8153542" y="2917399"/>
                    <a:pt x="8301035" y="2882672"/>
                  </a:cubicBezTo>
                  <a:cubicBezTo>
                    <a:pt x="8549876" y="2824166"/>
                    <a:pt x="8784279" y="2697905"/>
                    <a:pt x="9024250" y="2571644"/>
                  </a:cubicBezTo>
                  <a:cubicBezTo>
                    <a:pt x="9083512" y="2540503"/>
                    <a:pt x="9143056" y="2508891"/>
                    <a:pt x="9203073" y="2477939"/>
                  </a:cubicBezTo>
                  <a:cubicBezTo>
                    <a:pt x="10059721" y="2035460"/>
                    <a:pt x="11041498" y="1709334"/>
                    <a:pt x="12112828" y="1611854"/>
                  </a:cubicBezTo>
                </a:path>
              </a:pathLst>
            </a:custGeom>
            <a:noFill/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07" name="Google Shape;307;p10"/>
            <p:cNvSpPr/>
            <p:nvPr/>
          </p:nvSpPr>
          <p:spPr>
            <a:xfrm>
              <a:off x="74454" y="8754622"/>
              <a:ext cx="12109619" cy="3002639"/>
            </a:xfrm>
            <a:custGeom>
              <a:avLst/>
              <a:gdLst/>
              <a:ahLst/>
              <a:cxnLst/>
              <a:rect l="l" t="t" r="r" b="b"/>
              <a:pathLst>
                <a:path w="12109619" h="3002639" extrusionOk="0">
                  <a:moveTo>
                    <a:pt x="0" y="0"/>
                  </a:moveTo>
                  <a:cubicBezTo>
                    <a:pt x="80022" y="162875"/>
                    <a:pt x="229308" y="375008"/>
                    <a:pt x="416245" y="551282"/>
                  </a:cubicBezTo>
                  <a:cubicBezTo>
                    <a:pt x="570816" y="696982"/>
                    <a:pt x="752469" y="799180"/>
                    <a:pt x="902133" y="866651"/>
                  </a:cubicBezTo>
                  <a:cubicBezTo>
                    <a:pt x="1028205" y="923459"/>
                    <a:pt x="1136725" y="950636"/>
                    <a:pt x="1251945" y="988194"/>
                  </a:cubicBezTo>
                  <a:cubicBezTo>
                    <a:pt x="1402646" y="1037264"/>
                    <a:pt x="1565332" y="1085956"/>
                    <a:pt x="1716694" y="1122853"/>
                  </a:cubicBezTo>
                  <a:cubicBezTo>
                    <a:pt x="2008566" y="1193910"/>
                    <a:pt x="2296380" y="1127383"/>
                    <a:pt x="2545694" y="1048021"/>
                  </a:cubicBezTo>
                  <a:cubicBezTo>
                    <a:pt x="2748768" y="983475"/>
                    <a:pt x="2945331" y="905624"/>
                    <a:pt x="3157087" y="882033"/>
                  </a:cubicBezTo>
                  <a:cubicBezTo>
                    <a:pt x="3204835" y="876748"/>
                    <a:pt x="3253622" y="874389"/>
                    <a:pt x="3303730" y="875616"/>
                  </a:cubicBezTo>
                  <a:cubicBezTo>
                    <a:pt x="3575880" y="882316"/>
                    <a:pt x="3898043" y="1037735"/>
                    <a:pt x="4005619" y="1305639"/>
                  </a:cubicBezTo>
                  <a:cubicBezTo>
                    <a:pt x="4074034" y="1476062"/>
                    <a:pt x="4051387" y="1651960"/>
                    <a:pt x="4073940" y="1808323"/>
                  </a:cubicBezTo>
                  <a:cubicBezTo>
                    <a:pt x="4083376" y="1873907"/>
                    <a:pt x="4099419" y="1936282"/>
                    <a:pt x="4132824" y="1994506"/>
                  </a:cubicBezTo>
                  <a:cubicBezTo>
                    <a:pt x="4275976" y="2243253"/>
                    <a:pt x="4691467" y="2271562"/>
                    <a:pt x="4963994" y="2098024"/>
                  </a:cubicBezTo>
                  <a:cubicBezTo>
                    <a:pt x="5105447" y="2008000"/>
                    <a:pt x="5216610" y="1870981"/>
                    <a:pt x="5364197" y="1765103"/>
                  </a:cubicBezTo>
                  <a:cubicBezTo>
                    <a:pt x="5562836" y="1623178"/>
                    <a:pt x="5790540" y="1529662"/>
                    <a:pt x="6007202" y="1505504"/>
                  </a:cubicBezTo>
                  <a:cubicBezTo>
                    <a:pt x="6207634" y="1483140"/>
                    <a:pt x="6414766" y="1528246"/>
                    <a:pt x="6598967" y="1618649"/>
                  </a:cubicBezTo>
                  <a:cubicBezTo>
                    <a:pt x="6765805" y="1700558"/>
                    <a:pt x="6916224" y="1825875"/>
                    <a:pt x="7026537" y="1997431"/>
                  </a:cubicBezTo>
                  <a:cubicBezTo>
                    <a:pt x="7043240" y="2023287"/>
                    <a:pt x="7058621" y="2049426"/>
                    <a:pt x="7073059" y="2075660"/>
                  </a:cubicBezTo>
                  <a:cubicBezTo>
                    <a:pt x="7202434" y="2309403"/>
                    <a:pt x="7257448" y="2542108"/>
                    <a:pt x="7400884" y="2716589"/>
                  </a:cubicBezTo>
                  <a:cubicBezTo>
                    <a:pt x="7507611" y="2846342"/>
                    <a:pt x="7661521" y="2935234"/>
                    <a:pt x="7827604" y="2974773"/>
                  </a:cubicBezTo>
                  <a:cubicBezTo>
                    <a:pt x="7976229" y="3010160"/>
                    <a:pt x="8130705" y="3010443"/>
                    <a:pt x="8279614" y="2983549"/>
                  </a:cubicBezTo>
                  <a:cubicBezTo>
                    <a:pt x="8531192" y="2938159"/>
                    <a:pt x="8770879" y="2824354"/>
                    <a:pt x="9015380" y="2709229"/>
                  </a:cubicBezTo>
                  <a:cubicBezTo>
                    <a:pt x="9075680" y="2680825"/>
                    <a:pt x="9136262" y="2651949"/>
                    <a:pt x="9197222" y="2623828"/>
                  </a:cubicBezTo>
                  <a:cubicBezTo>
                    <a:pt x="10067081" y="2220416"/>
                    <a:pt x="11049047" y="1930526"/>
                    <a:pt x="12109619" y="1853901"/>
                  </a:cubicBezTo>
                </a:path>
              </a:pathLst>
            </a:custGeom>
            <a:noFill/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08" name="Google Shape;308;p10"/>
            <p:cNvSpPr/>
            <p:nvPr/>
          </p:nvSpPr>
          <p:spPr>
            <a:xfrm>
              <a:off x="77473" y="8637137"/>
              <a:ext cx="12106316" cy="3093666"/>
            </a:xfrm>
            <a:custGeom>
              <a:avLst/>
              <a:gdLst/>
              <a:ahLst/>
              <a:cxnLst/>
              <a:rect l="l" t="t" r="r" b="b"/>
              <a:pathLst>
                <a:path w="12106316" h="3093666" extrusionOk="0">
                  <a:moveTo>
                    <a:pt x="0" y="0"/>
                  </a:moveTo>
                  <a:cubicBezTo>
                    <a:pt x="78795" y="156363"/>
                    <a:pt x="223080" y="366137"/>
                    <a:pt x="403884" y="547130"/>
                  </a:cubicBezTo>
                  <a:cubicBezTo>
                    <a:pt x="551565" y="695095"/>
                    <a:pt x="725198" y="806540"/>
                    <a:pt x="870803" y="886279"/>
                  </a:cubicBezTo>
                  <a:cubicBezTo>
                    <a:pt x="993761" y="953656"/>
                    <a:pt x="1102187" y="994233"/>
                    <a:pt x="1214859" y="1040850"/>
                  </a:cubicBezTo>
                  <a:cubicBezTo>
                    <a:pt x="1364900" y="1102942"/>
                    <a:pt x="1523151" y="1159467"/>
                    <a:pt x="1669795" y="1194948"/>
                  </a:cubicBezTo>
                  <a:cubicBezTo>
                    <a:pt x="1967140" y="1267043"/>
                    <a:pt x="2262409" y="1192023"/>
                    <a:pt x="2518799" y="1102753"/>
                  </a:cubicBezTo>
                  <a:cubicBezTo>
                    <a:pt x="2727724" y="1030092"/>
                    <a:pt x="2930610" y="943182"/>
                    <a:pt x="3149443" y="913173"/>
                  </a:cubicBezTo>
                  <a:cubicBezTo>
                    <a:pt x="3198796" y="906379"/>
                    <a:pt x="3249187" y="902699"/>
                    <a:pt x="3300899" y="902793"/>
                  </a:cubicBezTo>
                  <a:cubicBezTo>
                    <a:pt x="3581730" y="903076"/>
                    <a:pt x="3913613" y="1058590"/>
                    <a:pt x="4020152" y="1334326"/>
                  </a:cubicBezTo>
                  <a:cubicBezTo>
                    <a:pt x="4087812" y="1509468"/>
                    <a:pt x="4059502" y="1691499"/>
                    <a:pt x="4078281" y="1855317"/>
                  </a:cubicBezTo>
                  <a:cubicBezTo>
                    <a:pt x="4086208" y="1924015"/>
                    <a:pt x="4100929" y="1989787"/>
                    <a:pt x="4134334" y="2051314"/>
                  </a:cubicBezTo>
                  <a:cubicBezTo>
                    <a:pt x="4276165" y="2314782"/>
                    <a:pt x="4703640" y="2349508"/>
                    <a:pt x="4987208" y="2178612"/>
                  </a:cubicBezTo>
                  <a:cubicBezTo>
                    <a:pt x="5129794" y="2092646"/>
                    <a:pt x="5244731" y="1961761"/>
                    <a:pt x="5390902" y="1857865"/>
                  </a:cubicBezTo>
                  <a:cubicBezTo>
                    <a:pt x="5588221" y="1718110"/>
                    <a:pt x="5810356" y="1619309"/>
                    <a:pt x="6025698" y="1586564"/>
                  </a:cubicBezTo>
                  <a:cubicBezTo>
                    <a:pt x="6224054" y="1556462"/>
                    <a:pt x="6433262" y="1591471"/>
                    <a:pt x="6619256" y="1674607"/>
                  </a:cubicBezTo>
                  <a:cubicBezTo>
                    <a:pt x="6788170" y="1750099"/>
                    <a:pt x="6940098" y="1870604"/>
                    <a:pt x="7048052" y="2041122"/>
                  </a:cubicBezTo>
                  <a:cubicBezTo>
                    <a:pt x="7064377" y="2066790"/>
                    <a:pt x="7079287" y="2092740"/>
                    <a:pt x="7093159" y="2118879"/>
                  </a:cubicBezTo>
                  <a:cubicBezTo>
                    <a:pt x="7217249" y="2351773"/>
                    <a:pt x="7258487" y="2589290"/>
                    <a:pt x="7393051" y="2771415"/>
                  </a:cubicBezTo>
                  <a:cubicBezTo>
                    <a:pt x="7492701" y="2907301"/>
                    <a:pt x="7642271" y="3003177"/>
                    <a:pt x="7806278" y="3051397"/>
                  </a:cubicBezTo>
                  <a:cubicBezTo>
                    <a:pt x="7952921" y="3094522"/>
                    <a:pt x="8107869" y="3103109"/>
                    <a:pt x="8258099" y="3084142"/>
                  </a:cubicBezTo>
                  <a:cubicBezTo>
                    <a:pt x="8512507" y="3051964"/>
                    <a:pt x="8757102" y="2949955"/>
                    <a:pt x="9006321" y="2846530"/>
                  </a:cubicBezTo>
                  <a:cubicBezTo>
                    <a:pt x="9067658" y="2820769"/>
                    <a:pt x="9129279" y="2794818"/>
                    <a:pt x="9191183" y="2769339"/>
                  </a:cubicBezTo>
                  <a:cubicBezTo>
                    <a:pt x="10074159" y="2404995"/>
                    <a:pt x="11056408" y="2151246"/>
                    <a:pt x="12106316" y="2095571"/>
                  </a:cubicBezTo>
                </a:path>
              </a:pathLst>
            </a:custGeom>
            <a:noFill/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09" name="Google Shape;309;p10"/>
            <p:cNvSpPr/>
            <p:nvPr/>
          </p:nvSpPr>
          <p:spPr>
            <a:xfrm>
              <a:off x="80587" y="8519652"/>
              <a:ext cx="12103296" cy="3188282"/>
            </a:xfrm>
            <a:custGeom>
              <a:avLst/>
              <a:gdLst/>
              <a:ahLst/>
              <a:cxnLst/>
              <a:rect l="l" t="t" r="r" b="b"/>
              <a:pathLst>
                <a:path w="12103296" h="3188282" extrusionOk="0">
                  <a:moveTo>
                    <a:pt x="0" y="0"/>
                  </a:moveTo>
                  <a:cubicBezTo>
                    <a:pt x="77568" y="149947"/>
                    <a:pt x="217040" y="357078"/>
                    <a:pt x="391522" y="542978"/>
                  </a:cubicBezTo>
                  <a:cubicBezTo>
                    <a:pt x="532409" y="693113"/>
                    <a:pt x="697926" y="813901"/>
                    <a:pt x="839474" y="906001"/>
                  </a:cubicBezTo>
                  <a:cubicBezTo>
                    <a:pt x="959318" y="983947"/>
                    <a:pt x="1067366" y="1037924"/>
                    <a:pt x="1177868" y="1093694"/>
                  </a:cubicBezTo>
                  <a:cubicBezTo>
                    <a:pt x="1327060" y="1168998"/>
                    <a:pt x="1481064" y="1233072"/>
                    <a:pt x="1623084" y="1267326"/>
                  </a:cubicBezTo>
                  <a:cubicBezTo>
                    <a:pt x="1925902" y="1340460"/>
                    <a:pt x="2228626" y="1256946"/>
                    <a:pt x="2492094" y="1157768"/>
                  </a:cubicBezTo>
                  <a:cubicBezTo>
                    <a:pt x="2706870" y="1076897"/>
                    <a:pt x="2915983" y="981022"/>
                    <a:pt x="3141894" y="944597"/>
                  </a:cubicBezTo>
                  <a:cubicBezTo>
                    <a:pt x="3192851" y="936387"/>
                    <a:pt x="3244846" y="931291"/>
                    <a:pt x="3298068" y="930253"/>
                  </a:cubicBezTo>
                  <a:cubicBezTo>
                    <a:pt x="3587676" y="924214"/>
                    <a:pt x="3929278" y="1079823"/>
                    <a:pt x="4034778" y="1363296"/>
                  </a:cubicBezTo>
                  <a:cubicBezTo>
                    <a:pt x="4101683" y="1543062"/>
                    <a:pt x="4067806" y="1731415"/>
                    <a:pt x="4082810" y="1902688"/>
                  </a:cubicBezTo>
                  <a:cubicBezTo>
                    <a:pt x="4089133" y="1974595"/>
                    <a:pt x="4102816" y="2043670"/>
                    <a:pt x="4136032" y="2108499"/>
                  </a:cubicBezTo>
                  <a:cubicBezTo>
                    <a:pt x="4277109" y="2386405"/>
                    <a:pt x="4716002" y="2427454"/>
                    <a:pt x="5010610" y="2259483"/>
                  </a:cubicBezTo>
                  <a:cubicBezTo>
                    <a:pt x="5154423" y="2177480"/>
                    <a:pt x="5273040" y="2052918"/>
                    <a:pt x="5417891" y="1950814"/>
                  </a:cubicBezTo>
                  <a:cubicBezTo>
                    <a:pt x="5613982" y="1813230"/>
                    <a:pt x="5830456" y="1709145"/>
                    <a:pt x="6044382" y="1667907"/>
                  </a:cubicBezTo>
                  <a:cubicBezTo>
                    <a:pt x="6240568" y="1630067"/>
                    <a:pt x="6451946" y="1655074"/>
                    <a:pt x="6639733" y="1730849"/>
                  </a:cubicBezTo>
                  <a:cubicBezTo>
                    <a:pt x="6810723" y="1799830"/>
                    <a:pt x="6964161" y="1915711"/>
                    <a:pt x="7069756" y="2085002"/>
                  </a:cubicBezTo>
                  <a:cubicBezTo>
                    <a:pt x="7085704" y="2110481"/>
                    <a:pt x="7100142" y="2136337"/>
                    <a:pt x="7113447" y="2162382"/>
                  </a:cubicBezTo>
                  <a:cubicBezTo>
                    <a:pt x="7232159" y="2394332"/>
                    <a:pt x="7260091" y="2636473"/>
                    <a:pt x="7385314" y="2826525"/>
                  </a:cubicBezTo>
                  <a:cubicBezTo>
                    <a:pt x="7478169" y="2968356"/>
                    <a:pt x="7623114" y="3071309"/>
                    <a:pt x="7785139" y="3128305"/>
                  </a:cubicBezTo>
                  <a:cubicBezTo>
                    <a:pt x="7929707" y="3179168"/>
                    <a:pt x="8085222" y="3196154"/>
                    <a:pt x="8236866" y="3185019"/>
                  </a:cubicBezTo>
                  <a:cubicBezTo>
                    <a:pt x="8494011" y="3166051"/>
                    <a:pt x="8743986" y="3076404"/>
                    <a:pt x="8997545" y="2984115"/>
                  </a:cubicBezTo>
                  <a:cubicBezTo>
                    <a:pt x="9059921" y="2961184"/>
                    <a:pt x="9122579" y="2937970"/>
                    <a:pt x="9185426" y="2915228"/>
                  </a:cubicBezTo>
                  <a:cubicBezTo>
                    <a:pt x="10081614" y="2589951"/>
                    <a:pt x="11064051" y="2372439"/>
                    <a:pt x="12103297" y="2337524"/>
                  </a:cubicBezTo>
                </a:path>
              </a:pathLst>
            </a:custGeom>
            <a:noFill/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10" name="Google Shape;310;p10"/>
            <p:cNvSpPr/>
            <p:nvPr/>
          </p:nvSpPr>
          <p:spPr>
            <a:xfrm>
              <a:off x="83607" y="8402168"/>
              <a:ext cx="12100277" cy="3285815"/>
            </a:xfrm>
            <a:custGeom>
              <a:avLst/>
              <a:gdLst/>
              <a:ahLst/>
              <a:cxnLst/>
              <a:rect l="l" t="t" r="r" b="b"/>
              <a:pathLst>
                <a:path w="12100277" h="3285815" extrusionOk="0">
                  <a:moveTo>
                    <a:pt x="0" y="0"/>
                  </a:moveTo>
                  <a:cubicBezTo>
                    <a:pt x="76342" y="143435"/>
                    <a:pt x="211095" y="348114"/>
                    <a:pt x="379160" y="538826"/>
                  </a:cubicBezTo>
                  <a:cubicBezTo>
                    <a:pt x="513347" y="691132"/>
                    <a:pt x="670654" y="821261"/>
                    <a:pt x="808145" y="925630"/>
                  </a:cubicBezTo>
                  <a:cubicBezTo>
                    <a:pt x="924875" y="1014239"/>
                    <a:pt x="1032451" y="1081615"/>
                    <a:pt x="1140782" y="1146350"/>
                  </a:cubicBezTo>
                  <a:cubicBezTo>
                    <a:pt x="1288842" y="1234865"/>
                    <a:pt x="1438977" y="1306488"/>
                    <a:pt x="1576278" y="1339422"/>
                  </a:cubicBezTo>
                  <a:cubicBezTo>
                    <a:pt x="1884476" y="1413498"/>
                    <a:pt x="2194749" y="1321587"/>
                    <a:pt x="2465200" y="1212500"/>
                  </a:cubicBezTo>
                  <a:cubicBezTo>
                    <a:pt x="2685826" y="1123514"/>
                    <a:pt x="2901262" y="1018579"/>
                    <a:pt x="3134250" y="975737"/>
                  </a:cubicBezTo>
                  <a:cubicBezTo>
                    <a:pt x="3186812" y="966112"/>
                    <a:pt x="3240317" y="959695"/>
                    <a:pt x="3295237" y="957431"/>
                  </a:cubicBezTo>
                  <a:cubicBezTo>
                    <a:pt x="3593526" y="944974"/>
                    <a:pt x="3944848" y="1100677"/>
                    <a:pt x="4049311" y="1391889"/>
                  </a:cubicBezTo>
                  <a:cubicBezTo>
                    <a:pt x="4115461" y="1576278"/>
                    <a:pt x="4075922" y="1770954"/>
                    <a:pt x="4087151" y="1949588"/>
                  </a:cubicBezTo>
                  <a:cubicBezTo>
                    <a:pt x="4091869" y="2024608"/>
                    <a:pt x="4104514" y="2096986"/>
                    <a:pt x="4137542" y="2165213"/>
                  </a:cubicBezTo>
                  <a:cubicBezTo>
                    <a:pt x="4277864" y="2457556"/>
                    <a:pt x="4727986" y="2504645"/>
                    <a:pt x="5033824" y="2339977"/>
                  </a:cubicBezTo>
                  <a:cubicBezTo>
                    <a:pt x="5178863" y="2261937"/>
                    <a:pt x="5301067" y="2143603"/>
                    <a:pt x="5444691" y="2043481"/>
                  </a:cubicBezTo>
                  <a:cubicBezTo>
                    <a:pt x="5639461" y="1908067"/>
                    <a:pt x="5850367" y="1798792"/>
                    <a:pt x="6062972" y="1748873"/>
                  </a:cubicBezTo>
                  <a:cubicBezTo>
                    <a:pt x="6257082" y="1703294"/>
                    <a:pt x="6470536" y="1718204"/>
                    <a:pt x="6660211" y="1786713"/>
                  </a:cubicBezTo>
                  <a:cubicBezTo>
                    <a:pt x="6833276" y="1849183"/>
                    <a:pt x="6988224" y="1960440"/>
                    <a:pt x="7091460" y="2128599"/>
                  </a:cubicBezTo>
                  <a:cubicBezTo>
                    <a:pt x="7107030" y="2153889"/>
                    <a:pt x="7120996" y="2179556"/>
                    <a:pt x="7133641" y="2205507"/>
                  </a:cubicBezTo>
                  <a:cubicBezTo>
                    <a:pt x="7247069" y="2436513"/>
                    <a:pt x="7261506" y="2683278"/>
                    <a:pt x="7377576" y="2881257"/>
                  </a:cubicBezTo>
                  <a:cubicBezTo>
                    <a:pt x="7463637" y="3029033"/>
                    <a:pt x="7603958" y="3139157"/>
                    <a:pt x="7764002" y="3204835"/>
                  </a:cubicBezTo>
                  <a:cubicBezTo>
                    <a:pt x="7906588" y="3263342"/>
                    <a:pt x="8062574" y="3288915"/>
                    <a:pt x="8215540" y="3285518"/>
                  </a:cubicBezTo>
                  <a:cubicBezTo>
                    <a:pt x="8475422" y="3279856"/>
                    <a:pt x="8730680" y="3202476"/>
                    <a:pt x="8988769" y="3121322"/>
                  </a:cubicBezTo>
                  <a:cubicBezTo>
                    <a:pt x="9052183" y="3101128"/>
                    <a:pt x="9115879" y="3080651"/>
                    <a:pt x="9179670" y="3060645"/>
                  </a:cubicBezTo>
                  <a:cubicBezTo>
                    <a:pt x="10089069" y="2774435"/>
                    <a:pt x="11071601" y="2593159"/>
                    <a:pt x="12100277" y="2579099"/>
                  </a:cubicBezTo>
                </a:path>
              </a:pathLst>
            </a:custGeom>
            <a:noFill/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11" name="Google Shape;311;p10"/>
            <p:cNvSpPr/>
            <p:nvPr/>
          </p:nvSpPr>
          <p:spPr>
            <a:xfrm>
              <a:off x="86627" y="8284683"/>
              <a:ext cx="12097068" cy="3387087"/>
            </a:xfrm>
            <a:custGeom>
              <a:avLst/>
              <a:gdLst/>
              <a:ahLst/>
              <a:cxnLst/>
              <a:rect l="l" t="t" r="r" b="b"/>
              <a:pathLst>
                <a:path w="12097068" h="3387087" extrusionOk="0">
                  <a:moveTo>
                    <a:pt x="0" y="0"/>
                  </a:moveTo>
                  <a:cubicBezTo>
                    <a:pt x="75115" y="137018"/>
                    <a:pt x="205150" y="339055"/>
                    <a:pt x="366892" y="534768"/>
                  </a:cubicBezTo>
                  <a:cubicBezTo>
                    <a:pt x="494474" y="689150"/>
                    <a:pt x="643383" y="828622"/>
                    <a:pt x="776910" y="945352"/>
                  </a:cubicBezTo>
                  <a:cubicBezTo>
                    <a:pt x="890431" y="1044530"/>
                    <a:pt x="997347" y="1125212"/>
                    <a:pt x="1103791" y="1199100"/>
                  </a:cubicBezTo>
                  <a:cubicBezTo>
                    <a:pt x="1250435" y="1300826"/>
                    <a:pt x="1396890" y="1379999"/>
                    <a:pt x="1529473" y="1411705"/>
                  </a:cubicBezTo>
                  <a:cubicBezTo>
                    <a:pt x="1843144" y="1486820"/>
                    <a:pt x="2160872" y="1386415"/>
                    <a:pt x="2438400" y="1267421"/>
                  </a:cubicBezTo>
                  <a:cubicBezTo>
                    <a:pt x="2664783" y="1170319"/>
                    <a:pt x="2886635" y="1056326"/>
                    <a:pt x="3126701" y="1007067"/>
                  </a:cubicBezTo>
                  <a:cubicBezTo>
                    <a:pt x="3180772" y="995932"/>
                    <a:pt x="3235976" y="988194"/>
                    <a:pt x="3292501" y="984797"/>
                  </a:cubicBezTo>
                  <a:cubicBezTo>
                    <a:pt x="3599471" y="965924"/>
                    <a:pt x="3961079" y="1121532"/>
                    <a:pt x="4063937" y="1420764"/>
                  </a:cubicBezTo>
                  <a:cubicBezTo>
                    <a:pt x="4129615" y="1609684"/>
                    <a:pt x="4083848" y="1810682"/>
                    <a:pt x="4091681" y="1996865"/>
                  </a:cubicBezTo>
                  <a:cubicBezTo>
                    <a:pt x="4094700" y="2074999"/>
                    <a:pt x="4106402" y="2150680"/>
                    <a:pt x="4139146" y="2222304"/>
                  </a:cubicBezTo>
                  <a:cubicBezTo>
                    <a:pt x="4278713" y="2528991"/>
                    <a:pt x="4740065" y="2581741"/>
                    <a:pt x="5057133" y="2420848"/>
                  </a:cubicBezTo>
                  <a:cubicBezTo>
                    <a:pt x="5203493" y="2346583"/>
                    <a:pt x="5329282" y="2234665"/>
                    <a:pt x="5471491" y="2136525"/>
                  </a:cubicBezTo>
                  <a:cubicBezTo>
                    <a:pt x="5665034" y="2003282"/>
                    <a:pt x="5870373" y="1888816"/>
                    <a:pt x="6081563" y="1830310"/>
                  </a:cubicBezTo>
                  <a:cubicBezTo>
                    <a:pt x="6273596" y="1777088"/>
                    <a:pt x="6489126" y="1781806"/>
                    <a:pt x="6680593" y="1842955"/>
                  </a:cubicBezTo>
                  <a:cubicBezTo>
                    <a:pt x="6855736" y="1898914"/>
                    <a:pt x="7012099" y="2005452"/>
                    <a:pt x="7113070" y="2172573"/>
                  </a:cubicBezTo>
                  <a:cubicBezTo>
                    <a:pt x="7128263" y="2197674"/>
                    <a:pt x="7141757" y="2223153"/>
                    <a:pt x="7153836" y="2249103"/>
                  </a:cubicBezTo>
                  <a:cubicBezTo>
                    <a:pt x="7261884" y="2479260"/>
                    <a:pt x="7263016" y="2730555"/>
                    <a:pt x="7369743" y="2936461"/>
                  </a:cubicBezTo>
                  <a:cubicBezTo>
                    <a:pt x="7448916" y="3090181"/>
                    <a:pt x="7584708" y="3207478"/>
                    <a:pt x="7742675" y="3281837"/>
                  </a:cubicBezTo>
                  <a:cubicBezTo>
                    <a:pt x="7883280" y="3347988"/>
                    <a:pt x="8039737" y="3382054"/>
                    <a:pt x="8194119" y="3386489"/>
                  </a:cubicBezTo>
                  <a:cubicBezTo>
                    <a:pt x="8456737" y="3394038"/>
                    <a:pt x="8717280" y="3329020"/>
                    <a:pt x="8979805" y="3259001"/>
                  </a:cubicBezTo>
                  <a:cubicBezTo>
                    <a:pt x="9044350" y="3241638"/>
                    <a:pt x="9108990" y="3223897"/>
                    <a:pt x="9173725" y="3206534"/>
                  </a:cubicBezTo>
                  <a:cubicBezTo>
                    <a:pt x="10096240" y="2959391"/>
                    <a:pt x="11079055" y="2814257"/>
                    <a:pt x="12097068" y="2821146"/>
                  </a:cubicBezTo>
                </a:path>
              </a:pathLst>
            </a:custGeom>
            <a:noFill/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12" name="Google Shape;312;p10"/>
            <p:cNvSpPr/>
            <p:nvPr/>
          </p:nvSpPr>
          <p:spPr>
            <a:xfrm>
              <a:off x="89647" y="8167104"/>
              <a:ext cx="12093859" cy="3491821"/>
            </a:xfrm>
            <a:custGeom>
              <a:avLst/>
              <a:gdLst/>
              <a:ahLst/>
              <a:cxnLst/>
              <a:rect l="l" t="t" r="r" b="b"/>
              <a:pathLst>
                <a:path w="12093859" h="3491821" extrusionOk="0">
                  <a:moveTo>
                    <a:pt x="0" y="0"/>
                  </a:moveTo>
                  <a:cubicBezTo>
                    <a:pt x="73888" y="130507"/>
                    <a:pt x="199394" y="329901"/>
                    <a:pt x="354531" y="530616"/>
                  </a:cubicBezTo>
                  <a:cubicBezTo>
                    <a:pt x="475507" y="687168"/>
                    <a:pt x="615922" y="835982"/>
                    <a:pt x="745580" y="964980"/>
                  </a:cubicBezTo>
                  <a:cubicBezTo>
                    <a:pt x="855799" y="1074727"/>
                    <a:pt x="962054" y="1168809"/>
                    <a:pt x="1066706" y="1251756"/>
                  </a:cubicBezTo>
                  <a:cubicBezTo>
                    <a:pt x="1211651" y="1366599"/>
                    <a:pt x="1354803" y="1453132"/>
                    <a:pt x="1482668" y="1483895"/>
                  </a:cubicBezTo>
                  <a:cubicBezTo>
                    <a:pt x="1802000" y="1559387"/>
                    <a:pt x="2126711" y="1450773"/>
                    <a:pt x="2411600" y="1322247"/>
                  </a:cubicBezTo>
                  <a:cubicBezTo>
                    <a:pt x="2643645" y="1216747"/>
                    <a:pt x="2872009" y="1093977"/>
                    <a:pt x="3119057" y="1038302"/>
                  </a:cubicBezTo>
                  <a:cubicBezTo>
                    <a:pt x="3174733" y="1025751"/>
                    <a:pt x="3231541" y="1016692"/>
                    <a:pt x="3289575" y="1012068"/>
                  </a:cubicBezTo>
                  <a:cubicBezTo>
                    <a:pt x="3605322" y="986873"/>
                    <a:pt x="3976555" y="1142575"/>
                    <a:pt x="4078375" y="1449546"/>
                  </a:cubicBezTo>
                  <a:cubicBezTo>
                    <a:pt x="4143204" y="1643089"/>
                    <a:pt x="4092058" y="1850315"/>
                    <a:pt x="4096021" y="2044048"/>
                  </a:cubicBezTo>
                  <a:cubicBezTo>
                    <a:pt x="4097437" y="2125296"/>
                    <a:pt x="4108100" y="2204280"/>
                    <a:pt x="4140656" y="2279300"/>
                  </a:cubicBezTo>
                  <a:cubicBezTo>
                    <a:pt x="4279468" y="2600426"/>
                    <a:pt x="4752049" y="2658555"/>
                    <a:pt x="5080346" y="2501625"/>
                  </a:cubicBezTo>
                  <a:cubicBezTo>
                    <a:pt x="5228123" y="2431040"/>
                    <a:pt x="5357403" y="2325728"/>
                    <a:pt x="5498290" y="2229381"/>
                  </a:cubicBezTo>
                  <a:cubicBezTo>
                    <a:pt x="5690513" y="2098213"/>
                    <a:pt x="5890378" y="1978747"/>
                    <a:pt x="6100058" y="1911464"/>
                  </a:cubicBezTo>
                  <a:cubicBezTo>
                    <a:pt x="6290110" y="1850504"/>
                    <a:pt x="6507622" y="1845125"/>
                    <a:pt x="6700882" y="1899008"/>
                  </a:cubicBezTo>
                  <a:cubicBezTo>
                    <a:pt x="6878100" y="1948455"/>
                    <a:pt x="7035973" y="2050370"/>
                    <a:pt x="7134585" y="2216359"/>
                  </a:cubicBezTo>
                  <a:cubicBezTo>
                    <a:pt x="7149400" y="2241271"/>
                    <a:pt x="7162328" y="2266655"/>
                    <a:pt x="7173935" y="2292417"/>
                  </a:cubicBezTo>
                  <a:cubicBezTo>
                    <a:pt x="7276699" y="2521630"/>
                    <a:pt x="7264432" y="2777549"/>
                    <a:pt x="7361911" y="2991381"/>
                  </a:cubicBezTo>
                  <a:cubicBezTo>
                    <a:pt x="7434289" y="3150953"/>
                    <a:pt x="7565457" y="3275421"/>
                    <a:pt x="7721443" y="3358557"/>
                  </a:cubicBezTo>
                  <a:cubicBezTo>
                    <a:pt x="7860066" y="3432444"/>
                    <a:pt x="8016995" y="3474909"/>
                    <a:pt x="8172698" y="3487177"/>
                  </a:cubicBezTo>
                  <a:cubicBezTo>
                    <a:pt x="8438053" y="3508031"/>
                    <a:pt x="8703880" y="3455281"/>
                    <a:pt x="8970840" y="3396397"/>
                  </a:cubicBezTo>
                  <a:cubicBezTo>
                    <a:pt x="9036423" y="3381770"/>
                    <a:pt x="9102102" y="3366766"/>
                    <a:pt x="9167780" y="3352234"/>
                  </a:cubicBezTo>
                  <a:cubicBezTo>
                    <a:pt x="10103507" y="3144158"/>
                    <a:pt x="11086510" y="3035261"/>
                    <a:pt x="12093860" y="3063004"/>
                  </a:cubicBezTo>
                </a:path>
              </a:pathLst>
            </a:custGeom>
            <a:noFill/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13" name="Google Shape;313;p10"/>
            <p:cNvSpPr/>
            <p:nvPr/>
          </p:nvSpPr>
          <p:spPr>
            <a:xfrm>
              <a:off x="92761" y="8049619"/>
              <a:ext cx="12090651" cy="3600743"/>
            </a:xfrm>
            <a:custGeom>
              <a:avLst/>
              <a:gdLst/>
              <a:ahLst/>
              <a:cxnLst/>
              <a:rect l="l" t="t" r="r" b="b"/>
              <a:pathLst>
                <a:path w="12090651" h="3600743" extrusionOk="0">
                  <a:moveTo>
                    <a:pt x="0" y="0"/>
                  </a:moveTo>
                  <a:cubicBezTo>
                    <a:pt x="72661" y="123996"/>
                    <a:pt x="193826" y="320842"/>
                    <a:pt x="342169" y="526464"/>
                  </a:cubicBezTo>
                  <a:cubicBezTo>
                    <a:pt x="456634" y="685092"/>
                    <a:pt x="588557" y="843249"/>
                    <a:pt x="714251" y="984608"/>
                  </a:cubicBezTo>
                  <a:cubicBezTo>
                    <a:pt x="821261" y="1104829"/>
                    <a:pt x="926479" y="1212217"/>
                    <a:pt x="1029620" y="1304412"/>
                  </a:cubicBezTo>
                  <a:cubicBezTo>
                    <a:pt x="1172772" y="1432371"/>
                    <a:pt x="1312622" y="1526642"/>
                    <a:pt x="1435863" y="1555990"/>
                  </a:cubicBezTo>
                  <a:cubicBezTo>
                    <a:pt x="1760574" y="1632520"/>
                    <a:pt x="2092929" y="1515507"/>
                    <a:pt x="2384801" y="1376979"/>
                  </a:cubicBezTo>
                  <a:cubicBezTo>
                    <a:pt x="2622790" y="1263457"/>
                    <a:pt x="2857382" y="1131535"/>
                    <a:pt x="3111508" y="1069442"/>
                  </a:cubicBezTo>
                  <a:cubicBezTo>
                    <a:pt x="3168788" y="1055476"/>
                    <a:pt x="3227105" y="1045002"/>
                    <a:pt x="3286839" y="1039245"/>
                  </a:cubicBezTo>
                  <a:cubicBezTo>
                    <a:pt x="3611267" y="1007633"/>
                    <a:pt x="3992125" y="1163525"/>
                    <a:pt x="4093096" y="1478139"/>
                  </a:cubicBezTo>
                  <a:cubicBezTo>
                    <a:pt x="4157076" y="1676400"/>
                    <a:pt x="4100456" y="1889855"/>
                    <a:pt x="4100551" y="2090947"/>
                  </a:cubicBezTo>
                  <a:cubicBezTo>
                    <a:pt x="4100456" y="2175310"/>
                    <a:pt x="4109987" y="2257690"/>
                    <a:pt x="4142355" y="2336014"/>
                  </a:cubicBezTo>
                  <a:cubicBezTo>
                    <a:pt x="4280411" y="2671577"/>
                    <a:pt x="4764223" y="2734613"/>
                    <a:pt x="5103749" y="2582119"/>
                  </a:cubicBezTo>
                  <a:cubicBezTo>
                    <a:pt x="5252940" y="2515119"/>
                    <a:pt x="5385712" y="2416413"/>
                    <a:pt x="5525185" y="2322048"/>
                  </a:cubicBezTo>
                  <a:cubicBezTo>
                    <a:pt x="5716180" y="2193050"/>
                    <a:pt x="5910478" y="2068488"/>
                    <a:pt x="6118742" y="1992524"/>
                  </a:cubicBezTo>
                  <a:cubicBezTo>
                    <a:pt x="6306812" y="1923920"/>
                    <a:pt x="6526306" y="1908256"/>
                    <a:pt x="6721359" y="1954967"/>
                  </a:cubicBezTo>
                  <a:cubicBezTo>
                    <a:pt x="6900653" y="1997903"/>
                    <a:pt x="7060036" y="2095099"/>
                    <a:pt x="7156289" y="2260050"/>
                  </a:cubicBezTo>
                  <a:cubicBezTo>
                    <a:pt x="7170727" y="2284774"/>
                    <a:pt x="7183183" y="2309969"/>
                    <a:pt x="7194130" y="2335731"/>
                  </a:cubicBezTo>
                  <a:cubicBezTo>
                    <a:pt x="7291515" y="2564001"/>
                    <a:pt x="7265942" y="2824543"/>
                    <a:pt x="7354079" y="3046302"/>
                  </a:cubicBezTo>
                  <a:cubicBezTo>
                    <a:pt x="7419662" y="3211818"/>
                    <a:pt x="7546489" y="3343175"/>
                    <a:pt x="7700211" y="3435275"/>
                  </a:cubicBezTo>
                  <a:cubicBezTo>
                    <a:pt x="7837041" y="3516618"/>
                    <a:pt x="7994159" y="3568142"/>
                    <a:pt x="8151277" y="3587864"/>
                  </a:cubicBezTo>
                  <a:cubicBezTo>
                    <a:pt x="8419275" y="3622496"/>
                    <a:pt x="8690575" y="3581448"/>
                    <a:pt x="8961969" y="3533793"/>
                  </a:cubicBezTo>
                  <a:cubicBezTo>
                    <a:pt x="9028591" y="3521997"/>
                    <a:pt x="9095307" y="3509730"/>
                    <a:pt x="9161929" y="3497840"/>
                  </a:cubicBezTo>
                  <a:cubicBezTo>
                    <a:pt x="10110773" y="3328831"/>
                    <a:pt x="11094059" y="3256170"/>
                    <a:pt x="12090651" y="3304768"/>
                  </a:cubicBezTo>
                </a:path>
              </a:pathLst>
            </a:custGeom>
            <a:noFill/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14" name="Google Shape;314;p10"/>
            <p:cNvSpPr/>
            <p:nvPr/>
          </p:nvSpPr>
          <p:spPr>
            <a:xfrm>
              <a:off x="95780" y="7932134"/>
              <a:ext cx="12087631" cy="3713953"/>
            </a:xfrm>
            <a:custGeom>
              <a:avLst/>
              <a:gdLst/>
              <a:ahLst/>
              <a:cxnLst/>
              <a:rect l="l" t="t" r="r" b="b"/>
              <a:pathLst>
                <a:path w="12087631" h="3713953" extrusionOk="0">
                  <a:moveTo>
                    <a:pt x="0" y="0"/>
                  </a:moveTo>
                  <a:cubicBezTo>
                    <a:pt x="71435" y="117579"/>
                    <a:pt x="188259" y="311689"/>
                    <a:pt x="329807" y="522312"/>
                  </a:cubicBezTo>
                  <a:cubicBezTo>
                    <a:pt x="437950" y="683111"/>
                    <a:pt x="560813" y="850703"/>
                    <a:pt x="683016" y="1004330"/>
                  </a:cubicBezTo>
                  <a:cubicBezTo>
                    <a:pt x="786535" y="1135215"/>
                    <a:pt x="890997" y="1255625"/>
                    <a:pt x="992629" y="1357162"/>
                  </a:cubicBezTo>
                  <a:cubicBezTo>
                    <a:pt x="1133799" y="1498050"/>
                    <a:pt x="1270535" y="1600153"/>
                    <a:pt x="1389058" y="1628274"/>
                  </a:cubicBezTo>
                  <a:cubicBezTo>
                    <a:pt x="1719242" y="1705936"/>
                    <a:pt x="2059052" y="1580525"/>
                    <a:pt x="2358001" y="1431900"/>
                  </a:cubicBezTo>
                  <a:cubicBezTo>
                    <a:pt x="2601841" y="1310357"/>
                    <a:pt x="2842661" y="1169281"/>
                    <a:pt x="3103864" y="1100772"/>
                  </a:cubicBezTo>
                  <a:cubicBezTo>
                    <a:pt x="3162748" y="1085296"/>
                    <a:pt x="3222670" y="1073594"/>
                    <a:pt x="3284008" y="1066611"/>
                  </a:cubicBezTo>
                  <a:cubicBezTo>
                    <a:pt x="3617117" y="1028676"/>
                    <a:pt x="4007601" y="1184568"/>
                    <a:pt x="4107628" y="1507014"/>
                  </a:cubicBezTo>
                  <a:cubicBezTo>
                    <a:pt x="4170759" y="1709900"/>
                    <a:pt x="4108666" y="1929582"/>
                    <a:pt x="4104986" y="2138224"/>
                  </a:cubicBezTo>
                  <a:cubicBezTo>
                    <a:pt x="4103382" y="2225795"/>
                    <a:pt x="4111780" y="2311385"/>
                    <a:pt x="4143959" y="2393199"/>
                  </a:cubicBezTo>
                  <a:cubicBezTo>
                    <a:pt x="4281261" y="2743106"/>
                    <a:pt x="4776301" y="2810955"/>
                    <a:pt x="5127057" y="2663084"/>
                  </a:cubicBezTo>
                  <a:cubicBezTo>
                    <a:pt x="5277759" y="2599576"/>
                    <a:pt x="5413833" y="2507570"/>
                    <a:pt x="5552079" y="2415186"/>
                  </a:cubicBezTo>
                  <a:cubicBezTo>
                    <a:pt x="5741753" y="2288359"/>
                    <a:pt x="5930672" y="2158607"/>
                    <a:pt x="6137426" y="2073961"/>
                  </a:cubicBezTo>
                  <a:cubicBezTo>
                    <a:pt x="6323515" y="1997714"/>
                    <a:pt x="6544990" y="1971575"/>
                    <a:pt x="6741837" y="2011303"/>
                  </a:cubicBezTo>
                  <a:cubicBezTo>
                    <a:pt x="6923207" y="2047445"/>
                    <a:pt x="7084099" y="2140300"/>
                    <a:pt x="7177993" y="2304118"/>
                  </a:cubicBezTo>
                  <a:cubicBezTo>
                    <a:pt x="7192053" y="2328653"/>
                    <a:pt x="7204038" y="2353754"/>
                    <a:pt x="7214418" y="2379327"/>
                  </a:cubicBezTo>
                  <a:cubicBezTo>
                    <a:pt x="7306519" y="2606748"/>
                    <a:pt x="7267546" y="2871820"/>
                    <a:pt x="7346435" y="3101505"/>
                  </a:cubicBezTo>
                  <a:cubicBezTo>
                    <a:pt x="7405225" y="3272967"/>
                    <a:pt x="7527334" y="3411590"/>
                    <a:pt x="7679073" y="3512278"/>
                  </a:cubicBezTo>
                  <a:cubicBezTo>
                    <a:pt x="7813827" y="3601358"/>
                    <a:pt x="7971417" y="3661186"/>
                    <a:pt x="8130045" y="3688835"/>
                  </a:cubicBezTo>
                  <a:cubicBezTo>
                    <a:pt x="8400684" y="3736584"/>
                    <a:pt x="8677364" y="3707991"/>
                    <a:pt x="8953193" y="3671472"/>
                  </a:cubicBezTo>
                  <a:cubicBezTo>
                    <a:pt x="9020947" y="3662413"/>
                    <a:pt x="9088608" y="3652882"/>
                    <a:pt x="9156173" y="3643823"/>
                  </a:cubicBezTo>
                  <a:cubicBezTo>
                    <a:pt x="10118228" y="3513882"/>
                    <a:pt x="11101703" y="3477363"/>
                    <a:pt x="12087632" y="3546815"/>
                  </a:cubicBezTo>
                </a:path>
              </a:pathLst>
            </a:custGeom>
            <a:noFill/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15" name="Google Shape;315;p10"/>
            <p:cNvSpPr/>
            <p:nvPr/>
          </p:nvSpPr>
          <p:spPr>
            <a:xfrm>
              <a:off x="98800" y="7814649"/>
              <a:ext cx="12084423" cy="3831239"/>
            </a:xfrm>
            <a:custGeom>
              <a:avLst/>
              <a:gdLst/>
              <a:ahLst/>
              <a:cxnLst/>
              <a:rect l="l" t="t" r="r" b="b"/>
              <a:pathLst>
                <a:path w="12084423" h="3831239" extrusionOk="0">
                  <a:moveTo>
                    <a:pt x="0" y="0"/>
                  </a:moveTo>
                  <a:cubicBezTo>
                    <a:pt x="230912" y="365383"/>
                    <a:pt x="921572" y="1601568"/>
                    <a:pt x="1342347" y="1700369"/>
                  </a:cubicBezTo>
                  <a:cubicBezTo>
                    <a:pt x="1677910" y="1779164"/>
                    <a:pt x="2025269" y="1645354"/>
                    <a:pt x="2331295" y="1486631"/>
                  </a:cubicBezTo>
                  <a:cubicBezTo>
                    <a:pt x="2637322" y="1327909"/>
                    <a:pt x="2939480" y="1138046"/>
                    <a:pt x="3281271" y="1093694"/>
                  </a:cubicBezTo>
                  <a:cubicBezTo>
                    <a:pt x="3623062" y="1049343"/>
                    <a:pt x="4023171" y="1205423"/>
                    <a:pt x="4122255" y="1535607"/>
                  </a:cubicBezTo>
                  <a:cubicBezTo>
                    <a:pt x="4210770" y="1830310"/>
                    <a:pt x="4037515" y="2161815"/>
                    <a:pt x="4145563" y="2449913"/>
                  </a:cubicBezTo>
                  <a:cubicBezTo>
                    <a:pt x="4282110" y="2814257"/>
                    <a:pt x="4788474" y="2886352"/>
                    <a:pt x="5150365" y="2743578"/>
                  </a:cubicBezTo>
                  <a:cubicBezTo>
                    <a:pt x="5512256" y="2600803"/>
                    <a:pt x="5801863" y="2316103"/>
                    <a:pt x="6156017" y="2154927"/>
                  </a:cubicBezTo>
                  <a:cubicBezTo>
                    <a:pt x="6510170" y="1993751"/>
                    <a:pt x="7008891" y="2008566"/>
                    <a:pt x="7199603" y="2347621"/>
                  </a:cubicBezTo>
                  <a:cubicBezTo>
                    <a:pt x="7334639" y="2587781"/>
                    <a:pt x="7261129" y="2891826"/>
                    <a:pt x="7338603" y="3156143"/>
                  </a:cubicBezTo>
                  <a:cubicBezTo>
                    <a:pt x="7436648" y="3490857"/>
                    <a:pt x="7768248" y="3713559"/>
                    <a:pt x="8108624" y="3789240"/>
                  </a:cubicBezTo>
                  <a:cubicBezTo>
                    <a:pt x="8448999" y="3864921"/>
                    <a:pt x="8802964" y="3821513"/>
                    <a:pt x="9150228" y="3789146"/>
                  </a:cubicBezTo>
                  <a:cubicBezTo>
                    <a:pt x="10125494" y="3698272"/>
                    <a:pt x="11109158" y="3697989"/>
                    <a:pt x="12084423" y="3788296"/>
                  </a:cubicBezTo>
                </a:path>
              </a:pathLst>
            </a:custGeom>
            <a:noFill/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316" name="Google Shape;316;p10"/>
          <p:cNvSpPr txBox="1">
            <a:spLocks noGrp="1"/>
          </p:cNvSpPr>
          <p:nvPr>
            <p:ph type="title"/>
          </p:nvPr>
        </p:nvSpPr>
        <p:spPr>
          <a:xfrm>
            <a:off x="548200" y="1992075"/>
            <a:ext cx="11095500" cy="3160800"/>
          </a:xfrm>
          <a:prstGeom prst="rect">
            <a:avLst/>
          </a:prstGeom>
        </p:spPr>
        <p:txBody>
          <a:bodyPr spcFirstLastPara="1" wrap="square" lIns="121900" tIns="121900" rIns="121900" bIns="121900" anchor="b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8000"/>
              <a:buNone/>
              <a:defRPr sz="8000"/>
            </a:lvl1pPr>
            <a:lvl2pPr lvl="1" rtl="0">
              <a:spcBef>
                <a:spcPts val="0"/>
              </a:spcBef>
              <a:spcAft>
                <a:spcPts val="0"/>
              </a:spcAft>
              <a:buSzPts val="8000"/>
              <a:buNone/>
              <a:defRPr sz="8000"/>
            </a:lvl2pPr>
            <a:lvl3pPr lvl="2" rtl="0">
              <a:spcBef>
                <a:spcPts val="0"/>
              </a:spcBef>
              <a:spcAft>
                <a:spcPts val="0"/>
              </a:spcAft>
              <a:buSzPts val="8000"/>
              <a:buNone/>
              <a:defRPr sz="8000"/>
            </a:lvl3pPr>
            <a:lvl4pPr lvl="3" rtl="0">
              <a:spcBef>
                <a:spcPts val="0"/>
              </a:spcBef>
              <a:spcAft>
                <a:spcPts val="0"/>
              </a:spcAft>
              <a:buSzPts val="8000"/>
              <a:buNone/>
              <a:defRPr sz="8000"/>
            </a:lvl4pPr>
            <a:lvl5pPr lvl="4" rtl="0">
              <a:spcBef>
                <a:spcPts val="0"/>
              </a:spcBef>
              <a:spcAft>
                <a:spcPts val="0"/>
              </a:spcAft>
              <a:buSzPts val="8000"/>
              <a:buNone/>
              <a:defRPr sz="8000"/>
            </a:lvl5pPr>
            <a:lvl6pPr lvl="5" rtl="0">
              <a:spcBef>
                <a:spcPts val="0"/>
              </a:spcBef>
              <a:spcAft>
                <a:spcPts val="0"/>
              </a:spcAft>
              <a:buSzPts val="8000"/>
              <a:buNone/>
              <a:defRPr sz="8000"/>
            </a:lvl6pPr>
            <a:lvl7pPr lvl="6" rtl="0">
              <a:spcBef>
                <a:spcPts val="0"/>
              </a:spcBef>
              <a:spcAft>
                <a:spcPts val="0"/>
              </a:spcAft>
              <a:buSzPts val="8000"/>
              <a:buNone/>
              <a:defRPr sz="8000"/>
            </a:lvl7pPr>
            <a:lvl8pPr lvl="7" rtl="0">
              <a:spcBef>
                <a:spcPts val="0"/>
              </a:spcBef>
              <a:spcAft>
                <a:spcPts val="0"/>
              </a:spcAft>
              <a:buSzPts val="8000"/>
              <a:buNone/>
              <a:defRPr sz="8000"/>
            </a:lvl8pPr>
            <a:lvl9pPr lvl="8" rtl="0">
              <a:spcBef>
                <a:spcPts val="0"/>
              </a:spcBef>
              <a:spcAft>
                <a:spcPts val="0"/>
              </a:spcAft>
              <a:buSzPts val="8000"/>
              <a:buNone/>
              <a:defRPr sz="8000"/>
            </a:lvl9pPr>
          </a:lstStyle>
          <a:p>
            <a:endParaRPr/>
          </a:p>
        </p:txBody>
      </p:sp>
      <p:sp>
        <p:nvSpPr>
          <p:cNvPr id="317" name="Google Shape;317;p10"/>
          <p:cNvSpPr txBox="1"/>
          <p:nvPr/>
        </p:nvSpPr>
        <p:spPr>
          <a:xfrm rot="5400000">
            <a:off x="-679350" y="6198500"/>
            <a:ext cx="1579800" cy="373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solidFill>
                  <a:srgbClr val="666666"/>
                </a:solidFill>
                <a:latin typeface="Barlow Condensed"/>
                <a:ea typeface="Barlow Condensed"/>
                <a:cs typeface="Barlow Condensed"/>
                <a:sym typeface="Barlow Condensed"/>
              </a:rPr>
              <a:t>SLIDESMANIA.COM</a:t>
            </a:r>
            <a:endParaRPr sz="1200">
              <a:solidFill>
                <a:srgbClr val="666666"/>
              </a:solidFill>
              <a:latin typeface="Barlow Condensed"/>
              <a:ea typeface="Barlow Condensed"/>
              <a:cs typeface="Barlow Condensed"/>
              <a:sym typeface="Barlow Condensed"/>
            </a:endParaRPr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014 Map">
  <p:cSld name="CUSTOM_13">
    <p:spTree>
      <p:nvGrpSpPr>
        <p:cNvPr id="1" name="Shape 4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93" name="Google Shape;493;p15"/>
          <p:cNvGrpSpPr/>
          <p:nvPr/>
        </p:nvGrpSpPr>
        <p:grpSpPr>
          <a:xfrm>
            <a:off x="-54500" y="2918637"/>
            <a:ext cx="12245912" cy="3938882"/>
            <a:chOff x="4435" y="7748593"/>
            <a:chExt cx="12182563" cy="5161009"/>
          </a:xfrm>
        </p:grpSpPr>
        <p:sp>
          <p:nvSpPr>
            <p:cNvPr id="494" name="Google Shape;494;p15"/>
            <p:cNvSpPr/>
            <p:nvPr/>
          </p:nvSpPr>
          <p:spPr>
            <a:xfrm>
              <a:off x="4435" y="7748593"/>
              <a:ext cx="12182563" cy="5161009"/>
            </a:xfrm>
            <a:custGeom>
              <a:avLst/>
              <a:gdLst/>
              <a:ahLst/>
              <a:cxnLst/>
              <a:rect l="l" t="t" r="r" b="b"/>
              <a:pathLst>
                <a:path w="12182563" h="5161009" extrusionOk="0">
                  <a:moveTo>
                    <a:pt x="0" y="3708557"/>
                  </a:moveTo>
                  <a:cubicBezTo>
                    <a:pt x="108331" y="4020435"/>
                    <a:pt x="379915" y="4274183"/>
                    <a:pt x="700002" y="4355149"/>
                  </a:cubicBezTo>
                  <a:cubicBezTo>
                    <a:pt x="1020089" y="4436114"/>
                    <a:pt x="1378300" y="4345996"/>
                    <a:pt x="1621951" y="4123199"/>
                  </a:cubicBezTo>
                  <a:cubicBezTo>
                    <a:pt x="1819080" y="3942961"/>
                    <a:pt x="1935810" y="3692704"/>
                    <a:pt x="2103781" y="3485006"/>
                  </a:cubicBezTo>
                  <a:cubicBezTo>
                    <a:pt x="2271657" y="3277308"/>
                    <a:pt x="2534558" y="3103109"/>
                    <a:pt x="2792836" y="3171147"/>
                  </a:cubicBezTo>
                  <a:cubicBezTo>
                    <a:pt x="3089521" y="3249376"/>
                    <a:pt x="3217763" y="3587581"/>
                    <a:pt x="3331474" y="3872564"/>
                  </a:cubicBezTo>
                  <a:cubicBezTo>
                    <a:pt x="3445278" y="4157548"/>
                    <a:pt x="3667697" y="4476597"/>
                    <a:pt x="3971459" y="4433567"/>
                  </a:cubicBezTo>
                  <a:cubicBezTo>
                    <a:pt x="4202183" y="4400916"/>
                    <a:pt x="4347128" y="4168966"/>
                    <a:pt x="4428093" y="3950416"/>
                  </a:cubicBezTo>
                  <a:cubicBezTo>
                    <a:pt x="4509058" y="3731866"/>
                    <a:pt x="4568414" y="3488214"/>
                    <a:pt x="4746859" y="3338268"/>
                  </a:cubicBezTo>
                  <a:cubicBezTo>
                    <a:pt x="4974657" y="3146706"/>
                    <a:pt x="5331075" y="3182471"/>
                    <a:pt x="5579350" y="3346572"/>
                  </a:cubicBezTo>
                  <a:cubicBezTo>
                    <a:pt x="5827626" y="3510673"/>
                    <a:pt x="5989556" y="3774991"/>
                    <a:pt x="6129595" y="4037609"/>
                  </a:cubicBezTo>
                  <a:cubicBezTo>
                    <a:pt x="6269632" y="4300228"/>
                    <a:pt x="6399762" y="4575115"/>
                    <a:pt x="6609065" y="4786681"/>
                  </a:cubicBezTo>
                  <a:cubicBezTo>
                    <a:pt x="7046637" y="5228972"/>
                    <a:pt x="7816091" y="5287950"/>
                    <a:pt x="8315944" y="4917472"/>
                  </a:cubicBezTo>
                  <a:cubicBezTo>
                    <a:pt x="8830424" y="4536236"/>
                    <a:pt x="8990279" y="3854069"/>
                    <a:pt x="9219964" y="3256265"/>
                  </a:cubicBezTo>
                  <a:cubicBezTo>
                    <a:pt x="9764641" y="1838614"/>
                    <a:pt x="10785391" y="595257"/>
                    <a:pt x="12182563" y="0"/>
                  </a:cubicBezTo>
                </a:path>
              </a:pathLst>
            </a:custGeom>
            <a:noFill/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495" name="Google Shape;495;p15"/>
            <p:cNvSpPr/>
            <p:nvPr/>
          </p:nvSpPr>
          <p:spPr>
            <a:xfrm>
              <a:off x="7454" y="7872778"/>
              <a:ext cx="12179449" cy="4973808"/>
            </a:xfrm>
            <a:custGeom>
              <a:avLst/>
              <a:gdLst/>
              <a:ahLst/>
              <a:cxnLst/>
              <a:rect l="l" t="t" r="r" b="b"/>
              <a:pathLst>
                <a:path w="12179449" h="4973808" extrusionOk="0">
                  <a:moveTo>
                    <a:pt x="0" y="3466888"/>
                  </a:moveTo>
                  <a:cubicBezTo>
                    <a:pt x="107105" y="3772349"/>
                    <a:pt x="373404" y="4024681"/>
                    <a:pt x="687640" y="4109327"/>
                  </a:cubicBezTo>
                  <a:cubicBezTo>
                    <a:pt x="1000556" y="4193595"/>
                    <a:pt x="1351028" y="4111498"/>
                    <a:pt x="1590622" y="3901157"/>
                  </a:cubicBezTo>
                  <a:cubicBezTo>
                    <a:pt x="1784637" y="3731300"/>
                    <a:pt x="1900235" y="3492838"/>
                    <a:pt x="2066695" y="3295992"/>
                  </a:cubicBezTo>
                  <a:cubicBezTo>
                    <a:pt x="2232967" y="3099335"/>
                    <a:pt x="2492377" y="2934951"/>
                    <a:pt x="2746031" y="3001667"/>
                  </a:cubicBezTo>
                  <a:cubicBezTo>
                    <a:pt x="2919003" y="3046962"/>
                    <a:pt x="3040262" y="3165579"/>
                    <a:pt x="3135194" y="3309015"/>
                  </a:cubicBezTo>
                  <a:cubicBezTo>
                    <a:pt x="3208799" y="3419422"/>
                    <a:pt x="3267400" y="3544456"/>
                    <a:pt x="3323924" y="3662130"/>
                  </a:cubicBezTo>
                  <a:cubicBezTo>
                    <a:pt x="3336758" y="3688741"/>
                    <a:pt x="3350535" y="3715729"/>
                    <a:pt x="3365445" y="3742907"/>
                  </a:cubicBezTo>
                  <a:cubicBezTo>
                    <a:pt x="3446033" y="3889928"/>
                    <a:pt x="3557667" y="4042045"/>
                    <a:pt x="3684683" y="4140468"/>
                  </a:cubicBezTo>
                  <a:cubicBezTo>
                    <a:pt x="3772348" y="4207845"/>
                    <a:pt x="3867846" y="4247384"/>
                    <a:pt x="3975989" y="4239080"/>
                  </a:cubicBezTo>
                  <a:cubicBezTo>
                    <a:pt x="4019114" y="4235871"/>
                    <a:pt x="4059502" y="4225397"/>
                    <a:pt x="4097720" y="4209071"/>
                  </a:cubicBezTo>
                  <a:cubicBezTo>
                    <a:pt x="4256914" y="4141317"/>
                    <a:pt x="4379401" y="3965892"/>
                    <a:pt x="4451496" y="3789523"/>
                  </a:cubicBezTo>
                  <a:cubicBezTo>
                    <a:pt x="4538217" y="3577484"/>
                    <a:pt x="4596724" y="3337513"/>
                    <a:pt x="4773753" y="3189454"/>
                  </a:cubicBezTo>
                  <a:cubicBezTo>
                    <a:pt x="5000324" y="3000063"/>
                    <a:pt x="5351080" y="3030259"/>
                    <a:pt x="5597940" y="3186057"/>
                  </a:cubicBezTo>
                  <a:cubicBezTo>
                    <a:pt x="5844139" y="3342231"/>
                    <a:pt x="6008051" y="3596735"/>
                    <a:pt x="6149977" y="3851898"/>
                  </a:cubicBezTo>
                  <a:cubicBezTo>
                    <a:pt x="6273313" y="4073091"/>
                    <a:pt x="6388721" y="4305041"/>
                    <a:pt x="6550841" y="4500660"/>
                  </a:cubicBezTo>
                  <a:cubicBezTo>
                    <a:pt x="6575848" y="4530763"/>
                    <a:pt x="6601893" y="4560016"/>
                    <a:pt x="6629259" y="4588231"/>
                  </a:cubicBezTo>
                  <a:cubicBezTo>
                    <a:pt x="6875930" y="4842074"/>
                    <a:pt x="7224610" y="4974185"/>
                    <a:pt x="7572535" y="4973808"/>
                  </a:cubicBezTo>
                  <a:cubicBezTo>
                    <a:pt x="7828831" y="4973619"/>
                    <a:pt x="8084749" y="4900958"/>
                    <a:pt x="8294712" y="4752427"/>
                  </a:cubicBezTo>
                  <a:cubicBezTo>
                    <a:pt x="8487784" y="4615597"/>
                    <a:pt x="8632351" y="4436020"/>
                    <a:pt x="8750025" y="4233890"/>
                  </a:cubicBezTo>
                  <a:cubicBezTo>
                    <a:pt x="8943002" y="3902950"/>
                    <a:pt x="9064073" y="3511900"/>
                    <a:pt x="9211094" y="3151897"/>
                  </a:cubicBezTo>
                  <a:cubicBezTo>
                    <a:pt x="9247708" y="3062155"/>
                    <a:pt x="9286303" y="2973169"/>
                    <a:pt x="9326785" y="2884937"/>
                  </a:cubicBezTo>
                  <a:cubicBezTo>
                    <a:pt x="9906755" y="1621951"/>
                    <a:pt x="10884096" y="535523"/>
                    <a:pt x="12179449" y="0"/>
                  </a:cubicBezTo>
                </a:path>
              </a:pathLst>
            </a:custGeom>
            <a:noFill/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496" name="Google Shape;496;p15"/>
            <p:cNvSpPr/>
            <p:nvPr/>
          </p:nvSpPr>
          <p:spPr>
            <a:xfrm>
              <a:off x="10568" y="7997057"/>
              <a:ext cx="12176240" cy="4787302"/>
            </a:xfrm>
            <a:custGeom>
              <a:avLst/>
              <a:gdLst/>
              <a:ahLst/>
              <a:cxnLst/>
              <a:rect l="l" t="t" r="r" b="b"/>
              <a:pathLst>
                <a:path w="12176240" h="4787302" extrusionOk="0">
                  <a:moveTo>
                    <a:pt x="0" y="3225124"/>
                  </a:moveTo>
                  <a:cubicBezTo>
                    <a:pt x="105878" y="3524073"/>
                    <a:pt x="366798" y="3775085"/>
                    <a:pt x="675373" y="3863411"/>
                  </a:cubicBezTo>
                  <a:cubicBezTo>
                    <a:pt x="981022" y="3950982"/>
                    <a:pt x="1323851" y="3876811"/>
                    <a:pt x="1559387" y="3679116"/>
                  </a:cubicBezTo>
                  <a:cubicBezTo>
                    <a:pt x="1750288" y="3519638"/>
                    <a:pt x="1864753" y="3292878"/>
                    <a:pt x="2029704" y="3106979"/>
                  </a:cubicBezTo>
                  <a:cubicBezTo>
                    <a:pt x="2194371" y="2921362"/>
                    <a:pt x="2450290" y="2766697"/>
                    <a:pt x="2699226" y="2832187"/>
                  </a:cubicBezTo>
                  <a:cubicBezTo>
                    <a:pt x="2877576" y="2878614"/>
                    <a:pt x="3005913" y="2989116"/>
                    <a:pt x="3108300" y="3122171"/>
                  </a:cubicBezTo>
                  <a:cubicBezTo>
                    <a:pt x="3187378" y="3224935"/>
                    <a:pt x="3252584" y="3340438"/>
                    <a:pt x="3316281" y="3451601"/>
                  </a:cubicBezTo>
                  <a:cubicBezTo>
                    <a:pt x="3330624" y="3476796"/>
                    <a:pt x="3346100" y="3502464"/>
                    <a:pt x="3362614" y="3528414"/>
                  </a:cubicBezTo>
                  <a:cubicBezTo>
                    <a:pt x="3451884" y="3669019"/>
                    <a:pt x="3572766" y="3821796"/>
                    <a:pt x="3699215" y="3927391"/>
                  </a:cubicBezTo>
                  <a:cubicBezTo>
                    <a:pt x="3785748" y="3999769"/>
                    <a:pt x="3876056" y="4044875"/>
                    <a:pt x="3980424" y="4044309"/>
                  </a:cubicBezTo>
                  <a:cubicBezTo>
                    <a:pt x="4022039" y="4044121"/>
                    <a:pt x="4061295" y="4036949"/>
                    <a:pt x="4099324" y="4024115"/>
                  </a:cubicBezTo>
                  <a:cubicBezTo>
                    <a:pt x="4257575" y="3970421"/>
                    <a:pt x="4395820" y="3804905"/>
                    <a:pt x="4474804" y="3628347"/>
                  </a:cubicBezTo>
                  <a:cubicBezTo>
                    <a:pt x="4566810" y="3422819"/>
                    <a:pt x="4624939" y="3186623"/>
                    <a:pt x="4800647" y="3040451"/>
                  </a:cubicBezTo>
                  <a:cubicBezTo>
                    <a:pt x="5025897" y="2853230"/>
                    <a:pt x="5371464" y="2877388"/>
                    <a:pt x="5616624" y="3025447"/>
                  </a:cubicBezTo>
                  <a:cubicBezTo>
                    <a:pt x="5861030" y="3173034"/>
                    <a:pt x="6026642" y="3418478"/>
                    <a:pt x="6170455" y="3666187"/>
                  </a:cubicBezTo>
                  <a:cubicBezTo>
                    <a:pt x="6295866" y="3880963"/>
                    <a:pt x="6412785" y="4108100"/>
                    <a:pt x="6572545" y="4302682"/>
                  </a:cubicBezTo>
                  <a:cubicBezTo>
                    <a:pt x="6597174" y="4332596"/>
                    <a:pt x="6622748" y="4361755"/>
                    <a:pt x="6649453" y="4389781"/>
                  </a:cubicBezTo>
                  <a:cubicBezTo>
                    <a:pt x="6890839" y="4642680"/>
                    <a:pt x="7226119" y="4779416"/>
                    <a:pt x="7564797" y="4786965"/>
                  </a:cubicBezTo>
                  <a:cubicBezTo>
                    <a:pt x="7814299" y="4792626"/>
                    <a:pt x="8065499" y="4727326"/>
                    <a:pt x="8273575" y="4587382"/>
                  </a:cubicBezTo>
                  <a:cubicBezTo>
                    <a:pt x="8464664" y="4458385"/>
                    <a:pt x="8609609" y="4287112"/>
                    <a:pt x="8728698" y="4092813"/>
                  </a:cubicBezTo>
                  <a:cubicBezTo>
                    <a:pt x="8924412" y="3774991"/>
                    <a:pt x="9050767" y="3396397"/>
                    <a:pt x="9202223" y="3047528"/>
                  </a:cubicBezTo>
                  <a:cubicBezTo>
                    <a:pt x="9239875" y="2960618"/>
                    <a:pt x="9279508" y="2874274"/>
                    <a:pt x="9320935" y="2788873"/>
                  </a:cubicBezTo>
                  <a:cubicBezTo>
                    <a:pt x="9914115" y="1564955"/>
                    <a:pt x="10891552" y="514763"/>
                    <a:pt x="12176241" y="0"/>
                  </a:cubicBezTo>
                </a:path>
              </a:pathLst>
            </a:custGeom>
            <a:noFill/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497" name="Google Shape;497;p15"/>
            <p:cNvSpPr/>
            <p:nvPr/>
          </p:nvSpPr>
          <p:spPr>
            <a:xfrm>
              <a:off x="13588" y="8121525"/>
              <a:ext cx="12172938" cy="4601569"/>
            </a:xfrm>
            <a:custGeom>
              <a:avLst/>
              <a:gdLst/>
              <a:ahLst/>
              <a:cxnLst/>
              <a:rect l="l" t="t" r="r" b="b"/>
              <a:pathLst>
                <a:path w="12172938" h="4601569" extrusionOk="0">
                  <a:moveTo>
                    <a:pt x="0" y="2983171"/>
                  </a:moveTo>
                  <a:cubicBezTo>
                    <a:pt x="104651" y="3275609"/>
                    <a:pt x="360287" y="3525206"/>
                    <a:pt x="663011" y="3617306"/>
                  </a:cubicBezTo>
                  <a:cubicBezTo>
                    <a:pt x="961394" y="3708086"/>
                    <a:pt x="1296580" y="3641936"/>
                    <a:pt x="1528152" y="3456791"/>
                  </a:cubicBezTo>
                  <a:cubicBezTo>
                    <a:pt x="1715939" y="3307694"/>
                    <a:pt x="1829272" y="3092729"/>
                    <a:pt x="1992713" y="2917682"/>
                  </a:cubicBezTo>
                  <a:cubicBezTo>
                    <a:pt x="2155776" y="2743012"/>
                    <a:pt x="2408203" y="2598255"/>
                    <a:pt x="2652515" y="2662329"/>
                  </a:cubicBezTo>
                  <a:cubicBezTo>
                    <a:pt x="2836244" y="2709795"/>
                    <a:pt x="2971942" y="2812181"/>
                    <a:pt x="3081594" y="2934951"/>
                  </a:cubicBezTo>
                  <a:cubicBezTo>
                    <a:pt x="3166429" y="3029882"/>
                    <a:pt x="3238052" y="3136043"/>
                    <a:pt x="3308732" y="3240789"/>
                  </a:cubicBezTo>
                  <a:cubicBezTo>
                    <a:pt x="3324679" y="3264474"/>
                    <a:pt x="3341759" y="3288821"/>
                    <a:pt x="3359783" y="3313639"/>
                  </a:cubicBezTo>
                  <a:cubicBezTo>
                    <a:pt x="3457829" y="3447920"/>
                    <a:pt x="3588053" y="3600887"/>
                    <a:pt x="3713747" y="3714125"/>
                  </a:cubicBezTo>
                  <a:cubicBezTo>
                    <a:pt x="3799337" y="3791221"/>
                    <a:pt x="3884360" y="3842273"/>
                    <a:pt x="3984765" y="3849445"/>
                  </a:cubicBezTo>
                  <a:cubicBezTo>
                    <a:pt x="4024870" y="3852276"/>
                    <a:pt x="4062994" y="3848501"/>
                    <a:pt x="4100740" y="3839065"/>
                  </a:cubicBezTo>
                  <a:cubicBezTo>
                    <a:pt x="4258236" y="3799620"/>
                    <a:pt x="4411768" y="3644106"/>
                    <a:pt x="4497923" y="3467077"/>
                  </a:cubicBezTo>
                  <a:cubicBezTo>
                    <a:pt x="4594837" y="3268060"/>
                    <a:pt x="4652871" y="3035544"/>
                    <a:pt x="4827258" y="2891354"/>
                  </a:cubicBezTo>
                  <a:cubicBezTo>
                    <a:pt x="5051282" y="2706303"/>
                    <a:pt x="5391375" y="2724705"/>
                    <a:pt x="5635026" y="2864743"/>
                  </a:cubicBezTo>
                  <a:cubicBezTo>
                    <a:pt x="5877544" y="3004120"/>
                    <a:pt x="6044949" y="3240034"/>
                    <a:pt x="6190743" y="3480382"/>
                  </a:cubicBezTo>
                  <a:cubicBezTo>
                    <a:pt x="6318136" y="3688741"/>
                    <a:pt x="6436659" y="3911160"/>
                    <a:pt x="6593966" y="4104609"/>
                  </a:cubicBezTo>
                  <a:cubicBezTo>
                    <a:pt x="6618218" y="4134334"/>
                    <a:pt x="6643225" y="4163304"/>
                    <a:pt x="6669459" y="4191331"/>
                  </a:cubicBezTo>
                  <a:cubicBezTo>
                    <a:pt x="6905466" y="4443286"/>
                    <a:pt x="7227441" y="4584645"/>
                    <a:pt x="7556870" y="4600121"/>
                  </a:cubicBezTo>
                  <a:cubicBezTo>
                    <a:pt x="7799577" y="4611728"/>
                    <a:pt x="8046154" y="4553693"/>
                    <a:pt x="8252153" y="4422337"/>
                  </a:cubicBezTo>
                  <a:cubicBezTo>
                    <a:pt x="8441167" y="4301172"/>
                    <a:pt x="8586678" y="4138109"/>
                    <a:pt x="8707089" y="3951737"/>
                  </a:cubicBezTo>
                  <a:cubicBezTo>
                    <a:pt x="8905444" y="3646937"/>
                    <a:pt x="9037273" y="3280799"/>
                    <a:pt x="9193165" y="2943160"/>
                  </a:cubicBezTo>
                  <a:cubicBezTo>
                    <a:pt x="9231949" y="2858987"/>
                    <a:pt x="9272526" y="2775473"/>
                    <a:pt x="9314895" y="2692715"/>
                  </a:cubicBezTo>
                  <a:cubicBezTo>
                    <a:pt x="9921193" y="1507864"/>
                    <a:pt x="10898912" y="493908"/>
                    <a:pt x="12172939" y="0"/>
                  </a:cubicBezTo>
                </a:path>
              </a:pathLst>
            </a:custGeom>
            <a:noFill/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498" name="Google Shape;498;p15"/>
            <p:cNvSpPr/>
            <p:nvPr/>
          </p:nvSpPr>
          <p:spPr>
            <a:xfrm>
              <a:off x="16608" y="8245804"/>
              <a:ext cx="12170106" cy="4416557"/>
            </a:xfrm>
            <a:custGeom>
              <a:avLst/>
              <a:gdLst/>
              <a:ahLst/>
              <a:cxnLst/>
              <a:rect l="l" t="t" r="r" b="b"/>
              <a:pathLst>
                <a:path w="12170106" h="4416557" extrusionOk="0">
                  <a:moveTo>
                    <a:pt x="0" y="2741313"/>
                  </a:moveTo>
                  <a:cubicBezTo>
                    <a:pt x="103424" y="3027334"/>
                    <a:pt x="353681" y="3275421"/>
                    <a:pt x="650649" y="3371296"/>
                  </a:cubicBezTo>
                  <a:cubicBezTo>
                    <a:pt x="941766" y="3465284"/>
                    <a:pt x="1268931" y="3406683"/>
                    <a:pt x="1496823" y="3234561"/>
                  </a:cubicBezTo>
                  <a:cubicBezTo>
                    <a:pt x="1681118" y="3095372"/>
                    <a:pt x="1793791" y="2892486"/>
                    <a:pt x="1955627" y="2728479"/>
                  </a:cubicBezTo>
                  <a:cubicBezTo>
                    <a:pt x="2117181" y="2564755"/>
                    <a:pt x="2365833" y="2430473"/>
                    <a:pt x="2605710" y="2492660"/>
                  </a:cubicBezTo>
                  <a:cubicBezTo>
                    <a:pt x="2794818" y="2541730"/>
                    <a:pt x="2937970" y="2635529"/>
                    <a:pt x="3054795" y="2747919"/>
                  </a:cubicBezTo>
                  <a:cubicBezTo>
                    <a:pt x="3145385" y="2835018"/>
                    <a:pt x="3223425" y="2931836"/>
                    <a:pt x="3301182" y="3030165"/>
                  </a:cubicBezTo>
                  <a:cubicBezTo>
                    <a:pt x="3318734" y="3052435"/>
                    <a:pt x="3337324" y="3075461"/>
                    <a:pt x="3357047" y="3099052"/>
                  </a:cubicBezTo>
                  <a:cubicBezTo>
                    <a:pt x="3463774" y="3226917"/>
                    <a:pt x="3603529" y="3380166"/>
                    <a:pt x="3728468" y="3501048"/>
                  </a:cubicBezTo>
                  <a:cubicBezTo>
                    <a:pt x="3813114" y="3582957"/>
                    <a:pt x="3892947" y="3639954"/>
                    <a:pt x="3989389" y="3654769"/>
                  </a:cubicBezTo>
                  <a:cubicBezTo>
                    <a:pt x="4027984" y="3660714"/>
                    <a:pt x="4064975" y="3660242"/>
                    <a:pt x="4102533" y="3654203"/>
                  </a:cubicBezTo>
                  <a:cubicBezTo>
                    <a:pt x="4259368" y="3629008"/>
                    <a:pt x="4427904" y="3483591"/>
                    <a:pt x="4521420" y="3305995"/>
                  </a:cubicBezTo>
                  <a:cubicBezTo>
                    <a:pt x="4622863" y="3113395"/>
                    <a:pt x="4681275" y="2884654"/>
                    <a:pt x="4854341" y="2742351"/>
                  </a:cubicBezTo>
                  <a:cubicBezTo>
                    <a:pt x="5077044" y="2559471"/>
                    <a:pt x="5411757" y="2572116"/>
                    <a:pt x="5653898" y="2704039"/>
                  </a:cubicBezTo>
                  <a:cubicBezTo>
                    <a:pt x="5894436" y="2835112"/>
                    <a:pt x="6063255" y="3062061"/>
                    <a:pt x="6211409" y="3294577"/>
                  </a:cubicBezTo>
                  <a:cubicBezTo>
                    <a:pt x="6340312" y="3496896"/>
                    <a:pt x="6460911" y="3714125"/>
                    <a:pt x="6615859" y="3906536"/>
                  </a:cubicBezTo>
                  <a:cubicBezTo>
                    <a:pt x="6639733" y="3936072"/>
                    <a:pt x="6664268" y="3964948"/>
                    <a:pt x="6689936" y="3992786"/>
                  </a:cubicBezTo>
                  <a:cubicBezTo>
                    <a:pt x="6920659" y="4243892"/>
                    <a:pt x="7229233" y="4389781"/>
                    <a:pt x="7549321" y="4413184"/>
                  </a:cubicBezTo>
                  <a:cubicBezTo>
                    <a:pt x="7785140" y="4430735"/>
                    <a:pt x="8027186" y="4379967"/>
                    <a:pt x="8231205" y="4257198"/>
                  </a:cubicBezTo>
                  <a:cubicBezTo>
                    <a:pt x="8418236" y="4143770"/>
                    <a:pt x="8564125" y="3989011"/>
                    <a:pt x="8686045" y="3810566"/>
                  </a:cubicBezTo>
                  <a:cubicBezTo>
                    <a:pt x="8887043" y="3518789"/>
                    <a:pt x="9024250" y="3165202"/>
                    <a:pt x="9184577" y="2838698"/>
                  </a:cubicBezTo>
                  <a:cubicBezTo>
                    <a:pt x="9224400" y="2757355"/>
                    <a:pt x="9266014" y="2676484"/>
                    <a:pt x="9309328" y="2596556"/>
                  </a:cubicBezTo>
                  <a:cubicBezTo>
                    <a:pt x="9928837" y="1450773"/>
                    <a:pt x="10906745" y="472959"/>
                    <a:pt x="12170107" y="0"/>
                  </a:cubicBezTo>
                </a:path>
              </a:pathLst>
            </a:custGeom>
            <a:noFill/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499" name="Google Shape;499;p15"/>
            <p:cNvSpPr/>
            <p:nvPr/>
          </p:nvSpPr>
          <p:spPr>
            <a:xfrm>
              <a:off x="19722" y="8370178"/>
              <a:ext cx="12166615" cy="4232536"/>
            </a:xfrm>
            <a:custGeom>
              <a:avLst/>
              <a:gdLst/>
              <a:ahLst/>
              <a:cxnLst/>
              <a:rect l="l" t="t" r="r" b="b"/>
              <a:pathLst>
                <a:path w="12166615" h="4232536" extrusionOk="0">
                  <a:moveTo>
                    <a:pt x="0" y="2499455"/>
                  </a:moveTo>
                  <a:cubicBezTo>
                    <a:pt x="102198" y="2778965"/>
                    <a:pt x="347076" y="3025636"/>
                    <a:pt x="638287" y="3125380"/>
                  </a:cubicBezTo>
                  <a:cubicBezTo>
                    <a:pt x="922138" y="3222576"/>
                    <a:pt x="1241565" y="3171808"/>
                    <a:pt x="1465494" y="3012424"/>
                  </a:cubicBezTo>
                  <a:cubicBezTo>
                    <a:pt x="1646581" y="2883427"/>
                    <a:pt x="1758309" y="2692432"/>
                    <a:pt x="1918636" y="2539371"/>
                  </a:cubicBezTo>
                  <a:cubicBezTo>
                    <a:pt x="2078679" y="2386499"/>
                    <a:pt x="2323746" y="2262220"/>
                    <a:pt x="2558905" y="2322991"/>
                  </a:cubicBezTo>
                  <a:cubicBezTo>
                    <a:pt x="2753392" y="2373288"/>
                    <a:pt x="2904093" y="2458783"/>
                    <a:pt x="3027995" y="2560886"/>
                  </a:cubicBezTo>
                  <a:cubicBezTo>
                    <a:pt x="3124342" y="2640248"/>
                    <a:pt x="3208799" y="2727630"/>
                    <a:pt x="3293633" y="2819542"/>
                  </a:cubicBezTo>
                  <a:cubicBezTo>
                    <a:pt x="3312789" y="2840302"/>
                    <a:pt x="3332983" y="2862006"/>
                    <a:pt x="3354216" y="2884465"/>
                  </a:cubicBezTo>
                  <a:cubicBezTo>
                    <a:pt x="3469624" y="3006008"/>
                    <a:pt x="3618910" y="3159446"/>
                    <a:pt x="3743001" y="3287877"/>
                  </a:cubicBezTo>
                  <a:cubicBezTo>
                    <a:pt x="3826703" y="3374504"/>
                    <a:pt x="3901251" y="3437540"/>
                    <a:pt x="3993729" y="3459905"/>
                  </a:cubicBezTo>
                  <a:cubicBezTo>
                    <a:pt x="4030815" y="3468870"/>
                    <a:pt x="4066674" y="3471795"/>
                    <a:pt x="4104042" y="3469153"/>
                  </a:cubicBezTo>
                  <a:cubicBezTo>
                    <a:pt x="4260123" y="3458206"/>
                    <a:pt x="4443569" y="3322981"/>
                    <a:pt x="4544634" y="3144725"/>
                  </a:cubicBezTo>
                  <a:cubicBezTo>
                    <a:pt x="4650229" y="2958636"/>
                    <a:pt x="4709396" y="2733669"/>
                    <a:pt x="4881047" y="2593254"/>
                  </a:cubicBezTo>
                  <a:cubicBezTo>
                    <a:pt x="5102522" y="2412544"/>
                    <a:pt x="5431668" y="2419433"/>
                    <a:pt x="5672300" y="2543334"/>
                  </a:cubicBezTo>
                  <a:cubicBezTo>
                    <a:pt x="5910855" y="2666198"/>
                    <a:pt x="6081373" y="2883710"/>
                    <a:pt x="6231603" y="3108771"/>
                  </a:cubicBezTo>
                  <a:cubicBezTo>
                    <a:pt x="6362394" y="3304768"/>
                    <a:pt x="6484691" y="3517185"/>
                    <a:pt x="6637280" y="3708463"/>
                  </a:cubicBezTo>
                  <a:cubicBezTo>
                    <a:pt x="6660777" y="3737811"/>
                    <a:pt x="6684840" y="3766498"/>
                    <a:pt x="6709847" y="3794336"/>
                  </a:cubicBezTo>
                  <a:cubicBezTo>
                    <a:pt x="6935191" y="4044498"/>
                    <a:pt x="7230366" y="4195011"/>
                    <a:pt x="7541300" y="4226340"/>
                  </a:cubicBezTo>
                  <a:cubicBezTo>
                    <a:pt x="7770324" y="4249837"/>
                    <a:pt x="8008031" y="4206807"/>
                    <a:pt x="8209784" y="4092153"/>
                  </a:cubicBezTo>
                  <a:cubicBezTo>
                    <a:pt x="8395022" y="3986935"/>
                    <a:pt x="8540722" y="3839631"/>
                    <a:pt x="8664436" y="3669490"/>
                  </a:cubicBezTo>
                  <a:cubicBezTo>
                    <a:pt x="8867416" y="3390263"/>
                    <a:pt x="9010662" y="3049699"/>
                    <a:pt x="9175423" y="2734330"/>
                  </a:cubicBezTo>
                  <a:cubicBezTo>
                    <a:pt x="9216284" y="2655724"/>
                    <a:pt x="9258937" y="2577683"/>
                    <a:pt x="9303100" y="2500398"/>
                  </a:cubicBezTo>
                  <a:cubicBezTo>
                    <a:pt x="9935725" y="1393682"/>
                    <a:pt x="10913916" y="452104"/>
                    <a:pt x="12166616" y="0"/>
                  </a:cubicBezTo>
                </a:path>
              </a:pathLst>
            </a:custGeom>
            <a:noFill/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500" name="Google Shape;500;p15"/>
            <p:cNvSpPr/>
            <p:nvPr/>
          </p:nvSpPr>
          <p:spPr>
            <a:xfrm>
              <a:off x="22742" y="8494551"/>
              <a:ext cx="12163690" cy="4049276"/>
            </a:xfrm>
            <a:custGeom>
              <a:avLst/>
              <a:gdLst/>
              <a:ahLst/>
              <a:cxnLst/>
              <a:rect l="l" t="t" r="r" b="b"/>
              <a:pathLst>
                <a:path w="12163690" h="4049276" extrusionOk="0">
                  <a:moveTo>
                    <a:pt x="0" y="2257596"/>
                  </a:moveTo>
                  <a:cubicBezTo>
                    <a:pt x="100971" y="2530595"/>
                    <a:pt x="340470" y="2775851"/>
                    <a:pt x="626020" y="2879370"/>
                  </a:cubicBezTo>
                  <a:cubicBezTo>
                    <a:pt x="902604" y="2979680"/>
                    <a:pt x="1214293" y="2936932"/>
                    <a:pt x="1434259" y="2790194"/>
                  </a:cubicBezTo>
                  <a:cubicBezTo>
                    <a:pt x="1612232" y="2671482"/>
                    <a:pt x="1723017" y="2492094"/>
                    <a:pt x="1881645" y="2350169"/>
                  </a:cubicBezTo>
                  <a:cubicBezTo>
                    <a:pt x="2040273" y="2208149"/>
                    <a:pt x="2281659" y="2093967"/>
                    <a:pt x="2512194" y="2153323"/>
                  </a:cubicBezTo>
                  <a:cubicBezTo>
                    <a:pt x="2712060" y="2204752"/>
                    <a:pt x="2870216" y="2282131"/>
                    <a:pt x="3001289" y="2373854"/>
                  </a:cubicBezTo>
                  <a:cubicBezTo>
                    <a:pt x="3103487" y="2445383"/>
                    <a:pt x="3194266" y="2523423"/>
                    <a:pt x="3286084" y="2608918"/>
                  </a:cubicBezTo>
                  <a:cubicBezTo>
                    <a:pt x="3306844" y="2628263"/>
                    <a:pt x="3328643" y="2648646"/>
                    <a:pt x="3351479" y="2669878"/>
                  </a:cubicBezTo>
                  <a:cubicBezTo>
                    <a:pt x="3475664" y="2785004"/>
                    <a:pt x="3634292" y="2938725"/>
                    <a:pt x="3757627" y="3074800"/>
                  </a:cubicBezTo>
                  <a:cubicBezTo>
                    <a:pt x="3840386" y="3166146"/>
                    <a:pt x="3909744" y="3235221"/>
                    <a:pt x="3998259" y="3265229"/>
                  </a:cubicBezTo>
                  <a:cubicBezTo>
                    <a:pt x="4033835" y="3277308"/>
                    <a:pt x="4068561" y="3283536"/>
                    <a:pt x="4105741" y="3284291"/>
                  </a:cubicBezTo>
                  <a:cubicBezTo>
                    <a:pt x="4261161" y="3287594"/>
                    <a:pt x="4459139" y="3162560"/>
                    <a:pt x="4568037" y="2983643"/>
                  </a:cubicBezTo>
                  <a:cubicBezTo>
                    <a:pt x="4677406" y="2803877"/>
                    <a:pt x="4737706" y="2582779"/>
                    <a:pt x="4908035" y="2444345"/>
                  </a:cubicBezTo>
                  <a:cubicBezTo>
                    <a:pt x="5128189" y="2265806"/>
                    <a:pt x="5451863" y="2266938"/>
                    <a:pt x="5691079" y="2382725"/>
                  </a:cubicBezTo>
                  <a:cubicBezTo>
                    <a:pt x="5927653" y="2497379"/>
                    <a:pt x="6099964" y="2705454"/>
                    <a:pt x="6252175" y="2922966"/>
                  </a:cubicBezTo>
                  <a:cubicBezTo>
                    <a:pt x="6384853" y="3112640"/>
                    <a:pt x="6508754" y="3320150"/>
                    <a:pt x="6659078" y="3510390"/>
                  </a:cubicBezTo>
                  <a:cubicBezTo>
                    <a:pt x="6682198" y="3539549"/>
                    <a:pt x="6705789" y="3568047"/>
                    <a:pt x="6730230" y="3595791"/>
                  </a:cubicBezTo>
                  <a:cubicBezTo>
                    <a:pt x="6950290" y="3845010"/>
                    <a:pt x="7232064" y="4000146"/>
                    <a:pt x="7533656" y="4039402"/>
                  </a:cubicBezTo>
                  <a:cubicBezTo>
                    <a:pt x="7755886" y="4068750"/>
                    <a:pt x="7988969" y="4033080"/>
                    <a:pt x="8188646" y="3927013"/>
                  </a:cubicBezTo>
                  <a:cubicBezTo>
                    <a:pt x="8371903" y="3829628"/>
                    <a:pt x="8517981" y="3690534"/>
                    <a:pt x="8643203" y="3528320"/>
                  </a:cubicBezTo>
                  <a:cubicBezTo>
                    <a:pt x="8848825" y="3262115"/>
                    <a:pt x="8997451" y="2934101"/>
                    <a:pt x="9166742" y="2629868"/>
                  </a:cubicBezTo>
                  <a:cubicBezTo>
                    <a:pt x="9208735" y="2554092"/>
                    <a:pt x="9252332" y="2478694"/>
                    <a:pt x="9297438" y="2404240"/>
                  </a:cubicBezTo>
                  <a:cubicBezTo>
                    <a:pt x="9943274" y="1336590"/>
                    <a:pt x="10921654" y="431250"/>
                    <a:pt x="12163691" y="0"/>
                  </a:cubicBezTo>
                </a:path>
              </a:pathLst>
            </a:custGeom>
            <a:noFill/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501" name="Google Shape;501;p15"/>
            <p:cNvSpPr/>
            <p:nvPr/>
          </p:nvSpPr>
          <p:spPr>
            <a:xfrm>
              <a:off x="25761" y="8618736"/>
              <a:ext cx="12160387" cy="3867222"/>
            </a:xfrm>
            <a:custGeom>
              <a:avLst/>
              <a:gdLst/>
              <a:ahLst/>
              <a:cxnLst/>
              <a:rect l="l" t="t" r="r" b="b"/>
              <a:pathLst>
                <a:path w="12160387" h="3867222" extrusionOk="0">
                  <a:moveTo>
                    <a:pt x="0" y="2015926"/>
                  </a:moveTo>
                  <a:cubicBezTo>
                    <a:pt x="99744" y="2282509"/>
                    <a:pt x="333865" y="2526160"/>
                    <a:pt x="613658" y="2633548"/>
                  </a:cubicBezTo>
                  <a:cubicBezTo>
                    <a:pt x="882976" y="2736972"/>
                    <a:pt x="1187022" y="2702151"/>
                    <a:pt x="1402929" y="2568153"/>
                  </a:cubicBezTo>
                  <a:cubicBezTo>
                    <a:pt x="1577694" y="2459727"/>
                    <a:pt x="1687630" y="2292040"/>
                    <a:pt x="1844559" y="2161155"/>
                  </a:cubicBezTo>
                  <a:cubicBezTo>
                    <a:pt x="2001866" y="2029987"/>
                    <a:pt x="2239478" y="1925808"/>
                    <a:pt x="2465294" y="1983842"/>
                  </a:cubicBezTo>
                  <a:cubicBezTo>
                    <a:pt x="2670539" y="2036498"/>
                    <a:pt x="2836339" y="2105574"/>
                    <a:pt x="2974395" y="2186917"/>
                  </a:cubicBezTo>
                  <a:cubicBezTo>
                    <a:pt x="3082444" y="2250613"/>
                    <a:pt x="3179451" y="2319311"/>
                    <a:pt x="3278440" y="2398389"/>
                  </a:cubicBezTo>
                  <a:cubicBezTo>
                    <a:pt x="3300805" y="2416319"/>
                    <a:pt x="3324113" y="2435286"/>
                    <a:pt x="3348648" y="2455386"/>
                  </a:cubicBezTo>
                  <a:cubicBezTo>
                    <a:pt x="3481515" y="2564095"/>
                    <a:pt x="3649673" y="2718005"/>
                    <a:pt x="3772254" y="2861817"/>
                  </a:cubicBezTo>
                  <a:cubicBezTo>
                    <a:pt x="3854069" y="2957881"/>
                    <a:pt x="3918237" y="3032996"/>
                    <a:pt x="4002694" y="3070554"/>
                  </a:cubicBezTo>
                  <a:cubicBezTo>
                    <a:pt x="4036760" y="3085747"/>
                    <a:pt x="4070354" y="3095277"/>
                    <a:pt x="4107251" y="3099429"/>
                  </a:cubicBezTo>
                  <a:cubicBezTo>
                    <a:pt x="4262010" y="3117076"/>
                    <a:pt x="4474332" y="3002233"/>
                    <a:pt x="4591251" y="2822561"/>
                  </a:cubicBezTo>
                  <a:cubicBezTo>
                    <a:pt x="4704112" y="2649118"/>
                    <a:pt x="4765732" y="2431889"/>
                    <a:pt x="4934740" y="2295342"/>
                  </a:cubicBezTo>
                  <a:cubicBezTo>
                    <a:pt x="5153668" y="2118879"/>
                    <a:pt x="5471774" y="2114255"/>
                    <a:pt x="5709575" y="2222115"/>
                  </a:cubicBezTo>
                  <a:cubicBezTo>
                    <a:pt x="5944167" y="2328465"/>
                    <a:pt x="6118365" y="2527292"/>
                    <a:pt x="6272463" y="2737255"/>
                  </a:cubicBezTo>
                  <a:cubicBezTo>
                    <a:pt x="6407123" y="2920701"/>
                    <a:pt x="6532629" y="3123304"/>
                    <a:pt x="6680593" y="3312412"/>
                  </a:cubicBezTo>
                  <a:cubicBezTo>
                    <a:pt x="6703336" y="3341382"/>
                    <a:pt x="6726455" y="3369786"/>
                    <a:pt x="6750329" y="3397435"/>
                  </a:cubicBezTo>
                  <a:cubicBezTo>
                    <a:pt x="6965011" y="3645805"/>
                    <a:pt x="7233480" y="3805471"/>
                    <a:pt x="7525824" y="3852653"/>
                  </a:cubicBezTo>
                  <a:cubicBezTo>
                    <a:pt x="7741260" y="3887946"/>
                    <a:pt x="7969718" y="3859636"/>
                    <a:pt x="8167413" y="3762063"/>
                  </a:cubicBezTo>
                  <a:cubicBezTo>
                    <a:pt x="8348689" y="3672604"/>
                    <a:pt x="8495144" y="3541531"/>
                    <a:pt x="8621782" y="3387338"/>
                  </a:cubicBezTo>
                  <a:cubicBezTo>
                    <a:pt x="8829952" y="3134062"/>
                    <a:pt x="8984145" y="2818692"/>
                    <a:pt x="9157777" y="2525594"/>
                  </a:cubicBezTo>
                  <a:cubicBezTo>
                    <a:pt x="9200808" y="2452555"/>
                    <a:pt x="9245443" y="2379988"/>
                    <a:pt x="9291493" y="2308176"/>
                  </a:cubicBezTo>
                  <a:cubicBezTo>
                    <a:pt x="9950540" y="1279594"/>
                    <a:pt x="10929109" y="410395"/>
                    <a:pt x="12160388" y="0"/>
                  </a:cubicBezTo>
                </a:path>
              </a:pathLst>
            </a:custGeom>
            <a:noFill/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502" name="Google Shape;502;p15"/>
            <p:cNvSpPr/>
            <p:nvPr/>
          </p:nvSpPr>
          <p:spPr>
            <a:xfrm>
              <a:off x="28781" y="8743109"/>
              <a:ext cx="12157084" cy="3686107"/>
            </a:xfrm>
            <a:custGeom>
              <a:avLst/>
              <a:gdLst/>
              <a:ahLst/>
              <a:cxnLst/>
              <a:rect l="l" t="t" r="r" b="b"/>
              <a:pathLst>
                <a:path w="12157084" h="3686107" extrusionOk="0">
                  <a:moveTo>
                    <a:pt x="0" y="1774068"/>
                  </a:moveTo>
                  <a:cubicBezTo>
                    <a:pt x="98517" y="2034139"/>
                    <a:pt x="327259" y="2276186"/>
                    <a:pt x="601296" y="2387537"/>
                  </a:cubicBezTo>
                  <a:cubicBezTo>
                    <a:pt x="863348" y="2493982"/>
                    <a:pt x="1159656" y="2467276"/>
                    <a:pt x="1371600" y="2346016"/>
                  </a:cubicBezTo>
                  <a:cubicBezTo>
                    <a:pt x="1543251" y="2247782"/>
                    <a:pt x="1652337" y="2091796"/>
                    <a:pt x="1807473" y="1972047"/>
                  </a:cubicBezTo>
                  <a:cubicBezTo>
                    <a:pt x="1963459" y="1851637"/>
                    <a:pt x="2197202" y="1757649"/>
                    <a:pt x="2418489" y="1814174"/>
                  </a:cubicBezTo>
                  <a:cubicBezTo>
                    <a:pt x="2629207" y="1868056"/>
                    <a:pt x="2802556" y="1928827"/>
                    <a:pt x="2947595" y="1999884"/>
                  </a:cubicBezTo>
                  <a:cubicBezTo>
                    <a:pt x="3061589" y="2055749"/>
                    <a:pt x="3164824" y="2115105"/>
                    <a:pt x="3270797" y="2187766"/>
                  </a:cubicBezTo>
                  <a:cubicBezTo>
                    <a:pt x="3294671" y="2204185"/>
                    <a:pt x="3319678" y="2221926"/>
                    <a:pt x="3345723" y="2240799"/>
                  </a:cubicBezTo>
                  <a:cubicBezTo>
                    <a:pt x="3487271" y="2343186"/>
                    <a:pt x="3664961" y="2497190"/>
                    <a:pt x="3786692" y="2648646"/>
                  </a:cubicBezTo>
                  <a:cubicBezTo>
                    <a:pt x="3867657" y="2749428"/>
                    <a:pt x="3926541" y="2830677"/>
                    <a:pt x="4007035" y="2875784"/>
                  </a:cubicBezTo>
                  <a:cubicBezTo>
                    <a:pt x="4039591" y="2894090"/>
                    <a:pt x="4072053" y="2906924"/>
                    <a:pt x="4108761" y="2914568"/>
                  </a:cubicBezTo>
                  <a:cubicBezTo>
                    <a:pt x="4262860" y="2946463"/>
                    <a:pt x="4489336" y="2841906"/>
                    <a:pt x="4614465" y="2661480"/>
                  </a:cubicBezTo>
                  <a:cubicBezTo>
                    <a:pt x="4730440" y="2494170"/>
                    <a:pt x="4793853" y="2281093"/>
                    <a:pt x="4961540" y="2146434"/>
                  </a:cubicBezTo>
                  <a:cubicBezTo>
                    <a:pt x="5179147" y="1972141"/>
                    <a:pt x="5491779" y="1961855"/>
                    <a:pt x="5728070" y="2061505"/>
                  </a:cubicBezTo>
                  <a:cubicBezTo>
                    <a:pt x="5960681" y="2159645"/>
                    <a:pt x="6136672" y="2349036"/>
                    <a:pt x="6292752" y="2551544"/>
                  </a:cubicBezTo>
                  <a:cubicBezTo>
                    <a:pt x="6429299" y="2728668"/>
                    <a:pt x="6556503" y="2926363"/>
                    <a:pt x="6702109" y="3114434"/>
                  </a:cubicBezTo>
                  <a:cubicBezTo>
                    <a:pt x="6724474" y="3143215"/>
                    <a:pt x="6747121" y="3171430"/>
                    <a:pt x="6770335" y="3198985"/>
                  </a:cubicBezTo>
                  <a:cubicBezTo>
                    <a:pt x="6979732" y="3446411"/>
                    <a:pt x="7234801" y="3610701"/>
                    <a:pt x="7517802" y="3665810"/>
                  </a:cubicBezTo>
                  <a:cubicBezTo>
                    <a:pt x="7726444" y="3707048"/>
                    <a:pt x="7950373" y="3686099"/>
                    <a:pt x="8145992" y="3597018"/>
                  </a:cubicBezTo>
                  <a:cubicBezTo>
                    <a:pt x="8325286" y="3515392"/>
                    <a:pt x="8472119" y="3392434"/>
                    <a:pt x="8600267" y="3246262"/>
                  </a:cubicBezTo>
                  <a:cubicBezTo>
                    <a:pt x="8810985" y="3005913"/>
                    <a:pt x="8970651" y="2703189"/>
                    <a:pt x="9148718" y="2421226"/>
                  </a:cubicBezTo>
                  <a:cubicBezTo>
                    <a:pt x="9192881" y="2351018"/>
                    <a:pt x="9238460" y="2281093"/>
                    <a:pt x="9285453" y="2212018"/>
                  </a:cubicBezTo>
                  <a:cubicBezTo>
                    <a:pt x="9957618" y="1222503"/>
                    <a:pt x="10936469" y="389540"/>
                    <a:pt x="12157085" y="0"/>
                  </a:cubicBezTo>
                </a:path>
              </a:pathLst>
            </a:custGeom>
            <a:noFill/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503" name="Google Shape;503;p15"/>
            <p:cNvSpPr/>
            <p:nvPr/>
          </p:nvSpPr>
          <p:spPr>
            <a:xfrm>
              <a:off x="31895" y="8867766"/>
              <a:ext cx="12153970" cy="3505951"/>
            </a:xfrm>
            <a:custGeom>
              <a:avLst/>
              <a:gdLst/>
              <a:ahLst/>
              <a:cxnLst/>
              <a:rect l="l" t="t" r="r" b="b"/>
              <a:pathLst>
                <a:path w="12153970" h="3505951" extrusionOk="0">
                  <a:moveTo>
                    <a:pt x="0" y="1531927"/>
                  </a:moveTo>
                  <a:cubicBezTo>
                    <a:pt x="97291" y="1785486"/>
                    <a:pt x="320559" y="2026024"/>
                    <a:pt x="588934" y="2141244"/>
                  </a:cubicBezTo>
                  <a:cubicBezTo>
                    <a:pt x="843720" y="2250613"/>
                    <a:pt x="1132384" y="2232023"/>
                    <a:pt x="1340271" y="2123503"/>
                  </a:cubicBezTo>
                  <a:cubicBezTo>
                    <a:pt x="1508807" y="2035554"/>
                    <a:pt x="1617233" y="1891176"/>
                    <a:pt x="1770388" y="1782561"/>
                  </a:cubicBezTo>
                  <a:cubicBezTo>
                    <a:pt x="1925241" y="1672814"/>
                    <a:pt x="2155021" y="1589018"/>
                    <a:pt x="2371684" y="1644221"/>
                  </a:cubicBezTo>
                  <a:cubicBezTo>
                    <a:pt x="2587780" y="1699331"/>
                    <a:pt x="2768773" y="1751704"/>
                    <a:pt x="2920796" y="1812569"/>
                  </a:cubicBezTo>
                  <a:cubicBezTo>
                    <a:pt x="3040734" y="1860601"/>
                    <a:pt x="3150198" y="1910615"/>
                    <a:pt x="3263247" y="1976859"/>
                  </a:cubicBezTo>
                  <a:cubicBezTo>
                    <a:pt x="3288726" y="1991864"/>
                    <a:pt x="3315337" y="2008189"/>
                    <a:pt x="3342986" y="2025929"/>
                  </a:cubicBezTo>
                  <a:cubicBezTo>
                    <a:pt x="3493216" y="2121899"/>
                    <a:pt x="3680436" y="2276092"/>
                    <a:pt x="3801318" y="2435286"/>
                  </a:cubicBezTo>
                  <a:cubicBezTo>
                    <a:pt x="3881340" y="2540692"/>
                    <a:pt x="3935034" y="2628169"/>
                    <a:pt x="4011564" y="2680825"/>
                  </a:cubicBezTo>
                  <a:cubicBezTo>
                    <a:pt x="4042705" y="2702246"/>
                    <a:pt x="4074034" y="2718382"/>
                    <a:pt x="4110459" y="2729423"/>
                  </a:cubicBezTo>
                  <a:cubicBezTo>
                    <a:pt x="4263992" y="2775756"/>
                    <a:pt x="4504340" y="2681202"/>
                    <a:pt x="4637867" y="2500115"/>
                  </a:cubicBezTo>
                  <a:cubicBezTo>
                    <a:pt x="4756673" y="2338939"/>
                    <a:pt x="4822163" y="2129920"/>
                    <a:pt x="4988435" y="1997242"/>
                  </a:cubicBezTo>
                  <a:cubicBezTo>
                    <a:pt x="5204814" y="1825120"/>
                    <a:pt x="5511879" y="1809078"/>
                    <a:pt x="5746754" y="1900707"/>
                  </a:cubicBezTo>
                  <a:cubicBezTo>
                    <a:pt x="5977289" y="1990637"/>
                    <a:pt x="6155168" y="2170686"/>
                    <a:pt x="6313229" y="2365645"/>
                  </a:cubicBezTo>
                  <a:cubicBezTo>
                    <a:pt x="6451758" y="2536446"/>
                    <a:pt x="6580566" y="2729329"/>
                    <a:pt x="6723813" y="2916266"/>
                  </a:cubicBezTo>
                  <a:cubicBezTo>
                    <a:pt x="6745800" y="2944859"/>
                    <a:pt x="6767976" y="2972980"/>
                    <a:pt x="6790623" y="3000440"/>
                  </a:cubicBezTo>
                  <a:cubicBezTo>
                    <a:pt x="6994641" y="3247017"/>
                    <a:pt x="7236405" y="3415836"/>
                    <a:pt x="7510159" y="3478872"/>
                  </a:cubicBezTo>
                  <a:cubicBezTo>
                    <a:pt x="7712006" y="3525961"/>
                    <a:pt x="7931311" y="3512466"/>
                    <a:pt x="8124855" y="3431878"/>
                  </a:cubicBezTo>
                  <a:cubicBezTo>
                    <a:pt x="8302167" y="3358085"/>
                    <a:pt x="8449377" y="3243242"/>
                    <a:pt x="8578940" y="3105091"/>
                  </a:cubicBezTo>
                  <a:cubicBezTo>
                    <a:pt x="8792300" y="2877671"/>
                    <a:pt x="8957345" y="2587498"/>
                    <a:pt x="9139848" y="2316763"/>
                  </a:cubicBezTo>
                  <a:cubicBezTo>
                    <a:pt x="9185049" y="2249292"/>
                    <a:pt x="9231665" y="2182198"/>
                    <a:pt x="9279603" y="2115860"/>
                  </a:cubicBezTo>
                  <a:cubicBezTo>
                    <a:pt x="9964978" y="1165506"/>
                    <a:pt x="10944019" y="368685"/>
                    <a:pt x="12153971" y="0"/>
                  </a:cubicBezTo>
                </a:path>
              </a:pathLst>
            </a:custGeom>
            <a:noFill/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504" name="Google Shape;504;p15"/>
            <p:cNvSpPr/>
            <p:nvPr/>
          </p:nvSpPr>
          <p:spPr>
            <a:xfrm>
              <a:off x="34915" y="8991762"/>
              <a:ext cx="12151139" cy="3327091"/>
            </a:xfrm>
            <a:custGeom>
              <a:avLst/>
              <a:gdLst/>
              <a:ahLst/>
              <a:cxnLst/>
              <a:rect l="l" t="t" r="r" b="b"/>
              <a:pathLst>
                <a:path w="12151139" h="3327091" extrusionOk="0">
                  <a:moveTo>
                    <a:pt x="0" y="1290352"/>
                  </a:moveTo>
                  <a:cubicBezTo>
                    <a:pt x="96064" y="1537494"/>
                    <a:pt x="313953" y="1776239"/>
                    <a:pt x="576667" y="1895517"/>
                  </a:cubicBezTo>
                  <a:cubicBezTo>
                    <a:pt x="824187" y="2007906"/>
                    <a:pt x="1105207" y="1997431"/>
                    <a:pt x="1309036" y="1901556"/>
                  </a:cubicBezTo>
                  <a:cubicBezTo>
                    <a:pt x="1474364" y="1823799"/>
                    <a:pt x="1582223" y="1691121"/>
                    <a:pt x="1733491" y="1593642"/>
                  </a:cubicBezTo>
                  <a:cubicBezTo>
                    <a:pt x="1887307" y="1494558"/>
                    <a:pt x="2113028" y="1420953"/>
                    <a:pt x="2324973" y="1474836"/>
                  </a:cubicBezTo>
                  <a:cubicBezTo>
                    <a:pt x="2546448" y="1531078"/>
                    <a:pt x="2735179" y="1575146"/>
                    <a:pt x="2893996" y="1625820"/>
                  </a:cubicBezTo>
                  <a:cubicBezTo>
                    <a:pt x="3019879" y="1665926"/>
                    <a:pt x="3135571" y="1706691"/>
                    <a:pt x="3255698" y="1766519"/>
                  </a:cubicBezTo>
                  <a:cubicBezTo>
                    <a:pt x="3282781" y="1780108"/>
                    <a:pt x="3310902" y="1795112"/>
                    <a:pt x="3340250" y="1811626"/>
                  </a:cubicBezTo>
                  <a:cubicBezTo>
                    <a:pt x="3499255" y="1901273"/>
                    <a:pt x="3696007" y="2055560"/>
                    <a:pt x="3816039" y="2222492"/>
                  </a:cubicBezTo>
                  <a:cubicBezTo>
                    <a:pt x="3895212" y="2332617"/>
                    <a:pt x="3943621" y="2426322"/>
                    <a:pt x="4016094" y="2486338"/>
                  </a:cubicBezTo>
                  <a:cubicBezTo>
                    <a:pt x="4045725" y="2510873"/>
                    <a:pt x="4075922" y="2530406"/>
                    <a:pt x="4112158" y="2544750"/>
                  </a:cubicBezTo>
                  <a:cubicBezTo>
                    <a:pt x="4265030" y="2605427"/>
                    <a:pt x="4519061" y="2520970"/>
                    <a:pt x="4661270" y="2339222"/>
                  </a:cubicBezTo>
                  <a:cubicBezTo>
                    <a:pt x="4782718" y="2183991"/>
                    <a:pt x="4850473" y="1979219"/>
                    <a:pt x="5015423" y="1848428"/>
                  </a:cubicBezTo>
                  <a:cubicBezTo>
                    <a:pt x="5230576" y="1678476"/>
                    <a:pt x="5531979" y="1656678"/>
                    <a:pt x="5765533" y="1740191"/>
                  </a:cubicBezTo>
                  <a:cubicBezTo>
                    <a:pt x="5993991" y="1821911"/>
                    <a:pt x="6173852" y="1992524"/>
                    <a:pt x="6333895" y="2179934"/>
                  </a:cubicBezTo>
                  <a:cubicBezTo>
                    <a:pt x="6474311" y="2344413"/>
                    <a:pt x="6604818" y="2532483"/>
                    <a:pt x="6745705" y="2718288"/>
                  </a:cubicBezTo>
                  <a:cubicBezTo>
                    <a:pt x="6767315" y="2746692"/>
                    <a:pt x="6789019" y="2774624"/>
                    <a:pt x="6811100" y="2801990"/>
                  </a:cubicBezTo>
                  <a:cubicBezTo>
                    <a:pt x="7009834" y="3047623"/>
                    <a:pt x="7238198" y="3221066"/>
                    <a:pt x="7502610" y="3292029"/>
                  </a:cubicBezTo>
                  <a:cubicBezTo>
                    <a:pt x="7697568" y="3345062"/>
                    <a:pt x="7912344" y="3338929"/>
                    <a:pt x="8103905" y="3266834"/>
                  </a:cubicBezTo>
                  <a:cubicBezTo>
                    <a:pt x="8279142" y="3200966"/>
                    <a:pt x="8426824" y="3094145"/>
                    <a:pt x="8557803" y="2964015"/>
                  </a:cubicBezTo>
                  <a:cubicBezTo>
                    <a:pt x="8773805" y="2749523"/>
                    <a:pt x="8944229" y="2471994"/>
                    <a:pt x="9131260" y="2212395"/>
                  </a:cubicBezTo>
                  <a:cubicBezTo>
                    <a:pt x="9177500" y="2147755"/>
                    <a:pt x="9225154" y="2083398"/>
                    <a:pt x="9274035" y="2019701"/>
                  </a:cubicBezTo>
                  <a:cubicBezTo>
                    <a:pt x="9972622" y="1108415"/>
                    <a:pt x="10951757" y="347831"/>
                    <a:pt x="12151140" y="0"/>
                  </a:cubicBezTo>
                </a:path>
              </a:pathLst>
            </a:custGeom>
            <a:noFill/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505" name="Google Shape;505;p15"/>
            <p:cNvSpPr/>
            <p:nvPr/>
          </p:nvSpPr>
          <p:spPr>
            <a:xfrm>
              <a:off x="37934" y="9116230"/>
              <a:ext cx="12147742" cy="3149423"/>
            </a:xfrm>
            <a:custGeom>
              <a:avLst/>
              <a:gdLst/>
              <a:ahLst/>
              <a:cxnLst/>
              <a:rect l="l" t="t" r="r" b="b"/>
              <a:pathLst>
                <a:path w="12147742" h="3149423" extrusionOk="0">
                  <a:moveTo>
                    <a:pt x="0" y="1048399"/>
                  </a:moveTo>
                  <a:cubicBezTo>
                    <a:pt x="94837" y="1289030"/>
                    <a:pt x="307348" y="1526170"/>
                    <a:pt x="564305" y="1649412"/>
                  </a:cubicBezTo>
                  <a:cubicBezTo>
                    <a:pt x="804559" y="1764632"/>
                    <a:pt x="1077935" y="1762367"/>
                    <a:pt x="1277707" y="1679231"/>
                  </a:cubicBezTo>
                  <a:cubicBezTo>
                    <a:pt x="1439921" y="1611760"/>
                    <a:pt x="1547214" y="1490689"/>
                    <a:pt x="1696405" y="1404439"/>
                  </a:cubicBezTo>
                  <a:cubicBezTo>
                    <a:pt x="1849277" y="1316019"/>
                    <a:pt x="2070847" y="1252605"/>
                    <a:pt x="2278168" y="1305073"/>
                  </a:cubicBezTo>
                  <a:cubicBezTo>
                    <a:pt x="2505022" y="1362541"/>
                    <a:pt x="2701396" y="1398211"/>
                    <a:pt x="2867196" y="1438694"/>
                  </a:cubicBezTo>
                  <a:cubicBezTo>
                    <a:pt x="2999024" y="1470873"/>
                    <a:pt x="3120945" y="1502391"/>
                    <a:pt x="3248055" y="1555801"/>
                  </a:cubicBezTo>
                  <a:cubicBezTo>
                    <a:pt x="3276742" y="1567880"/>
                    <a:pt x="3306467" y="1581563"/>
                    <a:pt x="3337324" y="1596944"/>
                  </a:cubicBezTo>
                  <a:cubicBezTo>
                    <a:pt x="3505012" y="1680175"/>
                    <a:pt x="3711294" y="1834556"/>
                    <a:pt x="3830477" y="2009227"/>
                  </a:cubicBezTo>
                  <a:cubicBezTo>
                    <a:pt x="3908801" y="2123975"/>
                    <a:pt x="3951831" y="2224002"/>
                    <a:pt x="4020435" y="2291473"/>
                  </a:cubicBezTo>
                  <a:cubicBezTo>
                    <a:pt x="4048556" y="2319122"/>
                    <a:pt x="4077620" y="2341959"/>
                    <a:pt x="4113573" y="2359700"/>
                  </a:cubicBezTo>
                  <a:cubicBezTo>
                    <a:pt x="4265785" y="2434814"/>
                    <a:pt x="4533216" y="2360360"/>
                    <a:pt x="4684389" y="2177952"/>
                  </a:cubicBezTo>
                  <a:cubicBezTo>
                    <a:pt x="4808197" y="2028571"/>
                    <a:pt x="4878404" y="1828234"/>
                    <a:pt x="5042034" y="1699331"/>
                  </a:cubicBezTo>
                  <a:cubicBezTo>
                    <a:pt x="5255866" y="1531549"/>
                    <a:pt x="5551795" y="1504089"/>
                    <a:pt x="5783840" y="1579487"/>
                  </a:cubicBezTo>
                  <a:cubicBezTo>
                    <a:pt x="6010222" y="1653092"/>
                    <a:pt x="6191970" y="1814268"/>
                    <a:pt x="6353995" y="1994128"/>
                  </a:cubicBezTo>
                  <a:cubicBezTo>
                    <a:pt x="6496392" y="2152285"/>
                    <a:pt x="6628409" y="2335448"/>
                    <a:pt x="6767032" y="2520215"/>
                  </a:cubicBezTo>
                  <a:cubicBezTo>
                    <a:pt x="6788264" y="2548430"/>
                    <a:pt x="6809402" y="2576268"/>
                    <a:pt x="6830918" y="2603540"/>
                  </a:cubicBezTo>
                  <a:cubicBezTo>
                    <a:pt x="7024272" y="2848229"/>
                    <a:pt x="7239330" y="3026296"/>
                    <a:pt x="7494494" y="3105186"/>
                  </a:cubicBezTo>
                  <a:cubicBezTo>
                    <a:pt x="7682659" y="3164164"/>
                    <a:pt x="7892716" y="3165296"/>
                    <a:pt x="8082391" y="3101788"/>
                  </a:cubicBezTo>
                  <a:cubicBezTo>
                    <a:pt x="8255645" y="3043754"/>
                    <a:pt x="8403704" y="2945142"/>
                    <a:pt x="8536193" y="2822939"/>
                  </a:cubicBezTo>
                  <a:cubicBezTo>
                    <a:pt x="8754838" y="2621375"/>
                    <a:pt x="8930640" y="2356491"/>
                    <a:pt x="9122107" y="2108027"/>
                  </a:cubicBezTo>
                  <a:cubicBezTo>
                    <a:pt x="9169478" y="2046123"/>
                    <a:pt x="9218077" y="1984503"/>
                    <a:pt x="9267902" y="1923637"/>
                  </a:cubicBezTo>
                  <a:cubicBezTo>
                    <a:pt x="9979604" y="1051419"/>
                    <a:pt x="10959023" y="326976"/>
                    <a:pt x="12147742" y="0"/>
                  </a:cubicBezTo>
                </a:path>
              </a:pathLst>
            </a:custGeom>
            <a:noFill/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506" name="Google Shape;506;p15"/>
            <p:cNvSpPr/>
            <p:nvPr/>
          </p:nvSpPr>
          <p:spPr>
            <a:xfrm>
              <a:off x="40954" y="9240698"/>
              <a:ext cx="12144534" cy="2972959"/>
            </a:xfrm>
            <a:custGeom>
              <a:avLst/>
              <a:gdLst/>
              <a:ahLst/>
              <a:cxnLst/>
              <a:rect l="l" t="t" r="r" b="b"/>
              <a:pathLst>
                <a:path w="12144534" h="2972959" extrusionOk="0">
                  <a:moveTo>
                    <a:pt x="0" y="806446"/>
                  </a:moveTo>
                  <a:cubicBezTo>
                    <a:pt x="93610" y="1040567"/>
                    <a:pt x="300648" y="1275914"/>
                    <a:pt x="551943" y="1403307"/>
                  </a:cubicBezTo>
                  <a:cubicBezTo>
                    <a:pt x="784931" y="1521358"/>
                    <a:pt x="1050664" y="1527397"/>
                    <a:pt x="1246377" y="1456906"/>
                  </a:cubicBezTo>
                  <a:cubicBezTo>
                    <a:pt x="1405572" y="1399627"/>
                    <a:pt x="1512393" y="1290257"/>
                    <a:pt x="1659320" y="1215142"/>
                  </a:cubicBezTo>
                  <a:cubicBezTo>
                    <a:pt x="1811342" y="1137385"/>
                    <a:pt x="2028666" y="1084163"/>
                    <a:pt x="2231363" y="1135309"/>
                  </a:cubicBezTo>
                  <a:cubicBezTo>
                    <a:pt x="2463690" y="1193910"/>
                    <a:pt x="2667708" y="1221182"/>
                    <a:pt x="2840396" y="1251567"/>
                  </a:cubicBezTo>
                  <a:cubicBezTo>
                    <a:pt x="2978264" y="1275819"/>
                    <a:pt x="3106318" y="1298090"/>
                    <a:pt x="3240505" y="1345083"/>
                  </a:cubicBezTo>
                  <a:cubicBezTo>
                    <a:pt x="3270797" y="1355747"/>
                    <a:pt x="3302126" y="1368014"/>
                    <a:pt x="3334588" y="1382263"/>
                  </a:cubicBezTo>
                  <a:cubicBezTo>
                    <a:pt x="3510956" y="1459077"/>
                    <a:pt x="3726864" y="1613647"/>
                    <a:pt x="3845104" y="1796055"/>
                  </a:cubicBezTo>
                  <a:cubicBezTo>
                    <a:pt x="3922484" y="1915522"/>
                    <a:pt x="3960324" y="2021777"/>
                    <a:pt x="4024870" y="2096703"/>
                  </a:cubicBezTo>
                  <a:cubicBezTo>
                    <a:pt x="4051481" y="2127561"/>
                    <a:pt x="4079413" y="2153606"/>
                    <a:pt x="4115178" y="2174744"/>
                  </a:cubicBezTo>
                  <a:cubicBezTo>
                    <a:pt x="4266728" y="2264296"/>
                    <a:pt x="4547465" y="2199562"/>
                    <a:pt x="4707698" y="2016776"/>
                  </a:cubicBezTo>
                  <a:cubicBezTo>
                    <a:pt x="4833581" y="1873058"/>
                    <a:pt x="4906620" y="1677249"/>
                    <a:pt x="5068928" y="1550328"/>
                  </a:cubicBezTo>
                  <a:cubicBezTo>
                    <a:pt x="5281533" y="1384717"/>
                    <a:pt x="5571801" y="1351500"/>
                    <a:pt x="5802524" y="1418877"/>
                  </a:cubicBezTo>
                  <a:cubicBezTo>
                    <a:pt x="6026831" y="1484272"/>
                    <a:pt x="6210560" y="1636012"/>
                    <a:pt x="6374472" y="1808417"/>
                  </a:cubicBezTo>
                  <a:cubicBezTo>
                    <a:pt x="6518852" y="1960345"/>
                    <a:pt x="6652473" y="2138601"/>
                    <a:pt x="6788736" y="2322237"/>
                  </a:cubicBezTo>
                  <a:cubicBezTo>
                    <a:pt x="6809591" y="2350263"/>
                    <a:pt x="6830257" y="2377912"/>
                    <a:pt x="6851206" y="2405089"/>
                  </a:cubicBezTo>
                  <a:cubicBezTo>
                    <a:pt x="7039276" y="2648929"/>
                    <a:pt x="7241029" y="2830960"/>
                    <a:pt x="7486756" y="2918342"/>
                  </a:cubicBezTo>
                  <a:cubicBezTo>
                    <a:pt x="7668221" y="2982888"/>
                    <a:pt x="7873560" y="2991758"/>
                    <a:pt x="8061158" y="2936744"/>
                  </a:cubicBezTo>
                  <a:cubicBezTo>
                    <a:pt x="8232337" y="2886541"/>
                    <a:pt x="8380868" y="2796045"/>
                    <a:pt x="8514772" y="2681863"/>
                  </a:cubicBezTo>
                  <a:cubicBezTo>
                    <a:pt x="8736059" y="2493227"/>
                    <a:pt x="8917335" y="2240988"/>
                    <a:pt x="9113143" y="2003659"/>
                  </a:cubicBezTo>
                  <a:cubicBezTo>
                    <a:pt x="9161552" y="1944586"/>
                    <a:pt x="9211188" y="1885702"/>
                    <a:pt x="9261957" y="1827479"/>
                  </a:cubicBezTo>
                  <a:cubicBezTo>
                    <a:pt x="9986871" y="994328"/>
                    <a:pt x="10966477" y="306121"/>
                    <a:pt x="12144535" y="0"/>
                  </a:cubicBezTo>
                </a:path>
              </a:pathLst>
            </a:custGeom>
            <a:noFill/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507" name="Google Shape;507;p15"/>
            <p:cNvSpPr/>
            <p:nvPr/>
          </p:nvSpPr>
          <p:spPr>
            <a:xfrm>
              <a:off x="44068" y="9364883"/>
              <a:ext cx="12141514" cy="2797895"/>
            </a:xfrm>
            <a:custGeom>
              <a:avLst/>
              <a:gdLst/>
              <a:ahLst/>
              <a:cxnLst/>
              <a:rect l="l" t="t" r="r" b="b"/>
              <a:pathLst>
                <a:path w="12141514" h="2797895" extrusionOk="0">
                  <a:moveTo>
                    <a:pt x="0" y="564776"/>
                  </a:moveTo>
                  <a:cubicBezTo>
                    <a:pt x="92384" y="792480"/>
                    <a:pt x="294042" y="1025940"/>
                    <a:pt x="539581" y="1157485"/>
                  </a:cubicBezTo>
                  <a:cubicBezTo>
                    <a:pt x="765303" y="1278367"/>
                    <a:pt x="1023486" y="1292616"/>
                    <a:pt x="1215048" y="1234959"/>
                  </a:cubicBezTo>
                  <a:cubicBezTo>
                    <a:pt x="1371128" y="1187965"/>
                    <a:pt x="1477761" y="1090203"/>
                    <a:pt x="1622234" y="1026223"/>
                  </a:cubicBezTo>
                  <a:cubicBezTo>
                    <a:pt x="1773691" y="959129"/>
                    <a:pt x="1986484" y="916099"/>
                    <a:pt x="2184463" y="965829"/>
                  </a:cubicBezTo>
                  <a:cubicBezTo>
                    <a:pt x="2422169" y="1025657"/>
                    <a:pt x="2633925" y="1044436"/>
                    <a:pt x="2813502" y="1064724"/>
                  </a:cubicBezTo>
                  <a:cubicBezTo>
                    <a:pt x="2957315" y="1080955"/>
                    <a:pt x="3091503" y="1094072"/>
                    <a:pt x="3232767" y="1134649"/>
                  </a:cubicBezTo>
                  <a:cubicBezTo>
                    <a:pt x="3264663" y="1143802"/>
                    <a:pt x="3297502" y="1154843"/>
                    <a:pt x="3331662" y="1167865"/>
                  </a:cubicBezTo>
                  <a:cubicBezTo>
                    <a:pt x="3516713" y="1238356"/>
                    <a:pt x="3742246" y="1392927"/>
                    <a:pt x="3859636" y="1583167"/>
                  </a:cubicBezTo>
                  <a:cubicBezTo>
                    <a:pt x="3936167" y="1707258"/>
                    <a:pt x="3968628" y="1819835"/>
                    <a:pt x="4029305" y="1902122"/>
                  </a:cubicBezTo>
                  <a:cubicBezTo>
                    <a:pt x="4054406" y="1936093"/>
                    <a:pt x="4081301" y="1965535"/>
                    <a:pt x="4116782" y="1989976"/>
                  </a:cubicBezTo>
                  <a:cubicBezTo>
                    <a:pt x="4267672" y="2093967"/>
                    <a:pt x="4561431" y="2038952"/>
                    <a:pt x="4731006" y="1855694"/>
                  </a:cubicBezTo>
                  <a:cubicBezTo>
                    <a:pt x="4858871" y="1717543"/>
                    <a:pt x="4934835" y="1526359"/>
                    <a:pt x="5095822" y="1401325"/>
                  </a:cubicBezTo>
                  <a:cubicBezTo>
                    <a:pt x="5307106" y="1237885"/>
                    <a:pt x="5591712" y="1199006"/>
                    <a:pt x="5821208" y="1258173"/>
                  </a:cubicBezTo>
                  <a:cubicBezTo>
                    <a:pt x="6043345" y="1315453"/>
                    <a:pt x="6229150" y="1457661"/>
                    <a:pt x="6394949" y="1622612"/>
                  </a:cubicBezTo>
                  <a:cubicBezTo>
                    <a:pt x="6541310" y="1768217"/>
                    <a:pt x="6676536" y="1941567"/>
                    <a:pt x="6810346" y="2124069"/>
                  </a:cubicBezTo>
                  <a:cubicBezTo>
                    <a:pt x="6830823" y="2151907"/>
                    <a:pt x="6851017" y="2179367"/>
                    <a:pt x="6871400" y="2206545"/>
                  </a:cubicBezTo>
                  <a:cubicBezTo>
                    <a:pt x="7054092" y="2449441"/>
                    <a:pt x="7242539" y="2636095"/>
                    <a:pt x="7479018" y="2731405"/>
                  </a:cubicBezTo>
                  <a:cubicBezTo>
                    <a:pt x="7653689" y="2801801"/>
                    <a:pt x="7854404" y="2818126"/>
                    <a:pt x="8040020" y="2771604"/>
                  </a:cubicBezTo>
                  <a:cubicBezTo>
                    <a:pt x="8209217" y="2729234"/>
                    <a:pt x="8358220" y="2646853"/>
                    <a:pt x="8493540" y="2540692"/>
                  </a:cubicBezTo>
                  <a:cubicBezTo>
                    <a:pt x="8717468" y="2364984"/>
                    <a:pt x="8904595" y="2125768"/>
                    <a:pt x="9104461" y="1899197"/>
                  </a:cubicBezTo>
                  <a:cubicBezTo>
                    <a:pt x="9154097" y="1842955"/>
                    <a:pt x="9204583" y="1786713"/>
                    <a:pt x="9256295" y="1731321"/>
                  </a:cubicBezTo>
                  <a:cubicBezTo>
                    <a:pt x="9994326" y="937236"/>
                    <a:pt x="10974215" y="285266"/>
                    <a:pt x="12141514" y="0"/>
                  </a:cubicBezTo>
                </a:path>
              </a:pathLst>
            </a:custGeom>
            <a:noFill/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508" name="Google Shape;508;p15"/>
            <p:cNvSpPr/>
            <p:nvPr/>
          </p:nvSpPr>
          <p:spPr>
            <a:xfrm>
              <a:off x="47088" y="9489162"/>
              <a:ext cx="12138212" cy="2624367"/>
            </a:xfrm>
            <a:custGeom>
              <a:avLst/>
              <a:gdLst/>
              <a:ahLst/>
              <a:cxnLst/>
              <a:rect l="l" t="t" r="r" b="b"/>
              <a:pathLst>
                <a:path w="12138212" h="2624367" extrusionOk="0">
                  <a:moveTo>
                    <a:pt x="0" y="323012"/>
                  </a:moveTo>
                  <a:cubicBezTo>
                    <a:pt x="91157" y="544205"/>
                    <a:pt x="287437" y="775872"/>
                    <a:pt x="527313" y="911569"/>
                  </a:cubicBezTo>
                  <a:cubicBezTo>
                    <a:pt x="745769" y="1035188"/>
                    <a:pt x="996404" y="1057835"/>
                    <a:pt x="1183813" y="1012823"/>
                  </a:cubicBezTo>
                  <a:cubicBezTo>
                    <a:pt x="1336874" y="976021"/>
                    <a:pt x="1443318" y="890054"/>
                    <a:pt x="1585243" y="837115"/>
                  </a:cubicBezTo>
                  <a:cubicBezTo>
                    <a:pt x="1736228" y="780779"/>
                    <a:pt x="1944398" y="747751"/>
                    <a:pt x="2137752" y="796255"/>
                  </a:cubicBezTo>
                  <a:cubicBezTo>
                    <a:pt x="2380837" y="857215"/>
                    <a:pt x="2600331" y="867500"/>
                    <a:pt x="2786797" y="877786"/>
                  </a:cubicBezTo>
                  <a:cubicBezTo>
                    <a:pt x="2936649" y="885996"/>
                    <a:pt x="3076970" y="889959"/>
                    <a:pt x="3225313" y="924120"/>
                  </a:cubicBezTo>
                  <a:cubicBezTo>
                    <a:pt x="3258718" y="931858"/>
                    <a:pt x="3293256" y="941483"/>
                    <a:pt x="3328926" y="953373"/>
                  </a:cubicBezTo>
                  <a:cubicBezTo>
                    <a:pt x="3522752" y="1017447"/>
                    <a:pt x="3757816" y="1172206"/>
                    <a:pt x="3874263" y="1370090"/>
                  </a:cubicBezTo>
                  <a:cubicBezTo>
                    <a:pt x="3949944" y="1498804"/>
                    <a:pt x="3976932" y="1617799"/>
                    <a:pt x="4033835" y="1707446"/>
                  </a:cubicBezTo>
                  <a:cubicBezTo>
                    <a:pt x="4057426" y="1744626"/>
                    <a:pt x="4083188" y="1777277"/>
                    <a:pt x="4118480" y="1805115"/>
                  </a:cubicBezTo>
                  <a:cubicBezTo>
                    <a:pt x="4268616" y="1923637"/>
                    <a:pt x="4575303" y="1877965"/>
                    <a:pt x="4754408" y="1694613"/>
                  </a:cubicBezTo>
                  <a:cubicBezTo>
                    <a:pt x="4883972" y="1561935"/>
                    <a:pt x="4963145" y="1375563"/>
                    <a:pt x="5122716" y="1252417"/>
                  </a:cubicBezTo>
                  <a:cubicBezTo>
                    <a:pt x="5332773" y="1091052"/>
                    <a:pt x="5611717" y="1046700"/>
                    <a:pt x="5839893" y="1097658"/>
                  </a:cubicBezTo>
                  <a:cubicBezTo>
                    <a:pt x="6059953" y="1146822"/>
                    <a:pt x="6247740" y="1279594"/>
                    <a:pt x="6415427" y="1436901"/>
                  </a:cubicBezTo>
                  <a:cubicBezTo>
                    <a:pt x="6563769" y="1576184"/>
                    <a:pt x="6700599" y="1744720"/>
                    <a:pt x="6832050" y="1926091"/>
                  </a:cubicBezTo>
                  <a:cubicBezTo>
                    <a:pt x="6852150" y="1953740"/>
                    <a:pt x="6871872" y="1981106"/>
                    <a:pt x="6891594" y="2008094"/>
                  </a:cubicBezTo>
                  <a:cubicBezTo>
                    <a:pt x="7069001" y="2250047"/>
                    <a:pt x="7244143" y="2441325"/>
                    <a:pt x="7471186" y="2544561"/>
                  </a:cubicBezTo>
                  <a:cubicBezTo>
                    <a:pt x="7639157" y="2620903"/>
                    <a:pt x="7835059" y="2644494"/>
                    <a:pt x="8018788" y="2606559"/>
                  </a:cubicBezTo>
                  <a:cubicBezTo>
                    <a:pt x="8185909" y="2572021"/>
                    <a:pt x="8335384" y="2497850"/>
                    <a:pt x="8472119" y="2399616"/>
                  </a:cubicBezTo>
                  <a:cubicBezTo>
                    <a:pt x="8698784" y="2236836"/>
                    <a:pt x="8891195" y="2010265"/>
                    <a:pt x="9095496" y="1794828"/>
                  </a:cubicBezTo>
                  <a:cubicBezTo>
                    <a:pt x="9146170" y="1741418"/>
                    <a:pt x="9197694" y="1687913"/>
                    <a:pt x="9250255" y="1635162"/>
                  </a:cubicBezTo>
                  <a:cubicBezTo>
                    <a:pt x="10001498" y="880145"/>
                    <a:pt x="10981576" y="264317"/>
                    <a:pt x="12138212" y="0"/>
                  </a:cubicBezTo>
                </a:path>
              </a:pathLst>
            </a:custGeom>
            <a:noFill/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509" name="Google Shape;509;p15"/>
            <p:cNvSpPr/>
            <p:nvPr/>
          </p:nvSpPr>
          <p:spPr>
            <a:xfrm>
              <a:off x="50107" y="9613818"/>
              <a:ext cx="12135097" cy="2452279"/>
            </a:xfrm>
            <a:custGeom>
              <a:avLst/>
              <a:gdLst/>
              <a:ahLst/>
              <a:cxnLst/>
              <a:rect l="l" t="t" r="r" b="b"/>
              <a:pathLst>
                <a:path w="12135097" h="2452279" extrusionOk="0">
                  <a:moveTo>
                    <a:pt x="0" y="80871"/>
                  </a:moveTo>
                  <a:cubicBezTo>
                    <a:pt x="89930" y="295552"/>
                    <a:pt x="280831" y="525332"/>
                    <a:pt x="514952" y="665276"/>
                  </a:cubicBezTo>
                  <a:cubicBezTo>
                    <a:pt x="726141" y="791536"/>
                    <a:pt x="969226" y="822677"/>
                    <a:pt x="1152484" y="790310"/>
                  </a:cubicBezTo>
                  <a:cubicBezTo>
                    <a:pt x="1302525" y="763793"/>
                    <a:pt x="1408969" y="689716"/>
                    <a:pt x="1548252" y="647629"/>
                  </a:cubicBezTo>
                  <a:cubicBezTo>
                    <a:pt x="1698953" y="602051"/>
                    <a:pt x="1902311" y="579120"/>
                    <a:pt x="2091041" y="626303"/>
                  </a:cubicBezTo>
                  <a:cubicBezTo>
                    <a:pt x="2339600" y="688395"/>
                    <a:pt x="2566737" y="694529"/>
                    <a:pt x="2760091" y="690471"/>
                  </a:cubicBezTo>
                  <a:cubicBezTo>
                    <a:pt x="2915889" y="687168"/>
                    <a:pt x="3062438" y="685470"/>
                    <a:pt x="3217858" y="713213"/>
                  </a:cubicBezTo>
                  <a:cubicBezTo>
                    <a:pt x="3252867" y="719536"/>
                    <a:pt x="3289009" y="727840"/>
                    <a:pt x="3326283" y="738503"/>
                  </a:cubicBezTo>
                  <a:cubicBezTo>
                    <a:pt x="3528792" y="796255"/>
                    <a:pt x="3773481" y="951014"/>
                    <a:pt x="3888984" y="1156730"/>
                  </a:cubicBezTo>
                  <a:cubicBezTo>
                    <a:pt x="3963815" y="1290068"/>
                    <a:pt x="3985425" y="1415386"/>
                    <a:pt x="4038364" y="1512488"/>
                  </a:cubicBezTo>
                  <a:cubicBezTo>
                    <a:pt x="4060351" y="1552876"/>
                    <a:pt x="4085075" y="1588829"/>
                    <a:pt x="4120085" y="1620064"/>
                  </a:cubicBezTo>
                  <a:cubicBezTo>
                    <a:pt x="4269465" y="1753025"/>
                    <a:pt x="4588892" y="1716694"/>
                    <a:pt x="4777717" y="1533342"/>
                  </a:cubicBezTo>
                  <a:cubicBezTo>
                    <a:pt x="4908979" y="1405949"/>
                    <a:pt x="4991265" y="1224485"/>
                    <a:pt x="5149611" y="1103320"/>
                  </a:cubicBezTo>
                  <a:cubicBezTo>
                    <a:pt x="5358347" y="944125"/>
                    <a:pt x="5631723" y="894112"/>
                    <a:pt x="5858483" y="936859"/>
                  </a:cubicBezTo>
                  <a:cubicBezTo>
                    <a:pt x="6076372" y="977908"/>
                    <a:pt x="6266235" y="1101149"/>
                    <a:pt x="6435810" y="1251001"/>
                  </a:cubicBezTo>
                  <a:cubicBezTo>
                    <a:pt x="6586228" y="1383962"/>
                    <a:pt x="6724568" y="1547591"/>
                    <a:pt x="6853659" y="1727924"/>
                  </a:cubicBezTo>
                  <a:cubicBezTo>
                    <a:pt x="6873382" y="1755384"/>
                    <a:pt x="6892632" y="1782561"/>
                    <a:pt x="6911789" y="1809550"/>
                  </a:cubicBezTo>
                  <a:cubicBezTo>
                    <a:pt x="7083816" y="2050653"/>
                    <a:pt x="7245653" y="2246461"/>
                    <a:pt x="7463448" y="2357623"/>
                  </a:cubicBezTo>
                  <a:cubicBezTo>
                    <a:pt x="7624624" y="2439910"/>
                    <a:pt x="7815903" y="2470768"/>
                    <a:pt x="7997556" y="2441420"/>
                  </a:cubicBezTo>
                  <a:cubicBezTo>
                    <a:pt x="8162695" y="2414715"/>
                    <a:pt x="8312642" y="2348659"/>
                    <a:pt x="8450792" y="2258446"/>
                  </a:cubicBezTo>
                  <a:cubicBezTo>
                    <a:pt x="8680194" y="2108594"/>
                    <a:pt x="8877890" y="1894762"/>
                    <a:pt x="9086626" y="1690461"/>
                  </a:cubicBezTo>
                  <a:cubicBezTo>
                    <a:pt x="9138338" y="1639787"/>
                    <a:pt x="9190900" y="1589018"/>
                    <a:pt x="9244405" y="1539004"/>
                  </a:cubicBezTo>
                  <a:cubicBezTo>
                    <a:pt x="10008858" y="823054"/>
                    <a:pt x="10989125" y="243463"/>
                    <a:pt x="12135098" y="0"/>
                  </a:cubicBezTo>
                </a:path>
              </a:pathLst>
            </a:custGeom>
            <a:noFill/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510" name="Google Shape;510;p15"/>
            <p:cNvSpPr/>
            <p:nvPr/>
          </p:nvSpPr>
          <p:spPr>
            <a:xfrm>
              <a:off x="53127" y="9577110"/>
              <a:ext cx="12131983" cy="2442840"/>
            </a:xfrm>
            <a:custGeom>
              <a:avLst/>
              <a:gdLst/>
              <a:ahLst/>
              <a:cxnLst/>
              <a:rect l="l" t="t" r="r" b="b"/>
              <a:pathLst>
                <a:path w="12131983" h="2442840" extrusionOk="0">
                  <a:moveTo>
                    <a:pt x="0" y="0"/>
                  </a:moveTo>
                  <a:cubicBezTo>
                    <a:pt x="88703" y="208264"/>
                    <a:pt x="274226" y="435968"/>
                    <a:pt x="502590" y="580347"/>
                  </a:cubicBezTo>
                  <a:cubicBezTo>
                    <a:pt x="706608" y="709250"/>
                    <a:pt x="942049" y="748883"/>
                    <a:pt x="1121249" y="729161"/>
                  </a:cubicBezTo>
                  <a:cubicBezTo>
                    <a:pt x="1268270" y="712930"/>
                    <a:pt x="1374903" y="650838"/>
                    <a:pt x="1511261" y="619508"/>
                  </a:cubicBezTo>
                  <a:cubicBezTo>
                    <a:pt x="1661773" y="584876"/>
                    <a:pt x="1860224" y="571760"/>
                    <a:pt x="2044236" y="617621"/>
                  </a:cubicBezTo>
                  <a:cubicBezTo>
                    <a:pt x="2298173" y="680940"/>
                    <a:pt x="2532954" y="674146"/>
                    <a:pt x="2733292" y="664426"/>
                  </a:cubicBezTo>
                  <a:cubicBezTo>
                    <a:pt x="2895034" y="656594"/>
                    <a:pt x="3047811" y="642251"/>
                    <a:pt x="3210214" y="663577"/>
                  </a:cubicBezTo>
                  <a:cubicBezTo>
                    <a:pt x="3246828" y="668390"/>
                    <a:pt x="3284574" y="675373"/>
                    <a:pt x="3323453" y="684904"/>
                  </a:cubicBezTo>
                  <a:cubicBezTo>
                    <a:pt x="3534642" y="736238"/>
                    <a:pt x="3789051" y="891092"/>
                    <a:pt x="3903610" y="1104641"/>
                  </a:cubicBezTo>
                  <a:cubicBezTo>
                    <a:pt x="3977687" y="1242603"/>
                    <a:pt x="3993729" y="1374337"/>
                    <a:pt x="4042894" y="1478705"/>
                  </a:cubicBezTo>
                  <a:cubicBezTo>
                    <a:pt x="4063371" y="1522207"/>
                    <a:pt x="4086962" y="1561463"/>
                    <a:pt x="4121783" y="1596095"/>
                  </a:cubicBezTo>
                  <a:cubicBezTo>
                    <a:pt x="4270503" y="1743588"/>
                    <a:pt x="4602386" y="1716222"/>
                    <a:pt x="4801025" y="1533154"/>
                  </a:cubicBezTo>
                  <a:cubicBezTo>
                    <a:pt x="4933703" y="1410856"/>
                    <a:pt x="5019481" y="1234487"/>
                    <a:pt x="5176410" y="1115210"/>
                  </a:cubicBezTo>
                  <a:cubicBezTo>
                    <a:pt x="5383919" y="958186"/>
                    <a:pt x="5651540" y="902604"/>
                    <a:pt x="5877073" y="937142"/>
                  </a:cubicBezTo>
                  <a:cubicBezTo>
                    <a:pt x="6092792" y="970170"/>
                    <a:pt x="6284825" y="1083786"/>
                    <a:pt x="6456193" y="1226183"/>
                  </a:cubicBezTo>
                  <a:cubicBezTo>
                    <a:pt x="6608593" y="1352821"/>
                    <a:pt x="6748442" y="1511638"/>
                    <a:pt x="6875269" y="1690838"/>
                  </a:cubicBezTo>
                  <a:cubicBezTo>
                    <a:pt x="6894614" y="1718015"/>
                    <a:pt x="6913393" y="1745193"/>
                    <a:pt x="6931982" y="1771992"/>
                  </a:cubicBezTo>
                  <a:cubicBezTo>
                    <a:pt x="7098726" y="2012152"/>
                    <a:pt x="7247163" y="2212584"/>
                    <a:pt x="7455616" y="2331673"/>
                  </a:cubicBezTo>
                  <a:cubicBezTo>
                    <a:pt x="7609998" y="2419905"/>
                    <a:pt x="7796558" y="2458123"/>
                    <a:pt x="7976324" y="2437268"/>
                  </a:cubicBezTo>
                  <a:cubicBezTo>
                    <a:pt x="8139387" y="2418395"/>
                    <a:pt x="8289900" y="2360549"/>
                    <a:pt x="8429372" y="2278262"/>
                  </a:cubicBezTo>
                  <a:cubicBezTo>
                    <a:pt x="8661510" y="2141433"/>
                    <a:pt x="8864490" y="1940151"/>
                    <a:pt x="9077755" y="1746985"/>
                  </a:cubicBezTo>
                  <a:cubicBezTo>
                    <a:pt x="9130600" y="1699142"/>
                    <a:pt x="9184105" y="1651110"/>
                    <a:pt x="9238554" y="1603833"/>
                  </a:cubicBezTo>
                  <a:cubicBezTo>
                    <a:pt x="10016125" y="926951"/>
                    <a:pt x="10996674" y="383595"/>
                    <a:pt x="12131984" y="160893"/>
                  </a:cubicBezTo>
                </a:path>
              </a:pathLst>
            </a:custGeom>
            <a:noFill/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511" name="Google Shape;511;p15"/>
            <p:cNvSpPr/>
            <p:nvPr/>
          </p:nvSpPr>
          <p:spPr>
            <a:xfrm>
              <a:off x="56241" y="9459625"/>
              <a:ext cx="12128775" cy="2516043"/>
            </a:xfrm>
            <a:custGeom>
              <a:avLst/>
              <a:gdLst/>
              <a:ahLst/>
              <a:cxnLst/>
              <a:rect l="l" t="t" r="r" b="b"/>
              <a:pathLst>
                <a:path w="12128775" h="2516043" extrusionOk="0">
                  <a:moveTo>
                    <a:pt x="0" y="0"/>
                  </a:moveTo>
                  <a:cubicBezTo>
                    <a:pt x="87382" y="201753"/>
                    <a:pt x="267620" y="427475"/>
                    <a:pt x="490228" y="576195"/>
                  </a:cubicBezTo>
                  <a:cubicBezTo>
                    <a:pt x="687074" y="707646"/>
                    <a:pt x="914966" y="755961"/>
                    <a:pt x="1089920" y="748789"/>
                  </a:cubicBezTo>
                  <a:cubicBezTo>
                    <a:pt x="1233921" y="742938"/>
                    <a:pt x="1340837" y="692925"/>
                    <a:pt x="1474175" y="672164"/>
                  </a:cubicBezTo>
                  <a:cubicBezTo>
                    <a:pt x="1624688" y="648667"/>
                    <a:pt x="1818042" y="645270"/>
                    <a:pt x="1997431" y="689811"/>
                  </a:cubicBezTo>
                  <a:cubicBezTo>
                    <a:pt x="2256747" y="754262"/>
                    <a:pt x="2499171" y="738880"/>
                    <a:pt x="2706492" y="719253"/>
                  </a:cubicBezTo>
                  <a:cubicBezTo>
                    <a:pt x="2874179" y="703305"/>
                    <a:pt x="3033185" y="679902"/>
                    <a:pt x="3202665" y="694812"/>
                  </a:cubicBezTo>
                  <a:cubicBezTo>
                    <a:pt x="3240883" y="698209"/>
                    <a:pt x="3280139" y="703871"/>
                    <a:pt x="3320622" y="712175"/>
                  </a:cubicBezTo>
                  <a:cubicBezTo>
                    <a:pt x="3540587" y="757093"/>
                    <a:pt x="3804527" y="912135"/>
                    <a:pt x="3918143" y="1133328"/>
                  </a:cubicBezTo>
                  <a:cubicBezTo>
                    <a:pt x="3991370" y="1276008"/>
                    <a:pt x="4001939" y="1413970"/>
                    <a:pt x="4047235" y="1525793"/>
                  </a:cubicBezTo>
                  <a:cubicBezTo>
                    <a:pt x="4066108" y="1572504"/>
                    <a:pt x="4088661" y="1615063"/>
                    <a:pt x="4123293" y="1652998"/>
                  </a:cubicBezTo>
                  <a:cubicBezTo>
                    <a:pt x="4271163" y="1814928"/>
                    <a:pt x="4615503" y="1796433"/>
                    <a:pt x="4824239" y="1613836"/>
                  </a:cubicBezTo>
                  <a:cubicBezTo>
                    <a:pt x="4958332" y="1496540"/>
                    <a:pt x="5047601" y="1325455"/>
                    <a:pt x="5203210" y="1208065"/>
                  </a:cubicBezTo>
                  <a:cubicBezTo>
                    <a:pt x="5409398" y="1053212"/>
                    <a:pt x="5671356" y="992063"/>
                    <a:pt x="5895662" y="1018296"/>
                  </a:cubicBezTo>
                  <a:cubicBezTo>
                    <a:pt x="6109211" y="1043303"/>
                    <a:pt x="6303321" y="1147294"/>
                    <a:pt x="6476575" y="1282236"/>
                  </a:cubicBezTo>
                  <a:cubicBezTo>
                    <a:pt x="6631051" y="1402458"/>
                    <a:pt x="6772411" y="1556556"/>
                    <a:pt x="6896879" y="1734624"/>
                  </a:cubicBezTo>
                  <a:cubicBezTo>
                    <a:pt x="6915846" y="1761612"/>
                    <a:pt x="6934153" y="1788601"/>
                    <a:pt x="6952082" y="1815400"/>
                  </a:cubicBezTo>
                  <a:cubicBezTo>
                    <a:pt x="7113447" y="2054616"/>
                    <a:pt x="7248578" y="2259672"/>
                    <a:pt x="7447784" y="2386688"/>
                  </a:cubicBezTo>
                  <a:cubicBezTo>
                    <a:pt x="7595371" y="2480770"/>
                    <a:pt x="7777307" y="2526349"/>
                    <a:pt x="7955091" y="2514081"/>
                  </a:cubicBezTo>
                  <a:cubicBezTo>
                    <a:pt x="8116079" y="2503040"/>
                    <a:pt x="8267157" y="2453310"/>
                    <a:pt x="8407951" y="2379045"/>
                  </a:cubicBezTo>
                  <a:cubicBezTo>
                    <a:pt x="8642826" y="2255143"/>
                    <a:pt x="8851090" y="2066506"/>
                    <a:pt x="9068791" y="1884476"/>
                  </a:cubicBezTo>
                  <a:cubicBezTo>
                    <a:pt x="9122674" y="1839369"/>
                    <a:pt x="9177216" y="1794074"/>
                    <a:pt x="9232609" y="1749533"/>
                  </a:cubicBezTo>
                  <a:cubicBezTo>
                    <a:pt x="10023391" y="1111718"/>
                    <a:pt x="11004129" y="604504"/>
                    <a:pt x="12128775" y="402751"/>
                  </a:cubicBezTo>
                </a:path>
              </a:pathLst>
            </a:custGeom>
            <a:noFill/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512" name="Google Shape;512;p15"/>
            <p:cNvSpPr/>
            <p:nvPr/>
          </p:nvSpPr>
          <p:spPr>
            <a:xfrm>
              <a:off x="59261" y="9342141"/>
              <a:ext cx="12125566" cy="2591074"/>
            </a:xfrm>
            <a:custGeom>
              <a:avLst/>
              <a:gdLst/>
              <a:ahLst/>
              <a:cxnLst/>
              <a:rect l="l" t="t" r="r" b="b"/>
              <a:pathLst>
                <a:path w="12125566" h="2591074" extrusionOk="0">
                  <a:moveTo>
                    <a:pt x="0" y="0"/>
                  </a:moveTo>
                  <a:cubicBezTo>
                    <a:pt x="86156" y="195242"/>
                    <a:pt x="261109" y="418888"/>
                    <a:pt x="477960" y="572043"/>
                  </a:cubicBezTo>
                  <a:cubicBezTo>
                    <a:pt x="667635" y="706041"/>
                    <a:pt x="887978" y="763038"/>
                    <a:pt x="1058685" y="768417"/>
                  </a:cubicBezTo>
                  <a:cubicBezTo>
                    <a:pt x="1199761" y="772852"/>
                    <a:pt x="1307243" y="710665"/>
                    <a:pt x="1437184" y="724820"/>
                  </a:cubicBezTo>
                  <a:cubicBezTo>
                    <a:pt x="1587414" y="741145"/>
                    <a:pt x="1775955" y="718686"/>
                    <a:pt x="1950720" y="762000"/>
                  </a:cubicBezTo>
                  <a:cubicBezTo>
                    <a:pt x="2215509" y="827584"/>
                    <a:pt x="2465483" y="803710"/>
                    <a:pt x="2679692" y="774079"/>
                  </a:cubicBezTo>
                  <a:cubicBezTo>
                    <a:pt x="2853324" y="750016"/>
                    <a:pt x="3018558" y="717554"/>
                    <a:pt x="3195021" y="726047"/>
                  </a:cubicBezTo>
                  <a:cubicBezTo>
                    <a:pt x="3234843" y="728028"/>
                    <a:pt x="3275704" y="732275"/>
                    <a:pt x="3317791" y="739447"/>
                  </a:cubicBezTo>
                  <a:cubicBezTo>
                    <a:pt x="3546438" y="778042"/>
                    <a:pt x="3820097" y="933084"/>
                    <a:pt x="3932675" y="1162109"/>
                  </a:cubicBezTo>
                  <a:cubicBezTo>
                    <a:pt x="4005053" y="1309413"/>
                    <a:pt x="4010149" y="1453698"/>
                    <a:pt x="4051670" y="1572881"/>
                  </a:cubicBezTo>
                  <a:cubicBezTo>
                    <a:pt x="4069033" y="1622706"/>
                    <a:pt x="4090454" y="1668568"/>
                    <a:pt x="4124897" y="1709900"/>
                  </a:cubicBezTo>
                  <a:cubicBezTo>
                    <a:pt x="4272013" y="1886363"/>
                    <a:pt x="4628619" y="1876360"/>
                    <a:pt x="4847547" y="1694518"/>
                  </a:cubicBezTo>
                  <a:cubicBezTo>
                    <a:pt x="4982961" y="1582129"/>
                    <a:pt x="5075817" y="1416329"/>
                    <a:pt x="5230010" y="1300920"/>
                  </a:cubicBezTo>
                  <a:cubicBezTo>
                    <a:pt x="5434971" y="1148237"/>
                    <a:pt x="5691173" y="1081616"/>
                    <a:pt x="5914158" y="1099545"/>
                  </a:cubicBezTo>
                  <a:cubicBezTo>
                    <a:pt x="6125536" y="1116531"/>
                    <a:pt x="6321817" y="1210896"/>
                    <a:pt x="6496959" y="1338384"/>
                  </a:cubicBezTo>
                  <a:cubicBezTo>
                    <a:pt x="6653416" y="1452283"/>
                    <a:pt x="6796380" y="1601474"/>
                    <a:pt x="6918488" y="1778503"/>
                  </a:cubicBezTo>
                  <a:cubicBezTo>
                    <a:pt x="6937078" y="1805303"/>
                    <a:pt x="6954913" y="1832197"/>
                    <a:pt x="6972277" y="1858808"/>
                  </a:cubicBezTo>
                  <a:cubicBezTo>
                    <a:pt x="7128357" y="2097175"/>
                    <a:pt x="7250088" y="2306761"/>
                    <a:pt x="7440046" y="2441703"/>
                  </a:cubicBezTo>
                  <a:cubicBezTo>
                    <a:pt x="7580839" y="2541730"/>
                    <a:pt x="7758056" y="2594575"/>
                    <a:pt x="7933859" y="2590895"/>
                  </a:cubicBezTo>
                  <a:cubicBezTo>
                    <a:pt x="8092771" y="2587592"/>
                    <a:pt x="8244416" y="2546165"/>
                    <a:pt x="8386624" y="2479827"/>
                  </a:cubicBezTo>
                  <a:cubicBezTo>
                    <a:pt x="8624236" y="2368947"/>
                    <a:pt x="8837785" y="2192862"/>
                    <a:pt x="9059920" y="2021966"/>
                  </a:cubicBezTo>
                  <a:cubicBezTo>
                    <a:pt x="9114841" y="1979690"/>
                    <a:pt x="9170422" y="1937131"/>
                    <a:pt x="9226758" y="1895328"/>
                  </a:cubicBezTo>
                  <a:cubicBezTo>
                    <a:pt x="10030751" y="1296580"/>
                    <a:pt x="11011584" y="825602"/>
                    <a:pt x="12125567" y="644704"/>
                  </a:cubicBezTo>
                </a:path>
              </a:pathLst>
            </a:custGeom>
            <a:noFill/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513" name="Google Shape;513;p15"/>
            <p:cNvSpPr/>
            <p:nvPr/>
          </p:nvSpPr>
          <p:spPr>
            <a:xfrm>
              <a:off x="62281" y="9224656"/>
              <a:ext cx="12122358" cy="2668023"/>
            </a:xfrm>
            <a:custGeom>
              <a:avLst/>
              <a:gdLst/>
              <a:ahLst/>
              <a:cxnLst/>
              <a:rect l="l" t="t" r="r" b="b"/>
              <a:pathLst>
                <a:path w="12122358" h="2668023" extrusionOk="0">
                  <a:moveTo>
                    <a:pt x="0" y="0"/>
                  </a:moveTo>
                  <a:cubicBezTo>
                    <a:pt x="84929" y="188825"/>
                    <a:pt x="254598" y="410206"/>
                    <a:pt x="465599" y="567891"/>
                  </a:cubicBezTo>
                  <a:cubicBezTo>
                    <a:pt x="648101" y="704343"/>
                    <a:pt x="860895" y="770210"/>
                    <a:pt x="1027355" y="788139"/>
                  </a:cubicBezTo>
                  <a:cubicBezTo>
                    <a:pt x="1165412" y="803049"/>
                    <a:pt x="1275253" y="754073"/>
                    <a:pt x="1400098" y="777570"/>
                  </a:cubicBezTo>
                  <a:cubicBezTo>
                    <a:pt x="1548346" y="805502"/>
                    <a:pt x="1733869" y="792291"/>
                    <a:pt x="1903821" y="834189"/>
                  </a:cubicBezTo>
                  <a:cubicBezTo>
                    <a:pt x="2173988" y="900811"/>
                    <a:pt x="2431606" y="868444"/>
                    <a:pt x="2652798" y="828905"/>
                  </a:cubicBezTo>
                  <a:cubicBezTo>
                    <a:pt x="2832281" y="796821"/>
                    <a:pt x="3003743" y="755206"/>
                    <a:pt x="3187378" y="757282"/>
                  </a:cubicBezTo>
                  <a:cubicBezTo>
                    <a:pt x="3228804" y="757754"/>
                    <a:pt x="3271269" y="760773"/>
                    <a:pt x="3314865" y="766718"/>
                  </a:cubicBezTo>
                  <a:cubicBezTo>
                    <a:pt x="3552194" y="798897"/>
                    <a:pt x="3835573" y="954034"/>
                    <a:pt x="3947207" y="1190890"/>
                  </a:cubicBezTo>
                  <a:cubicBezTo>
                    <a:pt x="4018831" y="1342819"/>
                    <a:pt x="4018359" y="1493426"/>
                    <a:pt x="4056011" y="1620064"/>
                  </a:cubicBezTo>
                  <a:cubicBezTo>
                    <a:pt x="4071770" y="1673097"/>
                    <a:pt x="4092058" y="1722262"/>
                    <a:pt x="4126313" y="1766896"/>
                  </a:cubicBezTo>
                  <a:cubicBezTo>
                    <a:pt x="4272673" y="1957798"/>
                    <a:pt x="4641264" y="1956005"/>
                    <a:pt x="4870667" y="1775295"/>
                  </a:cubicBezTo>
                  <a:cubicBezTo>
                    <a:pt x="5007402" y="1667624"/>
                    <a:pt x="5103749" y="1507392"/>
                    <a:pt x="5256715" y="1393776"/>
                  </a:cubicBezTo>
                  <a:cubicBezTo>
                    <a:pt x="5460355" y="1243263"/>
                    <a:pt x="5710895" y="1171168"/>
                    <a:pt x="5932654" y="1180699"/>
                  </a:cubicBezTo>
                  <a:cubicBezTo>
                    <a:pt x="6141768" y="1189758"/>
                    <a:pt x="6340218" y="1274310"/>
                    <a:pt x="6517247" y="1394342"/>
                  </a:cubicBezTo>
                  <a:cubicBezTo>
                    <a:pt x="6675781" y="1501919"/>
                    <a:pt x="6820254" y="1646298"/>
                    <a:pt x="6940004" y="1822195"/>
                  </a:cubicBezTo>
                  <a:cubicBezTo>
                    <a:pt x="6958216" y="1848805"/>
                    <a:pt x="6975579" y="1875511"/>
                    <a:pt x="6992377" y="1902122"/>
                  </a:cubicBezTo>
                  <a:cubicBezTo>
                    <a:pt x="7143078" y="2139545"/>
                    <a:pt x="7251504" y="2353754"/>
                    <a:pt x="7432119" y="2496624"/>
                  </a:cubicBezTo>
                  <a:cubicBezTo>
                    <a:pt x="7566118" y="2602596"/>
                    <a:pt x="7738617" y="2662612"/>
                    <a:pt x="7912533" y="2667614"/>
                  </a:cubicBezTo>
                  <a:cubicBezTo>
                    <a:pt x="8069368" y="2672143"/>
                    <a:pt x="8221579" y="2638926"/>
                    <a:pt x="8365109" y="2580514"/>
                  </a:cubicBezTo>
                  <a:cubicBezTo>
                    <a:pt x="8605551" y="2482752"/>
                    <a:pt x="8824290" y="2319123"/>
                    <a:pt x="9050956" y="2159362"/>
                  </a:cubicBezTo>
                  <a:cubicBezTo>
                    <a:pt x="9107009" y="2119823"/>
                    <a:pt x="9163533" y="2080000"/>
                    <a:pt x="9220813" y="2040933"/>
                  </a:cubicBezTo>
                  <a:cubicBezTo>
                    <a:pt x="10037922" y="1481253"/>
                    <a:pt x="11019039" y="1046511"/>
                    <a:pt x="12122358" y="886468"/>
                  </a:cubicBezTo>
                </a:path>
              </a:pathLst>
            </a:custGeom>
            <a:noFill/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514" name="Google Shape;514;p15"/>
            <p:cNvSpPr/>
            <p:nvPr/>
          </p:nvSpPr>
          <p:spPr>
            <a:xfrm>
              <a:off x="65300" y="9107171"/>
              <a:ext cx="12119338" cy="2747422"/>
            </a:xfrm>
            <a:custGeom>
              <a:avLst/>
              <a:gdLst/>
              <a:ahLst/>
              <a:cxnLst/>
              <a:rect l="l" t="t" r="r" b="b"/>
              <a:pathLst>
                <a:path w="12119338" h="2747422" extrusionOk="0">
                  <a:moveTo>
                    <a:pt x="0" y="0"/>
                  </a:moveTo>
                  <a:cubicBezTo>
                    <a:pt x="83702" y="182314"/>
                    <a:pt x="248181" y="401525"/>
                    <a:pt x="453237" y="563739"/>
                  </a:cubicBezTo>
                  <a:cubicBezTo>
                    <a:pt x="628662" y="702550"/>
                    <a:pt x="833812" y="777382"/>
                    <a:pt x="996026" y="807767"/>
                  </a:cubicBezTo>
                  <a:cubicBezTo>
                    <a:pt x="1131157" y="833057"/>
                    <a:pt x="1242980" y="798048"/>
                    <a:pt x="1363107" y="830226"/>
                  </a:cubicBezTo>
                  <a:cubicBezTo>
                    <a:pt x="1509373" y="869388"/>
                    <a:pt x="1691782" y="865708"/>
                    <a:pt x="1857110" y="906379"/>
                  </a:cubicBezTo>
                  <a:cubicBezTo>
                    <a:pt x="2132751" y="974133"/>
                    <a:pt x="2397917" y="933179"/>
                    <a:pt x="2626093" y="883637"/>
                  </a:cubicBezTo>
                  <a:cubicBezTo>
                    <a:pt x="2811520" y="843437"/>
                    <a:pt x="2989211" y="792763"/>
                    <a:pt x="3179829" y="788422"/>
                  </a:cubicBezTo>
                  <a:cubicBezTo>
                    <a:pt x="3222859" y="787479"/>
                    <a:pt x="3266833" y="789083"/>
                    <a:pt x="3312129" y="793896"/>
                  </a:cubicBezTo>
                  <a:cubicBezTo>
                    <a:pt x="3558139" y="819752"/>
                    <a:pt x="3851238" y="974888"/>
                    <a:pt x="3961834" y="1219483"/>
                  </a:cubicBezTo>
                  <a:cubicBezTo>
                    <a:pt x="4032608" y="1376035"/>
                    <a:pt x="4026663" y="1532965"/>
                    <a:pt x="4060540" y="1667058"/>
                  </a:cubicBezTo>
                  <a:cubicBezTo>
                    <a:pt x="4074695" y="1723205"/>
                    <a:pt x="4093945" y="1775673"/>
                    <a:pt x="4128011" y="1823704"/>
                  </a:cubicBezTo>
                  <a:cubicBezTo>
                    <a:pt x="4273617" y="2029138"/>
                    <a:pt x="4654098" y="2035271"/>
                    <a:pt x="4894069" y="1855883"/>
                  </a:cubicBezTo>
                  <a:cubicBezTo>
                    <a:pt x="5031937" y="1752742"/>
                    <a:pt x="5132059" y="1598171"/>
                    <a:pt x="5283609" y="1486537"/>
                  </a:cubicBezTo>
                  <a:cubicBezTo>
                    <a:pt x="5486023" y="1338195"/>
                    <a:pt x="5730995" y="1254210"/>
                    <a:pt x="5951338" y="1261853"/>
                  </a:cubicBezTo>
                  <a:cubicBezTo>
                    <a:pt x="6158187" y="1269025"/>
                    <a:pt x="6358902" y="1337818"/>
                    <a:pt x="6537724" y="1450395"/>
                  </a:cubicBezTo>
                  <a:cubicBezTo>
                    <a:pt x="6698334" y="1551555"/>
                    <a:pt x="6844317" y="1691121"/>
                    <a:pt x="6961707" y="1865980"/>
                  </a:cubicBezTo>
                  <a:cubicBezTo>
                    <a:pt x="6979543" y="1892402"/>
                    <a:pt x="6996340" y="1918919"/>
                    <a:pt x="7012571" y="1945436"/>
                  </a:cubicBezTo>
                  <a:cubicBezTo>
                    <a:pt x="7157988" y="2181915"/>
                    <a:pt x="7253014" y="2400748"/>
                    <a:pt x="7424381" y="2551544"/>
                  </a:cubicBezTo>
                  <a:cubicBezTo>
                    <a:pt x="7551585" y="2663462"/>
                    <a:pt x="7719462" y="2730744"/>
                    <a:pt x="7891395" y="2744333"/>
                  </a:cubicBezTo>
                  <a:cubicBezTo>
                    <a:pt x="8046154" y="2756600"/>
                    <a:pt x="8198932" y="2731688"/>
                    <a:pt x="8343877" y="2681202"/>
                  </a:cubicBezTo>
                  <a:cubicBezTo>
                    <a:pt x="8587056" y="2596462"/>
                    <a:pt x="8811079" y="2445383"/>
                    <a:pt x="9042180" y="2296758"/>
                  </a:cubicBezTo>
                  <a:cubicBezTo>
                    <a:pt x="9099271" y="2260050"/>
                    <a:pt x="9156834" y="2222964"/>
                    <a:pt x="9215057" y="2186539"/>
                  </a:cubicBezTo>
                  <a:cubicBezTo>
                    <a:pt x="10045377" y="1665926"/>
                    <a:pt x="11026683" y="1267327"/>
                    <a:pt x="12119338" y="1128232"/>
                  </a:cubicBezTo>
                </a:path>
              </a:pathLst>
            </a:custGeom>
            <a:noFill/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515" name="Google Shape;515;p15"/>
            <p:cNvSpPr/>
            <p:nvPr/>
          </p:nvSpPr>
          <p:spPr>
            <a:xfrm>
              <a:off x="68414" y="8989686"/>
              <a:ext cx="12116129" cy="2829481"/>
            </a:xfrm>
            <a:custGeom>
              <a:avLst/>
              <a:gdLst/>
              <a:ahLst/>
              <a:cxnLst/>
              <a:rect l="l" t="t" r="r" b="b"/>
              <a:pathLst>
                <a:path w="12116129" h="2829481" extrusionOk="0">
                  <a:moveTo>
                    <a:pt x="0" y="0"/>
                  </a:moveTo>
                  <a:cubicBezTo>
                    <a:pt x="82475" y="175803"/>
                    <a:pt x="241858" y="392749"/>
                    <a:pt x="440875" y="559586"/>
                  </a:cubicBezTo>
                  <a:cubicBezTo>
                    <a:pt x="609317" y="700757"/>
                    <a:pt x="806635" y="784553"/>
                    <a:pt x="964697" y="827395"/>
                  </a:cubicBezTo>
                  <a:cubicBezTo>
                    <a:pt x="1096808" y="863160"/>
                    <a:pt x="1205045" y="863915"/>
                    <a:pt x="1326022" y="882882"/>
                  </a:cubicBezTo>
                  <a:cubicBezTo>
                    <a:pt x="1477100" y="906568"/>
                    <a:pt x="1649600" y="939124"/>
                    <a:pt x="1810304" y="978474"/>
                  </a:cubicBezTo>
                  <a:cubicBezTo>
                    <a:pt x="2091324" y="1047361"/>
                    <a:pt x="2364040" y="997819"/>
                    <a:pt x="2599293" y="938369"/>
                  </a:cubicBezTo>
                  <a:cubicBezTo>
                    <a:pt x="2790572" y="890054"/>
                    <a:pt x="2974584" y="830321"/>
                    <a:pt x="3172279" y="819563"/>
                  </a:cubicBezTo>
                  <a:cubicBezTo>
                    <a:pt x="3216820" y="817204"/>
                    <a:pt x="3262493" y="817487"/>
                    <a:pt x="3309392" y="821073"/>
                  </a:cubicBezTo>
                  <a:cubicBezTo>
                    <a:pt x="3564179" y="840512"/>
                    <a:pt x="3866902" y="995837"/>
                    <a:pt x="3976461" y="1248170"/>
                  </a:cubicBezTo>
                  <a:cubicBezTo>
                    <a:pt x="4046480" y="1409346"/>
                    <a:pt x="4034967" y="1572598"/>
                    <a:pt x="4065070" y="1714052"/>
                  </a:cubicBezTo>
                  <a:cubicBezTo>
                    <a:pt x="4077715" y="1773313"/>
                    <a:pt x="4095833" y="1829083"/>
                    <a:pt x="4129710" y="1880512"/>
                  </a:cubicBezTo>
                  <a:cubicBezTo>
                    <a:pt x="4274466" y="2100384"/>
                    <a:pt x="4666743" y="2114255"/>
                    <a:pt x="4917472" y="1936471"/>
                  </a:cubicBezTo>
                  <a:cubicBezTo>
                    <a:pt x="5056566" y="1837859"/>
                    <a:pt x="5160368" y="1688951"/>
                    <a:pt x="5310598" y="1579298"/>
                  </a:cubicBezTo>
                  <a:cubicBezTo>
                    <a:pt x="5511690" y="1433032"/>
                    <a:pt x="5750906" y="1350179"/>
                    <a:pt x="5970023" y="1342913"/>
                  </a:cubicBezTo>
                  <a:cubicBezTo>
                    <a:pt x="6174795" y="1336213"/>
                    <a:pt x="6377587" y="1401136"/>
                    <a:pt x="6558201" y="1506354"/>
                  </a:cubicBezTo>
                  <a:cubicBezTo>
                    <a:pt x="6720887" y="1601097"/>
                    <a:pt x="6868380" y="1735945"/>
                    <a:pt x="6983412" y="1909671"/>
                  </a:cubicBezTo>
                  <a:cubicBezTo>
                    <a:pt x="7000869" y="1935905"/>
                    <a:pt x="7017195" y="1962327"/>
                    <a:pt x="7032859" y="1988750"/>
                  </a:cubicBezTo>
                  <a:cubicBezTo>
                    <a:pt x="7172897" y="2224380"/>
                    <a:pt x="7254618" y="2447837"/>
                    <a:pt x="7416643" y="2606465"/>
                  </a:cubicBezTo>
                  <a:cubicBezTo>
                    <a:pt x="7536959" y="2724327"/>
                    <a:pt x="7700211" y="2798782"/>
                    <a:pt x="7870163" y="2821052"/>
                  </a:cubicBezTo>
                  <a:cubicBezTo>
                    <a:pt x="8022940" y="2841057"/>
                    <a:pt x="8176284" y="2824449"/>
                    <a:pt x="8322456" y="2781890"/>
                  </a:cubicBezTo>
                  <a:cubicBezTo>
                    <a:pt x="8568466" y="2710267"/>
                    <a:pt x="8797679" y="2571550"/>
                    <a:pt x="9033215" y="2434154"/>
                  </a:cubicBezTo>
                  <a:cubicBezTo>
                    <a:pt x="9091344" y="2400182"/>
                    <a:pt x="9149945" y="2365833"/>
                    <a:pt x="9209112" y="2332239"/>
                  </a:cubicBezTo>
                  <a:cubicBezTo>
                    <a:pt x="10052550" y="1850693"/>
                    <a:pt x="11034138" y="1488330"/>
                    <a:pt x="12116130" y="1369996"/>
                  </a:cubicBezTo>
                </a:path>
              </a:pathLst>
            </a:custGeom>
            <a:noFill/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516" name="Google Shape;516;p15"/>
            <p:cNvSpPr/>
            <p:nvPr/>
          </p:nvSpPr>
          <p:spPr>
            <a:xfrm>
              <a:off x="71434" y="8872107"/>
              <a:ext cx="12112827" cy="2914508"/>
            </a:xfrm>
            <a:custGeom>
              <a:avLst/>
              <a:gdLst/>
              <a:ahLst/>
              <a:cxnLst/>
              <a:rect l="l" t="t" r="r" b="b"/>
              <a:pathLst>
                <a:path w="12112827" h="2914508" extrusionOk="0">
                  <a:moveTo>
                    <a:pt x="0" y="0"/>
                  </a:moveTo>
                  <a:cubicBezTo>
                    <a:pt x="81249" y="169386"/>
                    <a:pt x="235536" y="383973"/>
                    <a:pt x="428607" y="555434"/>
                  </a:cubicBezTo>
                  <a:cubicBezTo>
                    <a:pt x="590066" y="698870"/>
                    <a:pt x="779646" y="791914"/>
                    <a:pt x="933462" y="847023"/>
                  </a:cubicBezTo>
                  <a:cubicBezTo>
                    <a:pt x="1062554" y="893357"/>
                    <a:pt x="1170979" y="907228"/>
                    <a:pt x="1289030" y="935538"/>
                  </a:cubicBezTo>
                  <a:cubicBezTo>
                    <a:pt x="1440015" y="971869"/>
                    <a:pt x="1607513" y="1012540"/>
                    <a:pt x="1763499" y="1050664"/>
                  </a:cubicBezTo>
                  <a:cubicBezTo>
                    <a:pt x="2049992" y="1120588"/>
                    <a:pt x="2330257" y="1062648"/>
                    <a:pt x="2572493" y="993195"/>
                  </a:cubicBezTo>
                  <a:cubicBezTo>
                    <a:pt x="2769717" y="936765"/>
                    <a:pt x="2959957" y="867972"/>
                    <a:pt x="3164730" y="850798"/>
                  </a:cubicBezTo>
                  <a:cubicBezTo>
                    <a:pt x="3210875" y="846929"/>
                    <a:pt x="3258152" y="845891"/>
                    <a:pt x="3306561" y="848344"/>
                  </a:cubicBezTo>
                  <a:cubicBezTo>
                    <a:pt x="3570029" y="861367"/>
                    <a:pt x="3882473" y="1016787"/>
                    <a:pt x="3991087" y="1276952"/>
                  </a:cubicBezTo>
                  <a:cubicBezTo>
                    <a:pt x="4060351" y="1442752"/>
                    <a:pt x="4043177" y="1612326"/>
                    <a:pt x="4069505" y="1761235"/>
                  </a:cubicBezTo>
                  <a:cubicBezTo>
                    <a:pt x="4080545" y="1823704"/>
                    <a:pt x="4097626" y="1882777"/>
                    <a:pt x="4131314" y="1937509"/>
                  </a:cubicBezTo>
                  <a:cubicBezTo>
                    <a:pt x="4275316" y="2171818"/>
                    <a:pt x="4679199" y="2193051"/>
                    <a:pt x="4940780" y="2017248"/>
                  </a:cubicBezTo>
                  <a:cubicBezTo>
                    <a:pt x="5081007" y="1922977"/>
                    <a:pt x="5188583" y="1780013"/>
                    <a:pt x="5337397" y="1672154"/>
                  </a:cubicBezTo>
                  <a:cubicBezTo>
                    <a:pt x="5537263" y="1528058"/>
                    <a:pt x="5770723" y="1439826"/>
                    <a:pt x="5988613" y="1424162"/>
                  </a:cubicBezTo>
                  <a:cubicBezTo>
                    <a:pt x="6191215" y="1409629"/>
                    <a:pt x="6396176" y="1464644"/>
                    <a:pt x="6578585" y="1562501"/>
                  </a:cubicBezTo>
                  <a:cubicBezTo>
                    <a:pt x="6743346" y="1650827"/>
                    <a:pt x="6892255" y="1780862"/>
                    <a:pt x="7004927" y="1953551"/>
                  </a:cubicBezTo>
                  <a:cubicBezTo>
                    <a:pt x="7022007" y="1979596"/>
                    <a:pt x="7037861" y="2005829"/>
                    <a:pt x="7052959" y="2032157"/>
                  </a:cubicBezTo>
                  <a:cubicBezTo>
                    <a:pt x="7187713" y="2266844"/>
                    <a:pt x="7256033" y="2494925"/>
                    <a:pt x="7408811" y="2661480"/>
                  </a:cubicBezTo>
                  <a:cubicBezTo>
                    <a:pt x="7522332" y="2785287"/>
                    <a:pt x="7680961" y="2867008"/>
                    <a:pt x="7848931" y="2897865"/>
                  </a:cubicBezTo>
                  <a:cubicBezTo>
                    <a:pt x="7999632" y="2925608"/>
                    <a:pt x="8153542" y="2917399"/>
                    <a:pt x="8301035" y="2882672"/>
                  </a:cubicBezTo>
                  <a:cubicBezTo>
                    <a:pt x="8549876" y="2824166"/>
                    <a:pt x="8784279" y="2697905"/>
                    <a:pt x="9024250" y="2571644"/>
                  </a:cubicBezTo>
                  <a:cubicBezTo>
                    <a:pt x="9083512" y="2540503"/>
                    <a:pt x="9143056" y="2508891"/>
                    <a:pt x="9203073" y="2477939"/>
                  </a:cubicBezTo>
                  <a:cubicBezTo>
                    <a:pt x="10059721" y="2035460"/>
                    <a:pt x="11041498" y="1709334"/>
                    <a:pt x="12112828" y="1611854"/>
                  </a:cubicBezTo>
                </a:path>
              </a:pathLst>
            </a:custGeom>
            <a:noFill/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517" name="Google Shape;517;p15"/>
            <p:cNvSpPr/>
            <p:nvPr/>
          </p:nvSpPr>
          <p:spPr>
            <a:xfrm>
              <a:off x="74454" y="8754622"/>
              <a:ext cx="12109619" cy="3002639"/>
            </a:xfrm>
            <a:custGeom>
              <a:avLst/>
              <a:gdLst/>
              <a:ahLst/>
              <a:cxnLst/>
              <a:rect l="l" t="t" r="r" b="b"/>
              <a:pathLst>
                <a:path w="12109619" h="3002639" extrusionOk="0">
                  <a:moveTo>
                    <a:pt x="0" y="0"/>
                  </a:moveTo>
                  <a:cubicBezTo>
                    <a:pt x="80022" y="162875"/>
                    <a:pt x="229308" y="375008"/>
                    <a:pt x="416245" y="551282"/>
                  </a:cubicBezTo>
                  <a:cubicBezTo>
                    <a:pt x="570816" y="696982"/>
                    <a:pt x="752469" y="799180"/>
                    <a:pt x="902133" y="866651"/>
                  </a:cubicBezTo>
                  <a:cubicBezTo>
                    <a:pt x="1028205" y="923459"/>
                    <a:pt x="1136725" y="950636"/>
                    <a:pt x="1251945" y="988194"/>
                  </a:cubicBezTo>
                  <a:cubicBezTo>
                    <a:pt x="1402646" y="1037264"/>
                    <a:pt x="1565332" y="1085956"/>
                    <a:pt x="1716694" y="1122853"/>
                  </a:cubicBezTo>
                  <a:cubicBezTo>
                    <a:pt x="2008566" y="1193910"/>
                    <a:pt x="2296380" y="1127383"/>
                    <a:pt x="2545694" y="1048021"/>
                  </a:cubicBezTo>
                  <a:cubicBezTo>
                    <a:pt x="2748768" y="983475"/>
                    <a:pt x="2945331" y="905624"/>
                    <a:pt x="3157087" y="882033"/>
                  </a:cubicBezTo>
                  <a:cubicBezTo>
                    <a:pt x="3204835" y="876748"/>
                    <a:pt x="3253622" y="874389"/>
                    <a:pt x="3303730" y="875616"/>
                  </a:cubicBezTo>
                  <a:cubicBezTo>
                    <a:pt x="3575880" y="882316"/>
                    <a:pt x="3898043" y="1037735"/>
                    <a:pt x="4005619" y="1305639"/>
                  </a:cubicBezTo>
                  <a:cubicBezTo>
                    <a:pt x="4074034" y="1476062"/>
                    <a:pt x="4051387" y="1651960"/>
                    <a:pt x="4073940" y="1808323"/>
                  </a:cubicBezTo>
                  <a:cubicBezTo>
                    <a:pt x="4083376" y="1873907"/>
                    <a:pt x="4099419" y="1936282"/>
                    <a:pt x="4132824" y="1994506"/>
                  </a:cubicBezTo>
                  <a:cubicBezTo>
                    <a:pt x="4275976" y="2243253"/>
                    <a:pt x="4691467" y="2271562"/>
                    <a:pt x="4963994" y="2098024"/>
                  </a:cubicBezTo>
                  <a:cubicBezTo>
                    <a:pt x="5105447" y="2008000"/>
                    <a:pt x="5216610" y="1870981"/>
                    <a:pt x="5364197" y="1765103"/>
                  </a:cubicBezTo>
                  <a:cubicBezTo>
                    <a:pt x="5562836" y="1623178"/>
                    <a:pt x="5790540" y="1529662"/>
                    <a:pt x="6007202" y="1505504"/>
                  </a:cubicBezTo>
                  <a:cubicBezTo>
                    <a:pt x="6207634" y="1483140"/>
                    <a:pt x="6414766" y="1528246"/>
                    <a:pt x="6598967" y="1618649"/>
                  </a:cubicBezTo>
                  <a:cubicBezTo>
                    <a:pt x="6765805" y="1700558"/>
                    <a:pt x="6916224" y="1825875"/>
                    <a:pt x="7026537" y="1997431"/>
                  </a:cubicBezTo>
                  <a:cubicBezTo>
                    <a:pt x="7043240" y="2023287"/>
                    <a:pt x="7058621" y="2049426"/>
                    <a:pt x="7073059" y="2075660"/>
                  </a:cubicBezTo>
                  <a:cubicBezTo>
                    <a:pt x="7202434" y="2309403"/>
                    <a:pt x="7257448" y="2542108"/>
                    <a:pt x="7400884" y="2716589"/>
                  </a:cubicBezTo>
                  <a:cubicBezTo>
                    <a:pt x="7507611" y="2846342"/>
                    <a:pt x="7661521" y="2935234"/>
                    <a:pt x="7827604" y="2974773"/>
                  </a:cubicBezTo>
                  <a:cubicBezTo>
                    <a:pt x="7976229" y="3010160"/>
                    <a:pt x="8130705" y="3010443"/>
                    <a:pt x="8279614" y="2983549"/>
                  </a:cubicBezTo>
                  <a:cubicBezTo>
                    <a:pt x="8531192" y="2938159"/>
                    <a:pt x="8770879" y="2824354"/>
                    <a:pt x="9015380" y="2709229"/>
                  </a:cubicBezTo>
                  <a:cubicBezTo>
                    <a:pt x="9075680" y="2680825"/>
                    <a:pt x="9136262" y="2651949"/>
                    <a:pt x="9197222" y="2623828"/>
                  </a:cubicBezTo>
                  <a:cubicBezTo>
                    <a:pt x="10067081" y="2220416"/>
                    <a:pt x="11049047" y="1930526"/>
                    <a:pt x="12109619" y="1853901"/>
                  </a:cubicBezTo>
                </a:path>
              </a:pathLst>
            </a:custGeom>
            <a:noFill/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518" name="Google Shape;518;p15"/>
            <p:cNvSpPr/>
            <p:nvPr/>
          </p:nvSpPr>
          <p:spPr>
            <a:xfrm>
              <a:off x="77473" y="8637137"/>
              <a:ext cx="12106316" cy="3093666"/>
            </a:xfrm>
            <a:custGeom>
              <a:avLst/>
              <a:gdLst/>
              <a:ahLst/>
              <a:cxnLst/>
              <a:rect l="l" t="t" r="r" b="b"/>
              <a:pathLst>
                <a:path w="12106316" h="3093666" extrusionOk="0">
                  <a:moveTo>
                    <a:pt x="0" y="0"/>
                  </a:moveTo>
                  <a:cubicBezTo>
                    <a:pt x="78795" y="156363"/>
                    <a:pt x="223080" y="366137"/>
                    <a:pt x="403884" y="547130"/>
                  </a:cubicBezTo>
                  <a:cubicBezTo>
                    <a:pt x="551565" y="695095"/>
                    <a:pt x="725198" y="806540"/>
                    <a:pt x="870803" y="886279"/>
                  </a:cubicBezTo>
                  <a:cubicBezTo>
                    <a:pt x="993761" y="953656"/>
                    <a:pt x="1102187" y="994233"/>
                    <a:pt x="1214859" y="1040850"/>
                  </a:cubicBezTo>
                  <a:cubicBezTo>
                    <a:pt x="1364900" y="1102942"/>
                    <a:pt x="1523151" y="1159467"/>
                    <a:pt x="1669795" y="1194948"/>
                  </a:cubicBezTo>
                  <a:cubicBezTo>
                    <a:pt x="1967140" y="1267043"/>
                    <a:pt x="2262409" y="1192023"/>
                    <a:pt x="2518799" y="1102753"/>
                  </a:cubicBezTo>
                  <a:cubicBezTo>
                    <a:pt x="2727724" y="1030092"/>
                    <a:pt x="2930610" y="943182"/>
                    <a:pt x="3149443" y="913173"/>
                  </a:cubicBezTo>
                  <a:cubicBezTo>
                    <a:pt x="3198796" y="906379"/>
                    <a:pt x="3249187" y="902699"/>
                    <a:pt x="3300899" y="902793"/>
                  </a:cubicBezTo>
                  <a:cubicBezTo>
                    <a:pt x="3581730" y="903076"/>
                    <a:pt x="3913613" y="1058590"/>
                    <a:pt x="4020152" y="1334326"/>
                  </a:cubicBezTo>
                  <a:cubicBezTo>
                    <a:pt x="4087812" y="1509468"/>
                    <a:pt x="4059502" y="1691499"/>
                    <a:pt x="4078281" y="1855317"/>
                  </a:cubicBezTo>
                  <a:cubicBezTo>
                    <a:pt x="4086208" y="1924015"/>
                    <a:pt x="4100929" y="1989787"/>
                    <a:pt x="4134334" y="2051314"/>
                  </a:cubicBezTo>
                  <a:cubicBezTo>
                    <a:pt x="4276165" y="2314782"/>
                    <a:pt x="4703640" y="2349508"/>
                    <a:pt x="4987208" y="2178612"/>
                  </a:cubicBezTo>
                  <a:cubicBezTo>
                    <a:pt x="5129794" y="2092646"/>
                    <a:pt x="5244731" y="1961761"/>
                    <a:pt x="5390902" y="1857865"/>
                  </a:cubicBezTo>
                  <a:cubicBezTo>
                    <a:pt x="5588221" y="1718110"/>
                    <a:pt x="5810356" y="1619309"/>
                    <a:pt x="6025698" y="1586564"/>
                  </a:cubicBezTo>
                  <a:cubicBezTo>
                    <a:pt x="6224054" y="1556462"/>
                    <a:pt x="6433262" y="1591471"/>
                    <a:pt x="6619256" y="1674607"/>
                  </a:cubicBezTo>
                  <a:cubicBezTo>
                    <a:pt x="6788170" y="1750099"/>
                    <a:pt x="6940098" y="1870604"/>
                    <a:pt x="7048052" y="2041122"/>
                  </a:cubicBezTo>
                  <a:cubicBezTo>
                    <a:pt x="7064377" y="2066790"/>
                    <a:pt x="7079287" y="2092740"/>
                    <a:pt x="7093159" y="2118879"/>
                  </a:cubicBezTo>
                  <a:cubicBezTo>
                    <a:pt x="7217249" y="2351773"/>
                    <a:pt x="7258487" y="2589290"/>
                    <a:pt x="7393051" y="2771415"/>
                  </a:cubicBezTo>
                  <a:cubicBezTo>
                    <a:pt x="7492701" y="2907301"/>
                    <a:pt x="7642271" y="3003177"/>
                    <a:pt x="7806278" y="3051397"/>
                  </a:cubicBezTo>
                  <a:cubicBezTo>
                    <a:pt x="7952921" y="3094522"/>
                    <a:pt x="8107869" y="3103109"/>
                    <a:pt x="8258099" y="3084142"/>
                  </a:cubicBezTo>
                  <a:cubicBezTo>
                    <a:pt x="8512507" y="3051964"/>
                    <a:pt x="8757102" y="2949955"/>
                    <a:pt x="9006321" y="2846530"/>
                  </a:cubicBezTo>
                  <a:cubicBezTo>
                    <a:pt x="9067658" y="2820769"/>
                    <a:pt x="9129279" y="2794818"/>
                    <a:pt x="9191183" y="2769339"/>
                  </a:cubicBezTo>
                  <a:cubicBezTo>
                    <a:pt x="10074159" y="2404995"/>
                    <a:pt x="11056408" y="2151246"/>
                    <a:pt x="12106316" y="2095571"/>
                  </a:cubicBezTo>
                </a:path>
              </a:pathLst>
            </a:custGeom>
            <a:noFill/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519" name="Google Shape;519;p15"/>
            <p:cNvSpPr/>
            <p:nvPr/>
          </p:nvSpPr>
          <p:spPr>
            <a:xfrm>
              <a:off x="80587" y="8519652"/>
              <a:ext cx="12103296" cy="3188282"/>
            </a:xfrm>
            <a:custGeom>
              <a:avLst/>
              <a:gdLst/>
              <a:ahLst/>
              <a:cxnLst/>
              <a:rect l="l" t="t" r="r" b="b"/>
              <a:pathLst>
                <a:path w="12103296" h="3188282" extrusionOk="0">
                  <a:moveTo>
                    <a:pt x="0" y="0"/>
                  </a:moveTo>
                  <a:cubicBezTo>
                    <a:pt x="77568" y="149947"/>
                    <a:pt x="217040" y="357078"/>
                    <a:pt x="391522" y="542978"/>
                  </a:cubicBezTo>
                  <a:cubicBezTo>
                    <a:pt x="532409" y="693113"/>
                    <a:pt x="697926" y="813901"/>
                    <a:pt x="839474" y="906001"/>
                  </a:cubicBezTo>
                  <a:cubicBezTo>
                    <a:pt x="959318" y="983947"/>
                    <a:pt x="1067366" y="1037924"/>
                    <a:pt x="1177868" y="1093694"/>
                  </a:cubicBezTo>
                  <a:cubicBezTo>
                    <a:pt x="1327060" y="1168998"/>
                    <a:pt x="1481064" y="1233072"/>
                    <a:pt x="1623084" y="1267326"/>
                  </a:cubicBezTo>
                  <a:cubicBezTo>
                    <a:pt x="1925902" y="1340460"/>
                    <a:pt x="2228626" y="1256946"/>
                    <a:pt x="2492094" y="1157768"/>
                  </a:cubicBezTo>
                  <a:cubicBezTo>
                    <a:pt x="2706870" y="1076897"/>
                    <a:pt x="2915983" y="981022"/>
                    <a:pt x="3141894" y="944597"/>
                  </a:cubicBezTo>
                  <a:cubicBezTo>
                    <a:pt x="3192851" y="936387"/>
                    <a:pt x="3244846" y="931291"/>
                    <a:pt x="3298068" y="930253"/>
                  </a:cubicBezTo>
                  <a:cubicBezTo>
                    <a:pt x="3587676" y="924214"/>
                    <a:pt x="3929278" y="1079823"/>
                    <a:pt x="4034778" y="1363296"/>
                  </a:cubicBezTo>
                  <a:cubicBezTo>
                    <a:pt x="4101683" y="1543062"/>
                    <a:pt x="4067806" y="1731415"/>
                    <a:pt x="4082810" y="1902688"/>
                  </a:cubicBezTo>
                  <a:cubicBezTo>
                    <a:pt x="4089133" y="1974595"/>
                    <a:pt x="4102816" y="2043670"/>
                    <a:pt x="4136032" y="2108499"/>
                  </a:cubicBezTo>
                  <a:cubicBezTo>
                    <a:pt x="4277109" y="2386405"/>
                    <a:pt x="4716002" y="2427454"/>
                    <a:pt x="5010610" y="2259483"/>
                  </a:cubicBezTo>
                  <a:cubicBezTo>
                    <a:pt x="5154423" y="2177480"/>
                    <a:pt x="5273040" y="2052918"/>
                    <a:pt x="5417891" y="1950814"/>
                  </a:cubicBezTo>
                  <a:cubicBezTo>
                    <a:pt x="5613982" y="1813230"/>
                    <a:pt x="5830456" y="1709145"/>
                    <a:pt x="6044382" y="1667907"/>
                  </a:cubicBezTo>
                  <a:cubicBezTo>
                    <a:pt x="6240568" y="1630067"/>
                    <a:pt x="6451946" y="1655074"/>
                    <a:pt x="6639733" y="1730849"/>
                  </a:cubicBezTo>
                  <a:cubicBezTo>
                    <a:pt x="6810723" y="1799830"/>
                    <a:pt x="6964161" y="1915711"/>
                    <a:pt x="7069756" y="2085002"/>
                  </a:cubicBezTo>
                  <a:cubicBezTo>
                    <a:pt x="7085704" y="2110481"/>
                    <a:pt x="7100142" y="2136337"/>
                    <a:pt x="7113447" y="2162382"/>
                  </a:cubicBezTo>
                  <a:cubicBezTo>
                    <a:pt x="7232159" y="2394332"/>
                    <a:pt x="7260091" y="2636473"/>
                    <a:pt x="7385314" y="2826525"/>
                  </a:cubicBezTo>
                  <a:cubicBezTo>
                    <a:pt x="7478169" y="2968356"/>
                    <a:pt x="7623114" y="3071309"/>
                    <a:pt x="7785139" y="3128305"/>
                  </a:cubicBezTo>
                  <a:cubicBezTo>
                    <a:pt x="7929707" y="3179168"/>
                    <a:pt x="8085222" y="3196154"/>
                    <a:pt x="8236866" y="3185019"/>
                  </a:cubicBezTo>
                  <a:cubicBezTo>
                    <a:pt x="8494011" y="3166051"/>
                    <a:pt x="8743986" y="3076404"/>
                    <a:pt x="8997545" y="2984115"/>
                  </a:cubicBezTo>
                  <a:cubicBezTo>
                    <a:pt x="9059921" y="2961184"/>
                    <a:pt x="9122579" y="2937970"/>
                    <a:pt x="9185426" y="2915228"/>
                  </a:cubicBezTo>
                  <a:cubicBezTo>
                    <a:pt x="10081614" y="2589951"/>
                    <a:pt x="11064051" y="2372439"/>
                    <a:pt x="12103297" y="2337524"/>
                  </a:cubicBezTo>
                </a:path>
              </a:pathLst>
            </a:custGeom>
            <a:noFill/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520" name="Google Shape;520;p15"/>
            <p:cNvSpPr/>
            <p:nvPr/>
          </p:nvSpPr>
          <p:spPr>
            <a:xfrm>
              <a:off x="83607" y="8402168"/>
              <a:ext cx="12100277" cy="3285815"/>
            </a:xfrm>
            <a:custGeom>
              <a:avLst/>
              <a:gdLst/>
              <a:ahLst/>
              <a:cxnLst/>
              <a:rect l="l" t="t" r="r" b="b"/>
              <a:pathLst>
                <a:path w="12100277" h="3285815" extrusionOk="0">
                  <a:moveTo>
                    <a:pt x="0" y="0"/>
                  </a:moveTo>
                  <a:cubicBezTo>
                    <a:pt x="76342" y="143435"/>
                    <a:pt x="211095" y="348114"/>
                    <a:pt x="379160" y="538826"/>
                  </a:cubicBezTo>
                  <a:cubicBezTo>
                    <a:pt x="513347" y="691132"/>
                    <a:pt x="670654" y="821261"/>
                    <a:pt x="808145" y="925630"/>
                  </a:cubicBezTo>
                  <a:cubicBezTo>
                    <a:pt x="924875" y="1014239"/>
                    <a:pt x="1032451" y="1081615"/>
                    <a:pt x="1140782" y="1146350"/>
                  </a:cubicBezTo>
                  <a:cubicBezTo>
                    <a:pt x="1288842" y="1234865"/>
                    <a:pt x="1438977" y="1306488"/>
                    <a:pt x="1576278" y="1339422"/>
                  </a:cubicBezTo>
                  <a:cubicBezTo>
                    <a:pt x="1884476" y="1413498"/>
                    <a:pt x="2194749" y="1321587"/>
                    <a:pt x="2465200" y="1212500"/>
                  </a:cubicBezTo>
                  <a:cubicBezTo>
                    <a:pt x="2685826" y="1123514"/>
                    <a:pt x="2901262" y="1018579"/>
                    <a:pt x="3134250" y="975737"/>
                  </a:cubicBezTo>
                  <a:cubicBezTo>
                    <a:pt x="3186812" y="966112"/>
                    <a:pt x="3240317" y="959695"/>
                    <a:pt x="3295237" y="957431"/>
                  </a:cubicBezTo>
                  <a:cubicBezTo>
                    <a:pt x="3593526" y="944974"/>
                    <a:pt x="3944848" y="1100677"/>
                    <a:pt x="4049311" y="1391889"/>
                  </a:cubicBezTo>
                  <a:cubicBezTo>
                    <a:pt x="4115461" y="1576278"/>
                    <a:pt x="4075922" y="1770954"/>
                    <a:pt x="4087151" y="1949588"/>
                  </a:cubicBezTo>
                  <a:cubicBezTo>
                    <a:pt x="4091869" y="2024608"/>
                    <a:pt x="4104514" y="2096986"/>
                    <a:pt x="4137542" y="2165213"/>
                  </a:cubicBezTo>
                  <a:cubicBezTo>
                    <a:pt x="4277864" y="2457556"/>
                    <a:pt x="4727986" y="2504645"/>
                    <a:pt x="5033824" y="2339977"/>
                  </a:cubicBezTo>
                  <a:cubicBezTo>
                    <a:pt x="5178863" y="2261937"/>
                    <a:pt x="5301067" y="2143603"/>
                    <a:pt x="5444691" y="2043481"/>
                  </a:cubicBezTo>
                  <a:cubicBezTo>
                    <a:pt x="5639461" y="1908067"/>
                    <a:pt x="5850367" y="1798792"/>
                    <a:pt x="6062972" y="1748873"/>
                  </a:cubicBezTo>
                  <a:cubicBezTo>
                    <a:pt x="6257082" y="1703294"/>
                    <a:pt x="6470536" y="1718204"/>
                    <a:pt x="6660211" y="1786713"/>
                  </a:cubicBezTo>
                  <a:cubicBezTo>
                    <a:pt x="6833276" y="1849183"/>
                    <a:pt x="6988224" y="1960440"/>
                    <a:pt x="7091460" y="2128599"/>
                  </a:cubicBezTo>
                  <a:cubicBezTo>
                    <a:pt x="7107030" y="2153889"/>
                    <a:pt x="7120996" y="2179556"/>
                    <a:pt x="7133641" y="2205507"/>
                  </a:cubicBezTo>
                  <a:cubicBezTo>
                    <a:pt x="7247069" y="2436513"/>
                    <a:pt x="7261506" y="2683278"/>
                    <a:pt x="7377576" y="2881257"/>
                  </a:cubicBezTo>
                  <a:cubicBezTo>
                    <a:pt x="7463637" y="3029033"/>
                    <a:pt x="7603958" y="3139157"/>
                    <a:pt x="7764002" y="3204835"/>
                  </a:cubicBezTo>
                  <a:cubicBezTo>
                    <a:pt x="7906588" y="3263342"/>
                    <a:pt x="8062574" y="3288915"/>
                    <a:pt x="8215540" y="3285518"/>
                  </a:cubicBezTo>
                  <a:cubicBezTo>
                    <a:pt x="8475422" y="3279856"/>
                    <a:pt x="8730680" y="3202476"/>
                    <a:pt x="8988769" y="3121322"/>
                  </a:cubicBezTo>
                  <a:cubicBezTo>
                    <a:pt x="9052183" y="3101128"/>
                    <a:pt x="9115879" y="3080651"/>
                    <a:pt x="9179670" y="3060645"/>
                  </a:cubicBezTo>
                  <a:cubicBezTo>
                    <a:pt x="10089069" y="2774435"/>
                    <a:pt x="11071601" y="2593159"/>
                    <a:pt x="12100277" y="2579099"/>
                  </a:cubicBezTo>
                </a:path>
              </a:pathLst>
            </a:custGeom>
            <a:noFill/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521" name="Google Shape;521;p15"/>
            <p:cNvSpPr/>
            <p:nvPr/>
          </p:nvSpPr>
          <p:spPr>
            <a:xfrm>
              <a:off x="86627" y="8284683"/>
              <a:ext cx="12097068" cy="3387087"/>
            </a:xfrm>
            <a:custGeom>
              <a:avLst/>
              <a:gdLst/>
              <a:ahLst/>
              <a:cxnLst/>
              <a:rect l="l" t="t" r="r" b="b"/>
              <a:pathLst>
                <a:path w="12097068" h="3387087" extrusionOk="0">
                  <a:moveTo>
                    <a:pt x="0" y="0"/>
                  </a:moveTo>
                  <a:cubicBezTo>
                    <a:pt x="75115" y="137018"/>
                    <a:pt x="205150" y="339055"/>
                    <a:pt x="366892" y="534768"/>
                  </a:cubicBezTo>
                  <a:cubicBezTo>
                    <a:pt x="494474" y="689150"/>
                    <a:pt x="643383" y="828622"/>
                    <a:pt x="776910" y="945352"/>
                  </a:cubicBezTo>
                  <a:cubicBezTo>
                    <a:pt x="890431" y="1044530"/>
                    <a:pt x="997347" y="1125212"/>
                    <a:pt x="1103791" y="1199100"/>
                  </a:cubicBezTo>
                  <a:cubicBezTo>
                    <a:pt x="1250435" y="1300826"/>
                    <a:pt x="1396890" y="1379999"/>
                    <a:pt x="1529473" y="1411705"/>
                  </a:cubicBezTo>
                  <a:cubicBezTo>
                    <a:pt x="1843144" y="1486820"/>
                    <a:pt x="2160872" y="1386415"/>
                    <a:pt x="2438400" y="1267421"/>
                  </a:cubicBezTo>
                  <a:cubicBezTo>
                    <a:pt x="2664783" y="1170319"/>
                    <a:pt x="2886635" y="1056326"/>
                    <a:pt x="3126701" y="1007067"/>
                  </a:cubicBezTo>
                  <a:cubicBezTo>
                    <a:pt x="3180772" y="995932"/>
                    <a:pt x="3235976" y="988194"/>
                    <a:pt x="3292501" y="984797"/>
                  </a:cubicBezTo>
                  <a:cubicBezTo>
                    <a:pt x="3599471" y="965924"/>
                    <a:pt x="3961079" y="1121532"/>
                    <a:pt x="4063937" y="1420764"/>
                  </a:cubicBezTo>
                  <a:cubicBezTo>
                    <a:pt x="4129615" y="1609684"/>
                    <a:pt x="4083848" y="1810682"/>
                    <a:pt x="4091681" y="1996865"/>
                  </a:cubicBezTo>
                  <a:cubicBezTo>
                    <a:pt x="4094700" y="2074999"/>
                    <a:pt x="4106402" y="2150680"/>
                    <a:pt x="4139146" y="2222304"/>
                  </a:cubicBezTo>
                  <a:cubicBezTo>
                    <a:pt x="4278713" y="2528991"/>
                    <a:pt x="4740065" y="2581741"/>
                    <a:pt x="5057133" y="2420848"/>
                  </a:cubicBezTo>
                  <a:cubicBezTo>
                    <a:pt x="5203493" y="2346583"/>
                    <a:pt x="5329282" y="2234665"/>
                    <a:pt x="5471491" y="2136525"/>
                  </a:cubicBezTo>
                  <a:cubicBezTo>
                    <a:pt x="5665034" y="2003282"/>
                    <a:pt x="5870373" y="1888816"/>
                    <a:pt x="6081563" y="1830310"/>
                  </a:cubicBezTo>
                  <a:cubicBezTo>
                    <a:pt x="6273596" y="1777088"/>
                    <a:pt x="6489126" y="1781806"/>
                    <a:pt x="6680593" y="1842955"/>
                  </a:cubicBezTo>
                  <a:cubicBezTo>
                    <a:pt x="6855736" y="1898914"/>
                    <a:pt x="7012099" y="2005452"/>
                    <a:pt x="7113070" y="2172573"/>
                  </a:cubicBezTo>
                  <a:cubicBezTo>
                    <a:pt x="7128263" y="2197674"/>
                    <a:pt x="7141757" y="2223153"/>
                    <a:pt x="7153836" y="2249103"/>
                  </a:cubicBezTo>
                  <a:cubicBezTo>
                    <a:pt x="7261884" y="2479260"/>
                    <a:pt x="7263016" y="2730555"/>
                    <a:pt x="7369743" y="2936461"/>
                  </a:cubicBezTo>
                  <a:cubicBezTo>
                    <a:pt x="7448916" y="3090181"/>
                    <a:pt x="7584708" y="3207478"/>
                    <a:pt x="7742675" y="3281837"/>
                  </a:cubicBezTo>
                  <a:cubicBezTo>
                    <a:pt x="7883280" y="3347988"/>
                    <a:pt x="8039737" y="3382054"/>
                    <a:pt x="8194119" y="3386489"/>
                  </a:cubicBezTo>
                  <a:cubicBezTo>
                    <a:pt x="8456737" y="3394038"/>
                    <a:pt x="8717280" y="3329020"/>
                    <a:pt x="8979805" y="3259001"/>
                  </a:cubicBezTo>
                  <a:cubicBezTo>
                    <a:pt x="9044350" y="3241638"/>
                    <a:pt x="9108990" y="3223897"/>
                    <a:pt x="9173725" y="3206534"/>
                  </a:cubicBezTo>
                  <a:cubicBezTo>
                    <a:pt x="10096240" y="2959391"/>
                    <a:pt x="11079055" y="2814257"/>
                    <a:pt x="12097068" y="2821146"/>
                  </a:cubicBezTo>
                </a:path>
              </a:pathLst>
            </a:custGeom>
            <a:noFill/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522" name="Google Shape;522;p15"/>
            <p:cNvSpPr/>
            <p:nvPr/>
          </p:nvSpPr>
          <p:spPr>
            <a:xfrm>
              <a:off x="89647" y="8167104"/>
              <a:ext cx="12093859" cy="3491821"/>
            </a:xfrm>
            <a:custGeom>
              <a:avLst/>
              <a:gdLst/>
              <a:ahLst/>
              <a:cxnLst/>
              <a:rect l="l" t="t" r="r" b="b"/>
              <a:pathLst>
                <a:path w="12093859" h="3491821" extrusionOk="0">
                  <a:moveTo>
                    <a:pt x="0" y="0"/>
                  </a:moveTo>
                  <a:cubicBezTo>
                    <a:pt x="73888" y="130507"/>
                    <a:pt x="199394" y="329901"/>
                    <a:pt x="354531" y="530616"/>
                  </a:cubicBezTo>
                  <a:cubicBezTo>
                    <a:pt x="475507" y="687168"/>
                    <a:pt x="615922" y="835982"/>
                    <a:pt x="745580" y="964980"/>
                  </a:cubicBezTo>
                  <a:cubicBezTo>
                    <a:pt x="855799" y="1074727"/>
                    <a:pt x="962054" y="1168809"/>
                    <a:pt x="1066706" y="1251756"/>
                  </a:cubicBezTo>
                  <a:cubicBezTo>
                    <a:pt x="1211651" y="1366599"/>
                    <a:pt x="1354803" y="1453132"/>
                    <a:pt x="1482668" y="1483895"/>
                  </a:cubicBezTo>
                  <a:cubicBezTo>
                    <a:pt x="1802000" y="1559387"/>
                    <a:pt x="2126711" y="1450773"/>
                    <a:pt x="2411600" y="1322247"/>
                  </a:cubicBezTo>
                  <a:cubicBezTo>
                    <a:pt x="2643645" y="1216747"/>
                    <a:pt x="2872009" y="1093977"/>
                    <a:pt x="3119057" y="1038302"/>
                  </a:cubicBezTo>
                  <a:cubicBezTo>
                    <a:pt x="3174733" y="1025751"/>
                    <a:pt x="3231541" y="1016692"/>
                    <a:pt x="3289575" y="1012068"/>
                  </a:cubicBezTo>
                  <a:cubicBezTo>
                    <a:pt x="3605322" y="986873"/>
                    <a:pt x="3976555" y="1142575"/>
                    <a:pt x="4078375" y="1449546"/>
                  </a:cubicBezTo>
                  <a:cubicBezTo>
                    <a:pt x="4143204" y="1643089"/>
                    <a:pt x="4092058" y="1850315"/>
                    <a:pt x="4096021" y="2044048"/>
                  </a:cubicBezTo>
                  <a:cubicBezTo>
                    <a:pt x="4097437" y="2125296"/>
                    <a:pt x="4108100" y="2204280"/>
                    <a:pt x="4140656" y="2279300"/>
                  </a:cubicBezTo>
                  <a:cubicBezTo>
                    <a:pt x="4279468" y="2600426"/>
                    <a:pt x="4752049" y="2658555"/>
                    <a:pt x="5080346" y="2501625"/>
                  </a:cubicBezTo>
                  <a:cubicBezTo>
                    <a:pt x="5228123" y="2431040"/>
                    <a:pt x="5357403" y="2325728"/>
                    <a:pt x="5498290" y="2229381"/>
                  </a:cubicBezTo>
                  <a:cubicBezTo>
                    <a:pt x="5690513" y="2098213"/>
                    <a:pt x="5890378" y="1978747"/>
                    <a:pt x="6100058" y="1911464"/>
                  </a:cubicBezTo>
                  <a:cubicBezTo>
                    <a:pt x="6290110" y="1850504"/>
                    <a:pt x="6507622" y="1845125"/>
                    <a:pt x="6700882" y="1899008"/>
                  </a:cubicBezTo>
                  <a:cubicBezTo>
                    <a:pt x="6878100" y="1948455"/>
                    <a:pt x="7035973" y="2050370"/>
                    <a:pt x="7134585" y="2216359"/>
                  </a:cubicBezTo>
                  <a:cubicBezTo>
                    <a:pt x="7149400" y="2241271"/>
                    <a:pt x="7162328" y="2266655"/>
                    <a:pt x="7173935" y="2292417"/>
                  </a:cubicBezTo>
                  <a:cubicBezTo>
                    <a:pt x="7276699" y="2521630"/>
                    <a:pt x="7264432" y="2777549"/>
                    <a:pt x="7361911" y="2991381"/>
                  </a:cubicBezTo>
                  <a:cubicBezTo>
                    <a:pt x="7434289" y="3150953"/>
                    <a:pt x="7565457" y="3275421"/>
                    <a:pt x="7721443" y="3358557"/>
                  </a:cubicBezTo>
                  <a:cubicBezTo>
                    <a:pt x="7860066" y="3432444"/>
                    <a:pt x="8016995" y="3474909"/>
                    <a:pt x="8172698" y="3487177"/>
                  </a:cubicBezTo>
                  <a:cubicBezTo>
                    <a:pt x="8438053" y="3508031"/>
                    <a:pt x="8703880" y="3455281"/>
                    <a:pt x="8970840" y="3396397"/>
                  </a:cubicBezTo>
                  <a:cubicBezTo>
                    <a:pt x="9036423" y="3381770"/>
                    <a:pt x="9102102" y="3366766"/>
                    <a:pt x="9167780" y="3352234"/>
                  </a:cubicBezTo>
                  <a:cubicBezTo>
                    <a:pt x="10103507" y="3144158"/>
                    <a:pt x="11086510" y="3035261"/>
                    <a:pt x="12093860" y="3063004"/>
                  </a:cubicBezTo>
                </a:path>
              </a:pathLst>
            </a:custGeom>
            <a:noFill/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523" name="Google Shape;523;p15"/>
            <p:cNvSpPr/>
            <p:nvPr/>
          </p:nvSpPr>
          <p:spPr>
            <a:xfrm>
              <a:off x="92761" y="8049619"/>
              <a:ext cx="12090651" cy="3600743"/>
            </a:xfrm>
            <a:custGeom>
              <a:avLst/>
              <a:gdLst/>
              <a:ahLst/>
              <a:cxnLst/>
              <a:rect l="l" t="t" r="r" b="b"/>
              <a:pathLst>
                <a:path w="12090651" h="3600743" extrusionOk="0">
                  <a:moveTo>
                    <a:pt x="0" y="0"/>
                  </a:moveTo>
                  <a:cubicBezTo>
                    <a:pt x="72661" y="123996"/>
                    <a:pt x="193826" y="320842"/>
                    <a:pt x="342169" y="526464"/>
                  </a:cubicBezTo>
                  <a:cubicBezTo>
                    <a:pt x="456634" y="685092"/>
                    <a:pt x="588557" y="843249"/>
                    <a:pt x="714251" y="984608"/>
                  </a:cubicBezTo>
                  <a:cubicBezTo>
                    <a:pt x="821261" y="1104829"/>
                    <a:pt x="926479" y="1212217"/>
                    <a:pt x="1029620" y="1304412"/>
                  </a:cubicBezTo>
                  <a:cubicBezTo>
                    <a:pt x="1172772" y="1432371"/>
                    <a:pt x="1312622" y="1526642"/>
                    <a:pt x="1435863" y="1555990"/>
                  </a:cubicBezTo>
                  <a:cubicBezTo>
                    <a:pt x="1760574" y="1632520"/>
                    <a:pt x="2092929" y="1515507"/>
                    <a:pt x="2384801" y="1376979"/>
                  </a:cubicBezTo>
                  <a:cubicBezTo>
                    <a:pt x="2622790" y="1263457"/>
                    <a:pt x="2857382" y="1131535"/>
                    <a:pt x="3111508" y="1069442"/>
                  </a:cubicBezTo>
                  <a:cubicBezTo>
                    <a:pt x="3168788" y="1055476"/>
                    <a:pt x="3227105" y="1045002"/>
                    <a:pt x="3286839" y="1039245"/>
                  </a:cubicBezTo>
                  <a:cubicBezTo>
                    <a:pt x="3611267" y="1007633"/>
                    <a:pt x="3992125" y="1163525"/>
                    <a:pt x="4093096" y="1478139"/>
                  </a:cubicBezTo>
                  <a:cubicBezTo>
                    <a:pt x="4157076" y="1676400"/>
                    <a:pt x="4100456" y="1889855"/>
                    <a:pt x="4100551" y="2090947"/>
                  </a:cubicBezTo>
                  <a:cubicBezTo>
                    <a:pt x="4100456" y="2175310"/>
                    <a:pt x="4109987" y="2257690"/>
                    <a:pt x="4142355" y="2336014"/>
                  </a:cubicBezTo>
                  <a:cubicBezTo>
                    <a:pt x="4280411" y="2671577"/>
                    <a:pt x="4764223" y="2734613"/>
                    <a:pt x="5103749" y="2582119"/>
                  </a:cubicBezTo>
                  <a:cubicBezTo>
                    <a:pt x="5252940" y="2515119"/>
                    <a:pt x="5385712" y="2416413"/>
                    <a:pt x="5525185" y="2322048"/>
                  </a:cubicBezTo>
                  <a:cubicBezTo>
                    <a:pt x="5716180" y="2193050"/>
                    <a:pt x="5910478" y="2068488"/>
                    <a:pt x="6118742" y="1992524"/>
                  </a:cubicBezTo>
                  <a:cubicBezTo>
                    <a:pt x="6306812" y="1923920"/>
                    <a:pt x="6526306" y="1908256"/>
                    <a:pt x="6721359" y="1954967"/>
                  </a:cubicBezTo>
                  <a:cubicBezTo>
                    <a:pt x="6900653" y="1997903"/>
                    <a:pt x="7060036" y="2095099"/>
                    <a:pt x="7156289" y="2260050"/>
                  </a:cubicBezTo>
                  <a:cubicBezTo>
                    <a:pt x="7170727" y="2284774"/>
                    <a:pt x="7183183" y="2309969"/>
                    <a:pt x="7194130" y="2335731"/>
                  </a:cubicBezTo>
                  <a:cubicBezTo>
                    <a:pt x="7291515" y="2564001"/>
                    <a:pt x="7265942" y="2824543"/>
                    <a:pt x="7354079" y="3046302"/>
                  </a:cubicBezTo>
                  <a:cubicBezTo>
                    <a:pt x="7419662" y="3211818"/>
                    <a:pt x="7546489" y="3343175"/>
                    <a:pt x="7700211" y="3435275"/>
                  </a:cubicBezTo>
                  <a:cubicBezTo>
                    <a:pt x="7837041" y="3516618"/>
                    <a:pt x="7994159" y="3568142"/>
                    <a:pt x="8151277" y="3587864"/>
                  </a:cubicBezTo>
                  <a:cubicBezTo>
                    <a:pt x="8419275" y="3622496"/>
                    <a:pt x="8690575" y="3581448"/>
                    <a:pt x="8961969" y="3533793"/>
                  </a:cubicBezTo>
                  <a:cubicBezTo>
                    <a:pt x="9028591" y="3521997"/>
                    <a:pt x="9095307" y="3509730"/>
                    <a:pt x="9161929" y="3497840"/>
                  </a:cubicBezTo>
                  <a:cubicBezTo>
                    <a:pt x="10110773" y="3328831"/>
                    <a:pt x="11094059" y="3256170"/>
                    <a:pt x="12090651" y="3304768"/>
                  </a:cubicBezTo>
                </a:path>
              </a:pathLst>
            </a:custGeom>
            <a:noFill/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524" name="Google Shape;524;p15"/>
            <p:cNvSpPr/>
            <p:nvPr/>
          </p:nvSpPr>
          <p:spPr>
            <a:xfrm>
              <a:off x="95780" y="7932134"/>
              <a:ext cx="12087631" cy="3713953"/>
            </a:xfrm>
            <a:custGeom>
              <a:avLst/>
              <a:gdLst/>
              <a:ahLst/>
              <a:cxnLst/>
              <a:rect l="l" t="t" r="r" b="b"/>
              <a:pathLst>
                <a:path w="12087631" h="3713953" extrusionOk="0">
                  <a:moveTo>
                    <a:pt x="0" y="0"/>
                  </a:moveTo>
                  <a:cubicBezTo>
                    <a:pt x="71435" y="117579"/>
                    <a:pt x="188259" y="311689"/>
                    <a:pt x="329807" y="522312"/>
                  </a:cubicBezTo>
                  <a:cubicBezTo>
                    <a:pt x="437950" y="683111"/>
                    <a:pt x="560813" y="850703"/>
                    <a:pt x="683016" y="1004330"/>
                  </a:cubicBezTo>
                  <a:cubicBezTo>
                    <a:pt x="786535" y="1135215"/>
                    <a:pt x="890997" y="1255625"/>
                    <a:pt x="992629" y="1357162"/>
                  </a:cubicBezTo>
                  <a:cubicBezTo>
                    <a:pt x="1133799" y="1498050"/>
                    <a:pt x="1270535" y="1600153"/>
                    <a:pt x="1389058" y="1628274"/>
                  </a:cubicBezTo>
                  <a:cubicBezTo>
                    <a:pt x="1719242" y="1705936"/>
                    <a:pt x="2059052" y="1580525"/>
                    <a:pt x="2358001" y="1431900"/>
                  </a:cubicBezTo>
                  <a:cubicBezTo>
                    <a:pt x="2601841" y="1310357"/>
                    <a:pt x="2842661" y="1169281"/>
                    <a:pt x="3103864" y="1100772"/>
                  </a:cubicBezTo>
                  <a:cubicBezTo>
                    <a:pt x="3162748" y="1085296"/>
                    <a:pt x="3222670" y="1073594"/>
                    <a:pt x="3284008" y="1066611"/>
                  </a:cubicBezTo>
                  <a:cubicBezTo>
                    <a:pt x="3617117" y="1028676"/>
                    <a:pt x="4007601" y="1184568"/>
                    <a:pt x="4107628" y="1507014"/>
                  </a:cubicBezTo>
                  <a:cubicBezTo>
                    <a:pt x="4170759" y="1709900"/>
                    <a:pt x="4108666" y="1929582"/>
                    <a:pt x="4104986" y="2138224"/>
                  </a:cubicBezTo>
                  <a:cubicBezTo>
                    <a:pt x="4103382" y="2225795"/>
                    <a:pt x="4111780" y="2311385"/>
                    <a:pt x="4143959" y="2393199"/>
                  </a:cubicBezTo>
                  <a:cubicBezTo>
                    <a:pt x="4281261" y="2743106"/>
                    <a:pt x="4776301" y="2810955"/>
                    <a:pt x="5127057" y="2663084"/>
                  </a:cubicBezTo>
                  <a:cubicBezTo>
                    <a:pt x="5277759" y="2599576"/>
                    <a:pt x="5413833" y="2507570"/>
                    <a:pt x="5552079" y="2415186"/>
                  </a:cubicBezTo>
                  <a:cubicBezTo>
                    <a:pt x="5741753" y="2288359"/>
                    <a:pt x="5930672" y="2158607"/>
                    <a:pt x="6137426" y="2073961"/>
                  </a:cubicBezTo>
                  <a:cubicBezTo>
                    <a:pt x="6323515" y="1997714"/>
                    <a:pt x="6544990" y="1971575"/>
                    <a:pt x="6741837" y="2011303"/>
                  </a:cubicBezTo>
                  <a:cubicBezTo>
                    <a:pt x="6923207" y="2047445"/>
                    <a:pt x="7084099" y="2140300"/>
                    <a:pt x="7177993" y="2304118"/>
                  </a:cubicBezTo>
                  <a:cubicBezTo>
                    <a:pt x="7192053" y="2328653"/>
                    <a:pt x="7204038" y="2353754"/>
                    <a:pt x="7214418" y="2379327"/>
                  </a:cubicBezTo>
                  <a:cubicBezTo>
                    <a:pt x="7306519" y="2606748"/>
                    <a:pt x="7267546" y="2871820"/>
                    <a:pt x="7346435" y="3101505"/>
                  </a:cubicBezTo>
                  <a:cubicBezTo>
                    <a:pt x="7405225" y="3272967"/>
                    <a:pt x="7527334" y="3411590"/>
                    <a:pt x="7679073" y="3512278"/>
                  </a:cubicBezTo>
                  <a:cubicBezTo>
                    <a:pt x="7813827" y="3601358"/>
                    <a:pt x="7971417" y="3661186"/>
                    <a:pt x="8130045" y="3688835"/>
                  </a:cubicBezTo>
                  <a:cubicBezTo>
                    <a:pt x="8400684" y="3736584"/>
                    <a:pt x="8677364" y="3707991"/>
                    <a:pt x="8953193" y="3671472"/>
                  </a:cubicBezTo>
                  <a:cubicBezTo>
                    <a:pt x="9020947" y="3662413"/>
                    <a:pt x="9088608" y="3652882"/>
                    <a:pt x="9156173" y="3643823"/>
                  </a:cubicBezTo>
                  <a:cubicBezTo>
                    <a:pt x="10118228" y="3513882"/>
                    <a:pt x="11101703" y="3477363"/>
                    <a:pt x="12087632" y="3546815"/>
                  </a:cubicBezTo>
                </a:path>
              </a:pathLst>
            </a:custGeom>
            <a:noFill/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525" name="Google Shape;525;p15"/>
            <p:cNvSpPr/>
            <p:nvPr/>
          </p:nvSpPr>
          <p:spPr>
            <a:xfrm>
              <a:off x="98800" y="7814649"/>
              <a:ext cx="12084423" cy="3831239"/>
            </a:xfrm>
            <a:custGeom>
              <a:avLst/>
              <a:gdLst/>
              <a:ahLst/>
              <a:cxnLst/>
              <a:rect l="l" t="t" r="r" b="b"/>
              <a:pathLst>
                <a:path w="12084423" h="3831239" extrusionOk="0">
                  <a:moveTo>
                    <a:pt x="0" y="0"/>
                  </a:moveTo>
                  <a:cubicBezTo>
                    <a:pt x="230912" y="365383"/>
                    <a:pt x="921572" y="1601568"/>
                    <a:pt x="1342347" y="1700369"/>
                  </a:cubicBezTo>
                  <a:cubicBezTo>
                    <a:pt x="1677910" y="1779164"/>
                    <a:pt x="2025269" y="1645354"/>
                    <a:pt x="2331295" y="1486631"/>
                  </a:cubicBezTo>
                  <a:cubicBezTo>
                    <a:pt x="2637322" y="1327909"/>
                    <a:pt x="2939480" y="1138046"/>
                    <a:pt x="3281271" y="1093694"/>
                  </a:cubicBezTo>
                  <a:cubicBezTo>
                    <a:pt x="3623062" y="1049343"/>
                    <a:pt x="4023171" y="1205423"/>
                    <a:pt x="4122255" y="1535607"/>
                  </a:cubicBezTo>
                  <a:cubicBezTo>
                    <a:pt x="4210770" y="1830310"/>
                    <a:pt x="4037515" y="2161815"/>
                    <a:pt x="4145563" y="2449913"/>
                  </a:cubicBezTo>
                  <a:cubicBezTo>
                    <a:pt x="4282110" y="2814257"/>
                    <a:pt x="4788474" y="2886352"/>
                    <a:pt x="5150365" y="2743578"/>
                  </a:cubicBezTo>
                  <a:cubicBezTo>
                    <a:pt x="5512256" y="2600803"/>
                    <a:pt x="5801863" y="2316103"/>
                    <a:pt x="6156017" y="2154927"/>
                  </a:cubicBezTo>
                  <a:cubicBezTo>
                    <a:pt x="6510170" y="1993751"/>
                    <a:pt x="7008891" y="2008566"/>
                    <a:pt x="7199603" y="2347621"/>
                  </a:cubicBezTo>
                  <a:cubicBezTo>
                    <a:pt x="7334639" y="2587781"/>
                    <a:pt x="7261129" y="2891826"/>
                    <a:pt x="7338603" y="3156143"/>
                  </a:cubicBezTo>
                  <a:cubicBezTo>
                    <a:pt x="7436648" y="3490857"/>
                    <a:pt x="7768248" y="3713559"/>
                    <a:pt x="8108624" y="3789240"/>
                  </a:cubicBezTo>
                  <a:cubicBezTo>
                    <a:pt x="8448999" y="3864921"/>
                    <a:pt x="8802964" y="3821513"/>
                    <a:pt x="9150228" y="3789146"/>
                  </a:cubicBezTo>
                  <a:cubicBezTo>
                    <a:pt x="10125494" y="3698272"/>
                    <a:pt x="11109158" y="3697989"/>
                    <a:pt x="12084423" y="3788296"/>
                  </a:cubicBezTo>
                </a:path>
              </a:pathLst>
            </a:custGeom>
            <a:noFill/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526" name="Google Shape;526;p15"/>
          <p:cNvSpPr txBox="1">
            <a:spLocks noGrp="1"/>
          </p:cNvSpPr>
          <p:nvPr>
            <p:ph type="subTitle" idx="1"/>
          </p:nvPr>
        </p:nvSpPr>
        <p:spPr>
          <a:xfrm>
            <a:off x="8378500" y="1882375"/>
            <a:ext cx="3397800" cy="606900"/>
          </a:xfrm>
          <a:prstGeom prst="rect">
            <a:avLst/>
          </a:prstGeom>
        </p:spPr>
        <p:txBody>
          <a:bodyPr spcFirstLastPara="1" wrap="square" lIns="121900" tIns="121900" rIns="121900" bIns="121900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 b="1"/>
            </a:lvl1pPr>
            <a:lvl2pPr lvl="1" rtl="0">
              <a:spcBef>
                <a:spcPts val="2100"/>
              </a:spcBef>
              <a:spcAft>
                <a:spcPts val="0"/>
              </a:spcAft>
              <a:buSzPts val="1800"/>
              <a:buNone/>
              <a:defRPr sz="1800" b="1"/>
            </a:lvl2pPr>
            <a:lvl3pPr lvl="2" rtl="0">
              <a:spcBef>
                <a:spcPts val="2100"/>
              </a:spcBef>
              <a:spcAft>
                <a:spcPts val="0"/>
              </a:spcAft>
              <a:buSzPts val="1800"/>
              <a:buNone/>
              <a:defRPr sz="1800" b="1"/>
            </a:lvl3pPr>
            <a:lvl4pPr lvl="3" rtl="0">
              <a:spcBef>
                <a:spcPts val="2100"/>
              </a:spcBef>
              <a:spcAft>
                <a:spcPts val="0"/>
              </a:spcAft>
              <a:buSzPts val="1800"/>
              <a:buNone/>
              <a:defRPr sz="1800" b="1"/>
            </a:lvl4pPr>
            <a:lvl5pPr lvl="4" rtl="0">
              <a:spcBef>
                <a:spcPts val="2100"/>
              </a:spcBef>
              <a:spcAft>
                <a:spcPts val="0"/>
              </a:spcAft>
              <a:buSzPts val="1800"/>
              <a:buNone/>
              <a:defRPr sz="1800" b="1"/>
            </a:lvl5pPr>
            <a:lvl6pPr lvl="5" rtl="0">
              <a:spcBef>
                <a:spcPts val="2100"/>
              </a:spcBef>
              <a:spcAft>
                <a:spcPts val="0"/>
              </a:spcAft>
              <a:buSzPts val="1800"/>
              <a:buNone/>
              <a:defRPr sz="1800" b="1"/>
            </a:lvl6pPr>
            <a:lvl7pPr lvl="6" rtl="0">
              <a:spcBef>
                <a:spcPts val="2100"/>
              </a:spcBef>
              <a:spcAft>
                <a:spcPts val="0"/>
              </a:spcAft>
              <a:buSzPts val="1800"/>
              <a:buNone/>
              <a:defRPr sz="1800" b="1"/>
            </a:lvl7pPr>
            <a:lvl8pPr lvl="7" rtl="0">
              <a:spcBef>
                <a:spcPts val="2100"/>
              </a:spcBef>
              <a:spcAft>
                <a:spcPts val="0"/>
              </a:spcAft>
              <a:buSzPts val="1800"/>
              <a:buNone/>
              <a:defRPr sz="1800" b="1"/>
            </a:lvl8pPr>
            <a:lvl9pPr lvl="8" rtl="0">
              <a:spcBef>
                <a:spcPts val="2100"/>
              </a:spcBef>
              <a:spcAft>
                <a:spcPts val="2100"/>
              </a:spcAft>
              <a:buSzPts val="1800"/>
              <a:buNone/>
              <a:defRPr sz="1800" b="1"/>
            </a:lvl9pPr>
          </a:lstStyle>
          <a:p>
            <a:endParaRPr/>
          </a:p>
        </p:txBody>
      </p:sp>
      <p:sp>
        <p:nvSpPr>
          <p:cNvPr id="527" name="Google Shape;527;p15"/>
          <p:cNvSpPr txBox="1">
            <a:spLocks noGrp="1"/>
          </p:cNvSpPr>
          <p:nvPr>
            <p:ph type="subTitle" idx="2"/>
          </p:nvPr>
        </p:nvSpPr>
        <p:spPr>
          <a:xfrm>
            <a:off x="8378500" y="4102757"/>
            <a:ext cx="3397800" cy="606900"/>
          </a:xfrm>
          <a:prstGeom prst="rect">
            <a:avLst/>
          </a:prstGeom>
        </p:spPr>
        <p:txBody>
          <a:bodyPr spcFirstLastPara="1" wrap="square" lIns="121900" tIns="121900" rIns="121900" bIns="121900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 b="1"/>
            </a:lvl1pPr>
            <a:lvl2pPr lvl="1" rtl="0">
              <a:spcBef>
                <a:spcPts val="2100"/>
              </a:spcBef>
              <a:spcAft>
                <a:spcPts val="0"/>
              </a:spcAft>
              <a:buSzPts val="1800"/>
              <a:buNone/>
              <a:defRPr sz="1800" b="1"/>
            </a:lvl2pPr>
            <a:lvl3pPr lvl="2" rtl="0">
              <a:spcBef>
                <a:spcPts val="2100"/>
              </a:spcBef>
              <a:spcAft>
                <a:spcPts val="0"/>
              </a:spcAft>
              <a:buSzPts val="1800"/>
              <a:buNone/>
              <a:defRPr sz="1800" b="1"/>
            </a:lvl3pPr>
            <a:lvl4pPr lvl="3" rtl="0">
              <a:spcBef>
                <a:spcPts val="2100"/>
              </a:spcBef>
              <a:spcAft>
                <a:spcPts val="0"/>
              </a:spcAft>
              <a:buSzPts val="1800"/>
              <a:buNone/>
              <a:defRPr sz="1800" b="1"/>
            </a:lvl4pPr>
            <a:lvl5pPr lvl="4" rtl="0">
              <a:spcBef>
                <a:spcPts val="2100"/>
              </a:spcBef>
              <a:spcAft>
                <a:spcPts val="0"/>
              </a:spcAft>
              <a:buSzPts val="1800"/>
              <a:buNone/>
              <a:defRPr sz="1800" b="1"/>
            </a:lvl5pPr>
            <a:lvl6pPr lvl="5" rtl="0">
              <a:spcBef>
                <a:spcPts val="2100"/>
              </a:spcBef>
              <a:spcAft>
                <a:spcPts val="0"/>
              </a:spcAft>
              <a:buSzPts val="1800"/>
              <a:buNone/>
              <a:defRPr sz="1800" b="1"/>
            </a:lvl6pPr>
            <a:lvl7pPr lvl="6" rtl="0">
              <a:spcBef>
                <a:spcPts val="2100"/>
              </a:spcBef>
              <a:spcAft>
                <a:spcPts val="0"/>
              </a:spcAft>
              <a:buSzPts val="1800"/>
              <a:buNone/>
              <a:defRPr sz="1800" b="1"/>
            </a:lvl7pPr>
            <a:lvl8pPr lvl="7" rtl="0">
              <a:spcBef>
                <a:spcPts val="2100"/>
              </a:spcBef>
              <a:spcAft>
                <a:spcPts val="0"/>
              </a:spcAft>
              <a:buSzPts val="1800"/>
              <a:buNone/>
              <a:defRPr sz="1800" b="1"/>
            </a:lvl8pPr>
            <a:lvl9pPr lvl="8" rtl="0">
              <a:spcBef>
                <a:spcPts val="2100"/>
              </a:spcBef>
              <a:spcAft>
                <a:spcPts val="2100"/>
              </a:spcAft>
              <a:buSzPts val="1800"/>
              <a:buNone/>
              <a:defRPr sz="1800" b="1"/>
            </a:lvl9pPr>
          </a:lstStyle>
          <a:p>
            <a:endParaRPr/>
          </a:p>
        </p:txBody>
      </p:sp>
      <p:sp>
        <p:nvSpPr>
          <p:cNvPr id="528" name="Google Shape;528;p15"/>
          <p:cNvSpPr txBox="1">
            <a:spLocks noGrp="1"/>
          </p:cNvSpPr>
          <p:nvPr>
            <p:ph type="title"/>
          </p:nvPr>
        </p:nvSpPr>
        <p:spPr>
          <a:xfrm>
            <a:off x="415600" y="593367"/>
            <a:ext cx="11360700" cy="763500"/>
          </a:xfrm>
          <a:prstGeom prst="rect">
            <a:avLst/>
          </a:prstGeom>
        </p:spPr>
        <p:txBody>
          <a:bodyPr spcFirstLastPara="1" wrap="square" lIns="121900" tIns="121900" rIns="121900" bIns="121900" anchor="t" anchorCtr="0">
            <a:noAutofit/>
          </a:bodyPr>
          <a:lstStyle>
            <a:lvl1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Aldrich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Abril Fatface"/>
              <a:buNone/>
              <a:defRPr sz="4000">
                <a:solidFill>
                  <a:schemeClr val="dk1"/>
                </a:solidFill>
                <a:latin typeface="Abril Fatface"/>
                <a:ea typeface="Abril Fatface"/>
                <a:cs typeface="Abril Fatface"/>
                <a:sym typeface="Abril Fatface"/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Abril Fatface"/>
              <a:buNone/>
              <a:defRPr sz="4000">
                <a:solidFill>
                  <a:schemeClr val="dk1"/>
                </a:solidFill>
                <a:latin typeface="Abril Fatface"/>
                <a:ea typeface="Abril Fatface"/>
                <a:cs typeface="Abril Fatface"/>
                <a:sym typeface="Abril Fatface"/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Abril Fatface"/>
              <a:buNone/>
              <a:defRPr sz="4000">
                <a:solidFill>
                  <a:schemeClr val="dk1"/>
                </a:solidFill>
                <a:latin typeface="Abril Fatface"/>
                <a:ea typeface="Abril Fatface"/>
                <a:cs typeface="Abril Fatface"/>
                <a:sym typeface="Abril Fatface"/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Abril Fatface"/>
              <a:buNone/>
              <a:defRPr sz="4000">
                <a:solidFill>
                  <a:schemeClr val="dk1"/>
                </a:solidFill>
                <a:latin typeface="Abril Fatface"/>
                <a:ea typeface="Abril Fatface"/>
                <a:cs typeface="Abril Fatface"/>
                <a:sym typeface="Abril Fatface"/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Abril Fatface"/>
              <a:buNone/>
              <a:defRPr sz="4000">
                <a:solidFill>
                  <a:schemeClr val="dk1"/>
                </a:solidFill>
                <a:latin typeface="Abril Fatface"/>
                <a:ea typeface="Abril Fatface"/>
                <a:cs typeface="Abril Fatface"/>
                <a:sym typeface="Abril Fatface"/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Abril Fatface"/>
              <a:buNone/>
              <a:defRPr sz="4000">
                <a:solidFill>
                  <a:schemeClr val="dk1"/>
                </a:solidFill>
                <a:latin typeface="Abril Fatface"/>
                <a:ea typeface="Abril Fatface"/>
                <a:cs typeface="Abril Fatface"/>
                <a:sym typeface="Abril Fatface"/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Abril Fatface"/>
              <a:buNone/>
              <a:defRPr sz="4000">
                <a:solidFill>
                  <a:schemeClr val="dk1"/>
                </a:solidFill>
                <a:latin typeface="Abril Fatface"/>
                <a:ea typeface="Abril Fatface"/>
                <a:cs typeface="Abril Fatface"/>
                <a:sym typeface="Abril Fatface"/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Abril Fatface"/>
              <a:buNone/>
              <a:defRPr sz="4000">
                <a:solidFill>
                  <a:schemeClr val="dk1"/>
                </a:solidFill>
                <a:latin typeface="Abril Fatface"/>
                <a:ea typeface="Abril Fatface"/>
                <a:cs typeface="Abril Fatface"/>
                <a:sym typeface="Abril Fatface"/>
              </a:defRPr>
            </a:lvl9pPr>
          </a:lstStyle>
          <a:p>
            <a:endParaRPr/>
          </a:p>
        </p:txBody>
      </p:sp>
      <p:sp>
        <p:nvSpPr>
          <p:cNvPr id="529" name="Google Shape;529;p15"/>
          <p:cNvSpPr txBox="1">
            <a:spLocks noGrp="1"/>
          </p:cNvSpPr>
          <p:nvPr>
            <p:ph type="body" idx="3"/>
          </p:nvPr>
        </p:nvSpPr>
        <p:spPr>
          <a:xfrm>
            <a:off x="8378500" y="2318375"/>
            <a:ext cx="3397800" cy="1553400"/>
          </a:xfrm>
          <a:prstGeom prst="rect">
            <a:avLst/>
          </a:prstGeom>
        </p:spPr>
        <p:txBody>
          <a:bodyPr spcFirstLastPara="1" wrap="square" lIns="121900" tIns="121900" rIns="121900" bIns="121900" anchor="t" anchorCtr="0">
            <a:noAutofit/>
          </a:bodyPr>
          <a:lstStyle>
            <a:lvl1pPr marL="457200" lvl="0" indent="-3175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marL="914400" lvl="1" indent="-3175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 sz="1400"/>
            </a:lvl2pPr>
            <a:lvl3pPr marL="1371600" lvl="2" indent="-3175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 sz="1400"/>
            </a:lvl3pPr>
            <a:lvl4pPr marL="1828800" lvl="3" indent="-3175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4pPr>
            <a:lvl5pPr marL="2286000" lvl="4" indent="-3175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 sz="1400"/>
            </a:lvl5pPr>
            <a:lvl6pPr marL="2743200" lvl="5" indent="-3175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 sz="1400"/>
            </a:lvl6pPr>
            <a:lvl7pPr marL="3200400" lvl="6" indent="-3175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7pPr>
            <a:lvl8pPr marL="3657600" lvl="7" indent="-3175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 sz="1400"/>
            </a:lvl8pPr>
            <a:lvl9pPr marL="4114800" lvl="8" indent="-3175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 sz="1400"/>
            </a:lvl9pPr>
          </a:lstStyle>
          <a:p>
            <a:endParaRPr/>
          </a:p>
        </p:txBody>
      </p:sp>
      <p:sp>
        <p:nvSpPr>
          <p:cNvPr id="530" name="Google Shape;530;p15"/>
          <p:cNvSpPr txBox="1">
            <a:spLocks noGrp="1"/>
          </p:cNvSpPr>
          <p:nvPr>
            <p:ph type="body" idx="4"/>
          </p:nvPr>
        </p:nvSpPr>
        <p:spPr>
          <a:xfrm>
            <a:off x="8378500" y="4506700"/>
            <a:ext cx="3397800" cy="1553400"/>
          </a:xfrm>
          <a:prstGeom prst="rect">
            <a:avLst/>
          </a:prstGeom>
        </p:spPr>
        <p:txBody>
          <a:bodyPr spcFirstLastPara="1" wrap="square" lIns="121900" tIns="121900" rIns="121900" bIns="121900" anchor="t" anchorCtr="0">
            <a:noAutofit/>
          </a:bodyPr>
          <a:lstStyle>
            <a:lvl1pPr marL="457200" lvl="0" indent="-3175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marL="914400" lvl="1" indent="-3175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 sz="1400"/>
            </a:lvl2pPr>
            <a:lvl3pPr marL="1371600" lvl="2" indent="-3175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 sz="1400"/>
            </a:lvl3pPr>
            <a:lvl4pPr marL="1828800" lvl="3" indent="-3175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4pPr>
            <a:lvl5pPr marL="2286000" lvl="4" indent="-3175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 sz="1400"/>
            </a:lvl5pPr>
            <a:lvl6pPr marL="2743200" lvl="5" indent="-3175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 sz="1400"/>
            </a:lvl6pPr>
            <a:lvl7pPr marL="3200400" lvl="6" indent="-3175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7pPr>
            <a:lvl8pPr marL="3657600" lvl="7" indent="-3175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 sz="1400"/>
            </a:lvl8pPr>
            <a:lvl9pPr marL="4114800" lvl="8" indent="-3175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 sz="1400"/>
            </a:lvl9pPr>
          </a:lstStyle>
          <a:p>
            <a:endParaRPr/>
          </a:p>
        </p:txBody>
      </p:sp>
      <p:sp>
        <p:nvSpPr>
          <p:cNvPr id="531" name="Google Shape;531;p15"/>
          <p:cNvSpPr txBox="1"/>
          <p:nvPr/>
        </p:nvSpPr>
        <p:spPr>
          <a:xfrm rot="5400000">
            <a:off x="-679350" y="6198500"/>
            <a:ext cx="1579800" cy="373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solidFill>
                  <a:srgbClr val="666666"/>
                </a:solidFill>
                <a:latin typeface="Barlow Condensed"/>
                <a:ea typeface="Barlow Condensed"/>
                <a:cs typeface="Barlow Condensed"/>
                <a:sym typeface="Barlow Condensed"/>
              </a:rPr>
              <a:t>SLIDESMANIA.COM</a:t>
            </a:r>
            <a:endParaRPr sz="1200">
              <a:solidFill>
                <a:srgbClr val="666666"/>
              </a:solidFill>
              <a:latin typeface="Barlow Condensed"/>
              <a:ea typeface="Barlow Condensed"/>
              <a:cs typeface="Barlow Condensed"/>
              <a:sym typeface="Barlow Condensed"/>
            </a:endParaRPr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016 Title and text left">
  <p:cSld name="CUSTOM_15">
    <p:spTree>
      <p:nvGrpSpPr>
        <p:cNvPr id="1" name="Shape 5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9" name="Google Shape;579;p17"/>
          <p:cNvSpPr txBox="1">
            <a:spLocks noGrp="1"/>
          </p:cNvSpPr>
          <p:nvPr>
            <p:ph type="title"/>
          </p:nvPr>
        </p:nvSpPr>
        <p:spPr>
          <a:xfrm>
            <a:off x="644200" y="974375"/>
            <a:ext cx="5581500" cy="763500"/>
          </a:xfrm>
          <a:prstGeom prst="rect">
            <a:avLst/>
          </a:prstGeom>
        </p:spPr>
        <p:txBody>
          <a:bodyPr spcFirstLastPara="1" wrap="square" lIns="121900" tIns="121900" rIns="121900" bIns="121900" anchor="t" anchorCtr="0">
            <a:noAutofit/>
          </a:bodyPr>
          <a:lstStyle>
            <a:lvl1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Aldrich"/>
              <a:buNone/>
              <a:defRPr/>
            </a:lvl1pPr>
            <a:lvl2pPr lvl="1" algn="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Abril Fatface"/>
              <a:buNone/>
              <a:defRPr sz="4000">
                <a:solidFill>
                  <a:schemeClr val="dk1"/>
                </a:solidFill>
                <a:latin typeface="Abril Fatface"/>
                <a:ea typeface="Abril Fatface"/>
                <a:cs typeface="Abril Fatface"/>
                <a:sym typeface="Abril Fatface"/>
              </a:defRPr>
            </a:lvl2pPr>
            <a:lvl3pPr lvl="2" algn="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Abril Fatface"/>
              <a:buNone/>
              <a:defRPr sz="4000">
                <a:solidFill>
                  <a:schemeClr val="dk1"/>
                </a:solidFill>
                <a:latin typeface="Abril Fatface"/>
                <a:ea typeface="Abril Fatface"/>
                <a:cs typeface="Abril Fatface"/>
                <a:sym typeface="Abril Fatface"/>
              </a:defRPr>
            </a:lvl3pPr>
            <a:lvl4pPr lvl="3" algn="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Abril Fatface"/>
              <a:buNone/>
              <a:defRPr sz="4000">
                <a:solidFill>
                  <a:schemeClr val="dk1"/>
                </a:solidFill>
                <a:latin typeface="Abril Fatface"/>
                <a:ea typeface="Abril Fatface"/>
                <a:cs typeface="Abril Fatface"/>
                <a:sym typeface="Abril Fatface"/>
              </a:defRPr>
            </a:lvl4pPr>
            <a:lvl5pPr lvl="4" algn="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Abril Fatface"/>
              <a:buNone/>
              <a:defRPr sz="4000">
                <a:solidFill>
                  <a:schemeClr val="dk1"/>
                </a:solidFill>
                <a:latin typeface="Abril Fatface"/>
                <a:ea typeface="Abril Fatface"/>
                <a:cs typeface="Abril Fatface"/>
                <a:sym typeface="Abril Fatface"/>
              </a:defRPr>
            </a:lvl5pPr>
            <a:lvl6pPr lvl="5" algn="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Abril Fatface"/>
              <a:buNone/>
              <a:defRPr sz="4000">
                <a:solidFill>
                  <a:schemeClr val="dk1"/>
                </a:solidFill>
                <a:latin typeface="Abril Fatface"/>
                <a:ea typeface="Abril Fatface"/>
                <a:cs typeface="Abril Fatface"/>
                <a:sym typeface="Abril Fatface"/>
              </a:defRPr>
            </a:lvl6pPr>
            <a:lvl7pPr lvl="6" algn="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Abril Fatface"/>
              <a:buNone/>
              <a:defRPr sz="4000">
                <a:solidFill>
                  <a:schemeClr val="dk1"/>
                </a:solidFill>
                <a:latin typeface="Abril Fatface"/>
                <a:ea typeface="Abril Fatface"/>
                <a:cs typeface="Abril Fatface"/>
                <a:sym typeface="Abril Fatface"/>
              </a:defRPr>
            </a:lvl7pPr>
            <a:lvl8pPr lvl="7" algn="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Abril Fatface"/>
              <a:buNone/>
              <a:defRPr sz="4000">
                <a:solidFill>
                  <a:schemeClr val="dk1"/>
                </a:solidFill>
                <a:latin typeface="Abril Fatface"/>
                <a:ea typeface="Abril Fatface"/>
                <a:cs typeface="Abril Fatface"/>
                <a:sym typeface="Abril Fatface"/>
              </a:defRPr>
            </a:lvl8pPr>
            <a:lvl9pPr lvl="8" algn="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Abril Fatface"/>
              <a:buNone/>
              <a:defRPr sz="4000">
                <a:solidFill>
                  <a:schemeClr val="dk1"/>
                </a:solidFill>
                <a:latin typeface="Abril Fatface"/>
                <a:ea typeface="Abril Fatface"/>
                <a:cs typeface="Abril Fatface"/>
                <a:sym typeface="Abril Fatface"/>
              </a:defRPr>
            </a:lvl9pPr>
          </a:lstStyle>
          <a:p>
            <a:endParaRPr/>
          </a:p>
        </p:txBody>
      </p:sp>
      <p:sp>
        <p:nvSpPr>
          <p:cNvPr id="580" name="Google Shape;580;p17"/>
          <p:cNvSpPr txBox="1">
            <a:spLocks noGrp="1"/>
          </p:cNvSpPr>
          <p:nvPr>
            <p:ph type="body" idx="1"/>
          </p:nvPr>
        </p:nvSpPr>
        <p:spPr>
          <a:xfrm>
            <a:off x="644050" y="2097700"/>
            <a:ext cx="5581500" cy="3565800"/>
          </a:xfrm>
          <a:prstGeom prst="rect">
            <a:avLst/>
          </a:prstGeom>
        </p:spPr>
        <p:txBody>
          <a:bodyPr spcFirstLastPara="1" wrap="square" lIns="121900" tIns="121900" rIns="121900" bIns="121900" anchor="t" anchorCtr="0">
            <a:noAutofit/>
          </a:bodyPr>
          <a:lstStyle>
            <a:lvl1pPr marL="457200" lvl="0" indent="-349250" algn="r">
              <a:spcBef>
                <a:spcPts val="0"/>
              </a:spcBef>
              <a:spcAft>
                <a:spcPts val="0"/>
              </a:spcAft>
              <a:buSzPts val="1900"/>
              <a:buChar char="●"/>
              <a:defRPr/>
            </a:lvl1pPr>
            <a:lvl2pPr marL="914400" lvl="1" indent="-349250" algn="r">
              <a:spcBef>
                <a:spcPts val="2100"/>
              </a:spcBef>
              <a:spcAft>
                <a:spcPts val="0"/>
              </a:spcAft>
              <a:buSzPts val="1900"/>
              <a:buChar char="○"/>
              <a:defRPr/>
            </a:lvl2pPr>
            <a:lvl3pPr marL="1371600" lvl="2" indent="-349250" algn="r">
              <a:spcBef>
                <a:spcPts val="2100"/>
              </a:spcBef>
              <a:spcAft>
                <a:spcPts val="0"/>
              </a:spcAft>
              <a:buSzPts val="1900"/>
              <a:buChar char="■"/>
              <a:defRPr/>
            </a:lvl3pPr>
            <a:lvl4pPr marL="1828800" lvl="3" indent="-349250" algn="r">
              <a:spcBef>
                <a:spcPts val="2100"/>
              </a:spcBef>
              <a:spcAft>
                <a:spcPts val="0"/>
              </a:spcAft>
              <a:buSzPts val="1900"/>
              <a:buChar char="●"/>
              <a:defRPr/>
            </a:lvl4pPr>
            <a:lvl5pPr marL="2286000" lvl="4" indent="-349250" algn="r">
              <a:spcBef>
                <a:spcPts val="2100"/>
              </a:spcBef>
              <a:spcAft>
                <a:spcPts val="0"/>
              </a:spcAft>
              <a:buSzPts val="1900"/>
              <a:buChar char="○"/>
              <a:defRPr/>
            </a:lvl5pPr>
            <a:lvl6pPr marL="2743200" lvl="5" indent="-349250" algn="r">
              <a:spcBef>
                <a:spcPts val="2100"/>
              </a:spcBef>
              <a:spcAft>
                <a:spcPts val="0"/>
              </a:spcAft>
              <a:buSzPts val="1900"/>
              <a:buChar char="■"/>
              <a:defRPr/>
            </a:lvl6pPr>
            <a:lvl7pPr marL="3200400" lvl="6" indent="-349250" algn="r">
              <a:spcBef>
                <a:spcPts val="2100"/>
              </a:spcBef>
              <a:spcAft>
                <a:spcPts val="0"/>
              </a:spcAft>
              <a:buSzPts val="1900"/>
              <a:buChar char="●"/>
              <a:defRPr/>
            </a:lvl7pPr>
            <a:lvl8pPr marL="3657600" lvl="7" indent="-349250" algn="r">
              <a:spcBef>
                <a:spcPts val="2100"/>
              </a:spcBef>
              <a:spcAft>
                <a:spcPts val="0"/>
              </a:spcAft>
              <a:buSzPts val="1900"/>
              <a:buChar char="○"/>
              <a:defRPr/>
            </a:lvl8pPr>
            <a:lvl9pPr marL="4114800" lvl="8" indent="-349250" algn="r">
              <a:spcBef>
                <a:spcPts val="2100"/>
              </a:spcBef>
              <a:spcAft>
                <a:spcPts val="2100"/>
              </a:spcAft>
              <a:buSzPts val="1900"/>
              <a:buChar char="■"/>
              <a:defRPr/>
            </a:lvl9pPr>
          </a:lstStyle>
          <a:p>
            <a:endParaRPr/>
          </a:p>
        </p:txBody>
      </p:sp>
      <p:grpSp>
        <p:nvGrpSpPr>
          <p:cNvPr id="581" name="Google Shape;581;p17"/>
          <p:cNvGrpSpPr/>
          <p:nvPr/>
        </p:nvGrpSpPr>
        <p:grpSpPr>
          <a:xfrm>
            <a:off x="-54500" y="2918637"/>
            <a:ext cx="12245912" cy="3938882"/>
            <a:chOff x="4435" y="7748593"/>
            <a:chExt cx="12182563" cy="5161009"/>
          </a:xfrm>
        </p:grpSpPr>
        <p:sp>
          <p:nvSpPr>
            <p:cNvPr id="582" name="Google Shape;582;p17"/>
            <p:cNvSpPr/>
            <p:nvPr/>
          </p:nvSpPr>
          <p:spPr>
            <a:xfrm>
              <a:off x="4435" y="7748593"/>
              <a:ext cx="12182563" cy="5161009"/>
            </a:xfrm>
            <a:custGeom>
              <a:avLst/>
              <a:gdLst/>
              <a:ahLst/>
              <a:cxnLst/>
              <a:rect l="l" t="t" r="r" b="b"/>
              <a:pathLst>
                <a:path w="12182563" h="5161009" extrusionOk="0">
                  <a:moveTo>
                    <a:pt x="0" y="3708557"/>
                  </a:moveTo>
                  <a:cubicBezTo>
                    <a:pt x="108331" y="4020435"/>
                    <a:pt x="379915" y="4274183"/>
                    <a:pt x="700002" y="4355149"/>
                  </a:cubicBezTo>
                  <a:cubicBezTo>
                    <a:pt x="1020089" y="4436114"/>
                    <a:pt x="1378300" y="4345996"/>
                    <a:pt x="1621951" y="4123199"/>
                  </a:cubicBezTo>
                  <a:cubicBezTo>
                    <a:pt x="1819080" y="3942961"/>
                    <a:pt x="1935810" y="3692704"/>
                    <a:pt x="2103781" y="3485006"/>
                  </a:cubicBezTo>
                  <a:cubicBezTo>
                    <a:pt x="2271657" y="3277308"/>
                    <a:pt x="2534558" y="3103109"/>
                    <a:pt x="2792836" y="3171147"/>
                  </a:cubicBezTo>
                  <a:cubicBezTo>
                    <a:pt x="3089521" y="3249376"/>
                    <a:pt x="3217763" y="3587581"/>
                    <a:pt x="3331474" y="3872564"/>
                  </a:cubicBezTo>
                  <a:cubicBezTo>
                    <a:pt x="3445278" y="4157548"/>
                    <a:pt x="3667697" y="4476597"/>
                    <a:pt x="3971459" y="4433567"/>
                  </a:cubicBezTo>
                  <a:cubicBezTo>
                    <a:pt x="4202183" y="4400916"/>
                    <a:pt x="4347128" y="4168966"/>
                    <a:pt x="4428093" y="3950416"/>
                  </a:cubicBezTo>
                  <a:cubicBezTo>
                    <a:pt x="4509058" y="3731866"/>
                    <a:pt x="4568414" y="3488214"/>
                    <a:pt x="4746859" y="3338268"/>
                  </a:cubicBezTo>
                  <a:cubicBezTo>
                    <a:pt x="4974657" y="3146706"/>
                    <a:pt x="5331075" y="3182471"/>
                    <a:pt x="5579350" y="3346572"/>
                  </a:cubicBezTo>
                  <a:cubicBezTo>
                    <a:pt x="5827626" y="3510673"/>
                    <a:pt x="5989556" y="3774991"/>
                    <a:pt x="6129595" y="4037609"/>
                  </a:cubicBezTo>
                  <a:cubicBezTo>
                    <a:pt x="6269632" y="4300228"/>
                    <a:pt x="6399762" y="4575115"/>
                    <a:pt x="6609065" y="4786681"/>
                  </a:cubicBezTo>
                  <a:cubicBezTo>
                    <a:pt x="7046637" y="5228972"/>
                    <a:pt x="7816091" y="5287950"/>
                    <a:pt x="8315944" y="4917472"/>
                  </a:cubicBezTo>
                  <a:cubicBezTo>
                    <a:pt x="8830424" y="4536236"/>
                    <a:pt x="8990279" y="3854069"/>
                    <a:pt x="9219964" y="3256265"/>
                  </a:cubicBezTo>
                  <a:cubicBezTo>
                    <a:pt x="9764641" y="1838614"/>
                    <a:pt x="10785391" y="595257"/>
                    <a:pt x="12182563" y="0"/>
                  </a:cubicBezTo>
                </a:path>
              </a:pathLst>
            </a:custGeom>
            <a:noFill/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583" name="Google Shape;583;p17"/>
            <p:cNvSpPr/>
            <p:nvPr/>
          </p:nvSpPr>
          <p:spPr>
            <a:xfrm>
              <a:off x="7454" y="7872778"/>
              <a:ext cx="12179449" cy="4973808"/>
            </a:xfrm>
            <a:custGeom>
              <a:avLst/>
              <a:gdLst/>
              <a:ahLst/>
              <a:cxnLst/>
              <a:rect l="l" t="t" r="r" b="b"/>
              <a:pathLst>
                <a:path w="12179449" h="4973808" extrusionOk="0">
                  <a:moveTo>
                    <a:pt x="0" y="3466888"/>
                  </a:moveTo>
                  <a:cubicBezTo>
                    <a:pt x="107105" y="3772349"/>
                    <a:pt x="373404" y="4024681"/>
                    <a:pt x="687640" y="4109327"/>
                  </a:cubicBezTo>
                  <a:cubicBezTo>
                    <a:pt x="1000556" y="4193595"/>
                    <a:pt x="1351028" y="4111498"/>
                    <a:pt x="1590622" y="3901157"/>
                  </a:cubicBezTo>
                  <a:cubicBezTo>
                    <a:pt x="1784637" y="3731300"/>
                    <a:pt x="1900235" y="3492838"/>
                    <a:pt x="2066695" y="3295992"/>
                  </a:cubicBezTo>
                  <a:cubicBezTo>
                    <a:pt x="2232967" y="3099335"/>
                    <a:pt x="2492377" y="2934951"/>
                    <a:pt x="2746031" y="3001667"/>
                  </a:cubicBezTo>
                  <a:cubicBezTo>
                    <a:pt x="2919003" y="3046962"/>
                    <a:pt x="3040262" y="3165579"/>
                    <a:pt x="3135194" y="3309015"/>
                  </a:cubicBezTo>
                  <a:cubicBezTo>
                    <a:pt x="3208799" y="3419422"/>
                    <a:pt x="3267400" y="3544456"/>
                    <a:pt x="3323924" y="3662130"/>
                  </a:cubicBezTo>
                  <a:cubicBezTo>
                    <a:pt x="3336758" y="3688741"/>
                    <a:pt x="3350535" y="3715729"/>
                    <a:pt x="3365445" y="3742907"/>
                  </a:cubicBezTo>
                  <a:cubicBezTo>
                    <a:pt x="3446033" y="3889928"/>
                    <a:pt x="3557667" y="4042045"/>
                    <a:pt x="3684683" y="4140468"/>
                  </a:cubicBezTo>
                  <a:cubicBezTo>
                    <a:pt x="3772348" y="4207845"/>
                    <a:pt x="3867846" y="4247384"/>
                    <a:pt x="3975989" y="4239080"/>
                  </a:cubicBezTo>
                  <a:cubicBezTo>
                    <a:pt x="4019114" y="4235871"/>
                    <a:pt x="4059502" y="4225397"/>
                    <a:pt x="4097720" y="4209071"/>
                  </a:cubicBezTo>
                  <a:cubicBezTo>
                    <a:pt x="4256914" y="4141317"/>
                    <a:pt x="4379401" y="3965892"/>
                    <a:pt x="4451496" y="3789523"/>
                  </a:cubicBezTo>
                  <a:cubicBezTo>
                    <a:pt x="4538217" y="3577484"/>
                    <a:pt x="4596724" y="3337513"/>
                    <a:pt x="4773753" y="3189454"/>
                  </a:cubicBezTo>
                  <a:cubicBezTo>
                    <a:pt x="5000324" y="3000063"/>
                    <a:pt x="5351080" y="3030259"/>
                    <a:pt x="5597940" y="3186057"/>
                  </a:cubicBezTo>
                  <a:cubicBezTo>
                    <a:pt x="5844139" y="3342231"/>
                    <a:pt x="6008051" y="3596735"/>
                    <a:pt x="6149977" y="3851898"/>
                  </a:cubicBezTo>
                  <a:cubicBezTo>
                    <a:pt x="6273313" y="4073091"/>
                    <a:pt x="6388721" y="4305041"/>
                    <a:pt x="6550841" y="4500660"/>
                  </a:cubicBezTo>
                  <a:cubicBezTo>
                    <a:pt x="6575848" y="4530763"/>
                    <a:pt x="6601893" y="4560016"/>
                    <a:pt x="6629259" y="4588231"/>
                  </a:cubicBezTo>
                  <a:cubicBezTo>
                    <a:pt x="6875930" y="4842074"/>
                    <a:pt x="7224610" y="4974185"/>
                    <a:pt x="7572535" y="4973808"/>
                  </a:cubicBezTo>
                  <a:cubicBezTo>
                    <a:pt x="7828831" y="4973619"/>
                    <a:pt x="8084749" y="4900958"/>
                    <a:pt x="8294712" y="4752427"/>
                  </a:cubicBezTo>
                  <a:cubicBezTo>
                    <a:pt x="8487784" y="4615597"/>
                    <a:pt x="8632351" y="4436020"/>
                    <a:pt x="8750025" y="4233890"/>
                  </a:cubicBezTo>
                  <a:cubicBezTo>
                    <a:pt x="8943002" y="3902950"/>
                    <a:pt x="9064073" y="3511900"/>
                    <a:pt x="9211094" y="3151897"/>
                  </a:cubicBezTo>
                  <a:cubicBezTo>
                    <a:pt x="9247708" y="3062155"/>
                    <a:pt x="9286303" y="2973169"/>
                    <a:pt x="9326785" y="2884937"/>
                  </a:cubicBezTo>
                  <a:cubicBezTo>
                    <a:pt x="9906755" y="1621951"/>
                    <a:pt x="10884096" y="535523"/>
                    <a:pt x="12179449" y="0"/>
                  </a:cubicBezTo>
                </a:path>
              </a:pathLst>
            </a:custGeom>
            <a:noFill/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584" name="Google Shape;584;p17"/>
            <p:cNvSpPr/>
            <p:nvPr/>
          </p:nvSpPr>
          <p:spPr>
            <a:xfrm>
              <a:off x="10568" y="7997057"/>
              <a:ext cx="12176240" cy="4787302"/>
            </a:xfrm>
            <a:custGeom>
              <a:avLst/>
              <a:gdLst/>
              <a:ahLst/>
              <a:cxnLst/>
              <a:rect l="l" t="t" r="r" b="b"/>
              <a:pathLst>
                <a:path w="12176240" h="4787302" extrusionOk="0">
                  <a:moveTo>
                    <a:pt x="0" y="3225124"/>
                  </a:moveTo>
                  <a:cubicBezTo>
                    <a:pt x="105878" y="3524073"/>
                    <a:pt x="366798" y="3775085"/>
                    <a:pt x="675373" y="3863411"/>
                  </a:cubicBezTo>
                  <a:cubicBezTo>
                    <a:pt x="981022" y="3950982"/>
                    <a:pt x="1323851" y="3876811"/>
                    <a:pt x="1559387" y="3679116"/>
                  </a:cubicBezTo>
                  <a:cubicBezTo>
                    <a:pt x="1750288" y="3519638"/>
                    <a:pt x="1864753" y="3292878"/>
                    <a:pt x="2029704" y="3106979"/>
                  </a:cubicBezTo>
                  <a:cubicBezTo>
                    <a:pt x="2194371" y="2921362"/>
                    <a:pt x="2450290" y="2766697"/>
                    <a:pt x="2699226" y="2832187"/>
                  </a:cubicBezTo>
                  <a:cubicBezTo>
                    <a:pt x="2877576" y="2878614"/>
                    <a:pt x="3005913" y="2989116"/>
                    <a:pt x="3108300" y="3122171"/>
                  </a:cubicBezTo>
                  <a:cubicBezTo>
                    <a:pt x="3187378" y="3224935"/>
                    <a:pt x="3252584" y="3340438"/>
                    <a:pt x="3316281" y="3451601"/>
                  </a:cubicBezTo>
                  <a:cubicBezTo>
                    <a:pt x="3330624" y="3476796"/>
                    <a:pt x="3346100" y="3502464"/>
                    <a:pt x="3362614" y="3528414"/>
                  </a:cubicBezTo>
                  <a:cubicBezTo>
                    <a:pt x="3451884" y="3669019"/>
                    <a:pt x="3572766" y="3821796"/>
                    <a:pt x="3699215" y="3927391"/>
                  </a:cubicBezTo>
                  <a:cubicBezTo>
                    <a:pt x="3785748" y="3999769"/>
                    <a:pt x="3876056" y="4044875"/>
                    <a:pt x="3980424" y="4044309"/>
                  </a:cubicBezTo>
                  <a:cubicBezTo>
                    <a:pt x="4022039" y="4044121"/>
                    <a:pt x="4061295" y="4036949"/>
                    <a:pt x="4099324" y="4024115"/>
                  </a:cubicBezTo>
                  <a:cubicBezTo>
                    <a:pt x="4257575" y="3970421"/>
                    <a:pt x="4395820" y="3804905"/>
                    <a:pt x="4474804" y="3628347"/>
                  </a:cubicBezTo>
                  <a:cubicBezTo>
                    <a:pt x="4566810" y="3422819"/>
                    <a:pt x="4624939" y="3186623"/>
                    <a:pt x="4800647" y="3040451"/>
                  </a:cubicBezTo>
                  <a:cubicBezTo>
                    <a:pt x="5025897" y="2853230"/>
                    <a:pt x="5371464" y="2877388"/>
                    <a:pt x="5616624" y="3025447"/>
                  </a:cubicBezTo>
                  <a:cubicBezTo>
                    <a:pt x="5861030" y="3173034"/>
                    <a:pt x="6026642" y="3418478"/>
                    <a:pt x="6170455" y="3666187"/>
                  </a:cubicBezTo>
                  <a:cubicBezTo>
                    <a:pt x="6295866" y="3880963"/>
                    <a:pt x="6412785" y="4108100"/>
                    <a:pt x="6572545" y="4302682"/>
                  </a:cubicBezTo>
                  <a:cubicBezTo>
                    <a:pt x="6597174" y="4332596"/>
                    <a:pt x="6622748" y="4361755"/>
                    <a:pt x="6649453" y="4389781"/>
                  </a:cubicBezTo>
                  <a:cubicBezTo>
                    <a:pt x="6890839" y="4642680"/>
                    <a:pt x="7226119" y="4779416"/>
                    <a:pt x="7564797" y="4786965"/>
                  </a:cubicBezTo>
                  <a:cubicBezTo>
                    <a:pt x="7814299" y="4792626"/>
                    <a:pt x="8065499" y="4727326"/>
                    <a:pt x="8273575" y="4587382"/>
                  </a:cubicBezTo>
                  <a:cubicBezTo>
                    <a:pt x="8464664" y="4458385"/>
                    <a:pt x="8609609" y="4287112"/>
                    <a:pt x="8728698" y="4092813"/>
                  </a:cubicBezTo>
                  <a:cubicBezTo>
                    <a:pt x="8924412" y="3774991"/>
                    <a:pt x="9050767" y="3396397"/>
                    <a:pt x="9202223" y="3047528"/>
                  </a:cubicBezTo>
                  <a:cubicBezTo>
                    <a:pt x="9239875" y="2960618"/>
                    <a:pt x="9279508" y="2874274"/>
                    <a:pt x="9320935" y="2788873"/>
                  </a:cubicBezTo>
                  <a:cubicBezTo>
                    <a:pt x="9914115" y="1564955"/>
                    <a:pt x="10891552" y="514763"/>
                    <a:pt x="12176241" y="0"/>
                  </a:cubicBezTo>
                </a:path>
              </a:pathLst>
            </a:custGeom>
            <a:noFill/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585" name="Google Shape;585;p17"/>
            <p:cNvSpPr/>
            <p:nvPr/>
          </p:nvSpPr>
          <p:spPr>
            <a:xfrm>
              <a:off x="13588" y="8121525"/>
              <a:ext cx="12172938" cy="4601569"/>
            </a:xfrm>
            <a:custGeom>
              <a:avLst/>
              <a:gdLst/>
              <a:ahLst/>
              <a:cxnLst/>
              <a:rect l="l" t="t" r="r" b="b"/>
              <a:pathLst>
                <a:path w="12172938" h="4601569" extrusionOk="0">
                  <a:moveTo>
                    <a:pt x="0" y="2983171"/>
                  </a:moveTo>
                  <a:cubicBezTo>
                    <a:pt x="104651" y="3275609"/>
                    <a:pt x="360287" y="3525206"/>
                    <a:pt x="663011" y="3617306"/>
                  </a:cubicBezTo>
                  <a:cubicBezTo>
                    <a:pt x="961394" y="3708086"/>
                    <a:pt x="1296580" y="3641936"/>
                    <a:pt x="1528152" y="3456791"/>
                  </a:cubicBezTo>
                  <a:cubicBezTo>
                    <a:pt x="1715939" y="3307694"/>
                    <a:pt x="1829272" y="3092729"/>
                    <a:pt x="1992713" y="2917682"/>
                  </a:cubicBezTo>
                  <a:cubicBezTo>
                    <a:pt x="2155776" y="2743012"/>
                    <a:pt x="2408203" y="2598255"/>
                    <a:pt x="2652515" y="2662329"/>
                  </a:cubicBezTo>
                  <a:cubicBezTo>
                    <a:pt x="2836244" y="2709795"/>
                    <a:pt x="2971942" y="2812181"/>
                    <a:pt x="3081594" y="2934951"/>
                  </a:cubicBezTo>
                  <a:cubicBezTo>
                    <a:pt x="3166429" y="3029882"/>
                    <a:pt x="3238052" y="3136043"/>
                    <a:pt x="3308732" y="3240789"/>
                  </a:cubicBezTo>
                  <a:cubicBezTo>
                    <a:pt x="3324679" y="3264474"/>
                    <a:pt x="3341759" y="3288821"/>
                    <a:pt x="3359783" y="3313639"/>
                  </a:cubicBezTo>
                  <a:cubicBezTo>
                    <a:pt x="3457829" y="3447920"/>
                    <a:pt x="3588053" y="3600887"/>
                    <a:pt x="3713747" y="3714125"/>
                  </a:cubicBezTo>
                  <a:cubicBezTo>
                    <a:pt x="3799337" y="3791221"/>
                    <a:pt x="3884360" y="3842273"/>
                    <a:pt x="3984765" y="3849445"/>
                  </a:cubicBezTo>
                  <a:cubicBezTo>
                    <a:pt x="4024870" y="3852276"/>
                    <a:pt x="4062994" y="3848501"/>
                    <a:pt x="4100740" y="3839065"/>
                  </a:cubicBezTo>
                  <a:cubicBezTo>
                    <a:pt x="4258236" y="3799620"/>
                    <a:pt x="4411768" y="3644106"/>
                    <a:pt x="4497923" y="3467077"/>
                  </a:cubicBezTo>
                  <a:cubicBezTo>
                    <a:pt x="4594837" y="3268060"/>
                    <a:pt x="4652871" y="3035544"/>
                    <a:pt x="4827258" y="2891354"/>
                  </a:cubicBezTo>
                  <a:cubicBezTo>
                    <a:pt x="5051282" y="2706303"/>
                    <a:pt x="5391375" y="2724705"/>
                    <a:pt x="5635026" y="2864743"/>
                  </a:cubicBezTo>
                  <a:cubicBezTo>
                    <a:pt x="5877544" y="3004120"/>
                    <a:pt x="6044949" y="3240034"/>
                    <a:pt x="6190743" y="3480382"/>
                  </a:cubicBezTo>
                  <a:cubicBezTo>
                    <a:pt x="6318136" y="3688741"/>
                    <a:pt x="6436659" y="3911160"/>
                    <a:pt x="6593966" y="4104609"/>
                  </a:cubicBezTo>
                  <a:cubicBezTo>
                    <a:pt x="6618218" y="4134334"/>
                    <a:pt x="6643225" y="4163304"/>
                    <a:pt x="6669459" y="4191331"/>
                  </a:cubicBezTo>
                  <a:cubicBezTo>
                    <a:pt x="6905466" y="4443286"/>
                    <a:pt x="7227441" y="4584645"/>
                    <a:pt x="7556870" y="4600121"/>
                  </a:cubicBezTo>
                  <a:cubicBezTo>
                    <a:pt x="7799577" y="4611728"/>
                    <a:pt x="8046154" y="4553693"/>
                    <a:pt x="8252153" y="4422337"/>
                  </a:cubicBezTo>
                  <a:cubicBezTo>
                    <a:pt x="8441167" y="4301172"/>
                    <a:pt x="8586678" y="4138109"/>
                    <a:pt x="8707089" y="3951737"/>
                  </a:cubicBezTo>
                  <a:cubicBezTo>
                    <a:pt x="8905444" y="3646937"/>
                    <a:pt x="9037273" y="3280799"/>
                    <a:pt x="9193165" y="2943160"/>
                  </a:cubicBezTo>
                  <a:cubicBezTo>
                    <a:pt x="9231949" y="2858987"/>
                    <a:pt x="9272526" y="2775473"/>
                    <a:pt x="9314895" y="2692715"/>
                  </a:cubicBezTo>
                  <a:cubicBezTo>
                    <a:pt x="9921193" y="1507864"/>
                    <a:pt x="10898912" y="493908"/>
                    <a:pt x="12172939" y="0"/>
                  </a:cubicBezTo>
                </a:path>
              </a:pathLst>
            </a:custGeom>
            <a:noFill/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586" name="Google Shape;586;p17"/>
            <p:cNvSpPr/>
            <p:nvPr/>
          </p:nvSpPr>
          <p:spPr>
            <a:xfrm>
              <a:off x="16608" y="8245804"/>
              <a:ext cx="12170106" cy="4416557"/>
            </a:xfrm>
            <a:custGeom>
              <a:avLst/>
              <a:gdLst/>
              <a:ahLst/>
              <a:cxnLst/>
              <a:rect l="l" t="t" r="r" b="b"/>
              <a:pathLst>
                <a:path w="12170106" h="4416557" extrusionOk="0">
                  <a:moveTo>
                    <a:pt x="0" y="2741313"/>
                  </a:moveTo>
                  <a:cubicBezTo>
                    <a:pt x="103424" y="3027334"/>
                    <a:pt x="353681" y="3275421"/>
                    <a:pt x="650649" y="3371296"/>
                  </a:cubicBezTo>
                  <a:cubicBezTo>
                    <a:pt x="941766" y="3465284"/>
                    <a:pt x="1268931" y="3406683"/>
                    <a:pt x="1496823" y="3234561"/>
                  </a:cubicBezTo>
                  <a:cubicBezTo>
                    <a:pt x="1681118" y="3095372"/>
                    <a:pt x="1793791" y="2892486"/>
                    <a:pt x="1955627" y="2728479"/>
                  </a:cubicBezTo>
                  <a:cubicBezTo>
                    <a:pt x="2117181" y="2564755"/>
                    <a:pt x="2365833" y="2430473"/>
                    <a:pt x="2605710" y="2492660"/>
                  </a:cubicBezTo>
                  <a:cubicBezTo>
                    <a:pt x="2794818" y="2541730"/>
                    <a:pt x="2937970" y="2635529"/>
                    <a:pt x="3054795" y="2747919"/>
                  </a:cubicBezTo>
                  <a:cubicBezTo>
                    <a:pt x="3145385" y="2835018"/>
                    <a:pt x="3223425" y="2931836"/>
                    <a:pt x="3301182" y="3030165"/>
                  </a:cubicBezTo>
                  <a:cubicBezTo>
                    <a:pt x="3318734" y="3052435"/>
                    <a:pt x="3337324" y="3075461"/>
                    <a:pt x="3357047" y="3099052"/>
                  </a:cubicBezTo>
                  <a:cubicBezTo>
                    <a:pt x="3463774" y="3226917"/>
                    <a:pt x="3603529" y="3380166"/>
                    <a:pt x="3728468" y="3501048"/>
                  </a:cubicBezTo>
                  <a:cubicBezTo>
                    <a:pt x="3813114" y="3582957"/>
                    <a:pt x="3892947" y="3639954"/>
                    <a:pt x="3989389" y="3654769"/>
                  </a:cubicBezTo>
                  <a:cubicBezTo>
                    <a:pt x="4027984" y="3660714"/>
                    <a:pt x="4064975" y="3660242"/>
                    <a:pt x="4102533" y="3654203"/>
                  </a:cubicBezTo>
                  <a:cubicBezTo>
                    <a:pt x="4259368" y="3629008"/>
                    <a:pt x="4427904" y="3483591"/>
                    <a:pt x="4521420" y="3305995"/>
                  </a:cubicBezTo>
                  <a:cubicBezTo>
                    <a:pt x="4622863" y="3113395"/>
                    <a:pt x="4681275" y="2884654"/>
                    <a:pt x="4854341" y="2742351"/>
                  </a:cubicBezTo>
                  <a:cubicBezTo>
                    <a:pt x="5077044" y="2559471"/>
                    <a:pt x="5411757" y="2572116"/>
                    <a:pt x="5653898" y="2704039"/>
                  </a:cubicBezTo>
                  <a:cubicBezTo>
                    <a:pt x="5894436" y="2835112"/>
                    <a:pt x="6063255" y="3062061"/>
                    <a:pt x="6211409" y="3294577"/>
                  </a:cubicBezTo>
                  <a:cubicBezTo>
                    <a:pt x="6340312" y="3496896"/>
                    <a:pt x="6460911" y="3714125"/>
                    <a:pt x="6615859" y="3906536"/>
                  </a:cubicBezTo>
                  <a:cubicBezTo>
                    <a:pt x="6639733" y="3936072"/>
                    <a:pt x="6664268" y="3964948"/>
                    <a:pt x="6689936" y="3992786"/>
                  </a:cubicBezTo>
                  <a:cubicBezTo>
                    <a:pt x="6920659" y="4243892"/>
                    <a:pt x="7229233" y="4389781"/>
                    <a:pt x="7549321" y="4413184"/>
                  </a:cubicBezTo>
                  <a:cubicBezTo>
                    <a:pt x="7785140" y="4430735"/>
                    <a:pt x="8027186" y="4379967"/>
                    <a:pt x="8231205" y="4257198"/>
                  </a:cubicBezTo>
                  <a:cubicBezTo>
                    <a:pt x="8418236" y="4143770"/>
                    <a:pt x="8564125" y="3989011"/>
                    <a:pt x="8686045" y="3810566"/>
                  </a:cubicBezTo>
                  <a:cubicBezTo>
                    <a:pt x="8887043" y="3518789"/>
                    <a:pt x="9024250" y="3165202"/>
                    <a:pt x="9184577" y="2838698"/>
                  </a:cubicBezTo>
                  <a:cubicBezTo>
                    <a:pt x="9224400" y="2757355"/>
                    <a:pt x="9266014" y="2676484"/>
                    <a:pt x="9309328" y="2596556"/>
                  </a:cubicBezTo>
                  <a:cubicBezTo>
                    <a:pt x="9928837" y="1450773"/>
                    <a:pt x="10906745" y="472959"/>
                    <a:pt x="12170107" y="0"/>
                  </a:cubicBezTo>
                </a:path>
              </a:pathLst>
            </a:custGeom>
            <a:noFill/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587" name="Google Shape;587;p17"/>
            <p:cNvSpPr/>
            <p:nvPr/>
          </p:nvSpPr>
          <p:spPr>
            <a:xfrm>
              <a:off x="19722" y="8370178"/>
              <a:ext cx="12166615" cy="4232536"/>
            </a:xfrm>
            <a:custGeom>
              <a:avLst/>
              <a:gdLst/>
              <a:ahLst/>
              <a:cxnLst/>
              <a:rect l="l" t="t" r="r" b="b"/>
              <a:pathLst>
                <a:path w="12166615" h="4232536" extrusionOk="0">
                  <a:moveTo>
                    <a:pt x="0" y="2499455"/>
                  </a:moveTo>
                  <a:cubicBezTo>
                    <a:pt x="102198" y="2778965"/>
                    <a:pt x="347076" y="3025636"/>
                    <a:pt x="638287" y="3125380"/>
                  </a:cubicBezTo>
                  <a:cubicBezTo>
                    <a:pt x="922138" y="3222576"/>
                    <a:pt x="1241565" y="3171808"/>
                    <a:pt x="1465494" y="3012424"/>
                  </a:cubicBezTo>
                  <a:cubicBezTo>
                    <a:pt x="1646581" y="2883427"/>
                    <a:pt x="1758309" y="2692432"/>
                    <a:pt x="1918636" y="2539371"/>
                  </a:cubicBezTo>
                  <a:cubicBezTo>
                    <a:pt x="2078679" y="2386499"/>
                    <a:pt x="2323746" y="2262220"/>
                    <a:pt x="2558905" y="2322991"/>
                  </a:cubicBezTo>
                  <a:cubicBezTo>
                    <a:pt x="2753392" y="2373288"/>
                    <a:pt x="2904093" y="2458783"/>
                    <a:pt x="3027995" y="2560886"/>
                  </a:cubicBezTo>
                  <a:cubicBezTo>
                    <a:pt x="3124342" y="2640248"/>
                    <a:pt x="3208799" y="2727630"/>
                    <a:pt x="3293633" y="2819542"/>
                  </a:cubicBezTo>
                  <a:cubicBezTo>
                    <a:pt x="3312789" y="2840302"/>
                    <a:pt x="3332983" y="2862006"/>
                    <a:pt x="3354216" y="2884465"/>
                  </a:cubicBezTo>
                  <a:cubicBezTo>
                    <a:pt x="3469624" y="3006008"/>
                    <a:pt x="3618910" y="3159446"/>
                    <a:pt x="3743001" y="3287877"/>
                  </a:cubicBezTo>
                  <a:cubicBezTo>
                    <a:pt x="3826703" y="3374504"/>
                    <a:pt x="3901251" y="3437540"/>
                    <a:pt x="3993729" y="3459905"/>
                  </a:cubicBezTo>
                  <a:cubicBezTo>
                    <a:pt x="4030815" y="3468870"/>
                    <a:pt x="4066674" y="3471795"/>
                    <a:pt x="4104042" y="3469153"/>
                  </a:cubicBezTo>
                  <a:cubicBezTo>
                    <a:pt x="4260123" y="3458206"/>
                    <a:pt x="4443569" y="3322981"/>
                    <a:pt x="4544634" y="3144725"/>
                  </a:cubicBezTo>
                  <a:cubicBezTo>
                    <a:pt x="4650229" y="2958636"/>
                    <a:pt x="4709396" y="2733669"/>
                    <a:pt x="4881047" y="2593254"/>
                  </a:cubicBezTo>
                  <a:cubicBezTo>
                    <a:pt x="5102522" y="2412544"/>
                    <a:pt x="5431668" y="2419433"/>
                    <a:pt x="5672300" y="2543334"/>
                  </a:cubicBezTo>
                  <a:cubicBezTo>
                    <a:pt x="5910855" y="2666198"/>
                    <a:pt x="6081373" y="2883710"/>
                    <a:pt x="6231603" y="3108771"/>
                  </a:cubicBezTo>
                  <a:cubicBezTo>
                    <a:pt x="6362394" y="3304768"/>
                    <a:pt x="6484691" y="3517185"/>
                    <a:pt x="6637280" y="3708463"/>
                  </a:cubicBezTo>
                  <a:cubicBezTo>
                    <a:pt x="6660777" y="3737811"/>
                    <a:pt x="6684840" y="3766498"/>
                    <a:pt x="6709847" y="3794336"/>
                  </a:cubicBezTo>
                  <a:cubicBezTo>
                    <a:pt x="6935191" y="4044498"/>
                    <a:pt x="7230366" y="4195011"/>
                    <a:pt x="7541300" y="4226340"/>
                  </a:cubicBezTo>
                  <a:cubicBezTo>
                    <a:pt x="7770324" y="4249837"/>
                    <a:pt x="8008031" y="4206807"/>
                    <a:pt x="8209784" y="4092153"/>
                  </a:cubicBezTo>
                  <a:cubicBezTo>
                    <a:pt x="8395022" y="3986935"/>
                    <a:pt x="8540722" y="3839631"/>
                    <a:pt x="8664436" y="3669490"/>
                  </a:cubicBezTo>
                  <a:cubicBezTo>
                    <a:pt x="8867416" y="3390263"/>
                    <a:pt x="9010662" y="3049699"/>
                    <a:pt x="9175423" y="2734330"/>
                  </a:cubicBezTo>
                  <a:cubicBezTo>
                    <a:pt x="9216284" y="2655724"/>
                    <a:pt x="9258937" y="2577683"/>
                    <a:pt x="9303100" y="2500398"/>
                  </a:cubicBezTo>
                  <a:cubicBezTo>
                    <a:pt x="9935725" y="1393682"/>
                    <a:pt x="10913916" y="452104"/>
                    <a:pt x="12166616" y="0"/>
                  </a:cubicBezTo>
                </a:path>
              </a:pathLst>
            </a:custGeom>
            <a:noFill/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588" name="Google Shape;588;p17"/>
            <p:cNvSpPr/>
            <p:nvPr/>
          </p:nvSpPr>
          <p:spPr>
            <a:xfrm>
              <a:off x="22742" y="8494551"/>
              <a:ext cx="12163690" cy="4049276"/>
            </a:xfrm>
            <a:custGeom>
              <a:avLst/>
              <a:gdLst/>
              <a:ahLst/>
              <a:cxnLst/>
              <a:rect l="l" t="t" r="r" b="b"/>
              <a:pathLst>
                <a:path w="12163690" h="4049276" extrusionOk="0">
                  <a:moveTo>
                    <a:pt x="0" y="2257596"/>
                  </a:moveTo>
                  <a:cubicBezTo>
                    <a:pt x="100971" y="2530595"/>
                    <a:pt x="340470" y="2775851"/>
                    <a:pt x="626020" y="2879370"/>
                  </a:cubicBezTo>
                  <a:cubicBezTo>
                    <a:pt x="902604" y="2979680"/>
                    <a:pt x="1214293" y="2936932"/>
                    <a:pt x="1434259" y="2790194"/>
                  </a:cubicBezTo>
                  <a:cubicBezTo>
                    <a:pt x="1612232" y="2671482"/>
                    <a:pt x="1723017" y="2492094"/>
                    <a:pt x="1881645" y="2350169"/>
                  </a:cubicBezTo>
                  <a:cubicBezTo>
                    <a:pt x="2040273" y="2208149"/>
                    <a:pt x="2281659" y="2093967"/>
                    <a:pt x="2512194" y="2153323"/>
                  </a:cubicBezTo>
                  <a:cubicBezTo>
                    <a:pt x="2712060" y="2204752"/>
                    <a:pt x="2870216" y="2282131"/>
                    <a:pt x="3001289" y="2373854"/>
                  </a:cubicBezTo>
                  <a:cubicBezTo>
                    <a:pt x="3103487" y="2445383"/>
                    <a:pt x="3194266" y="2523423"/>
                    <a:pt x="3286084" y="2608918"/>
                  </a:cubicBezTo>
                  <a:cubicBezTo>
                    <a:pt x="3306844" y="2628263"/>
                    <a:pt x="3328643" y="2648646"/>
                    <a:pt x="3351479" y="2669878"/>
                  </a:cubicBezTo>
                  <a:cubicBezTo>
                    <a:pt x="3475664" y="2785004"/>
                    <a:pt x="3634292" y="2938725"/>
                    <a:pt x="3757627" y="3074800"/>
                  </a:cubicBezTo>
                  <a:cubicBezTo>
                    <a:pt x="3840386" y="3166146"/>
                    <a:pt x="3909744" y="3235221"/>
                    <a:pt x="3998259" y="3265229"/>
                  </a:cubicBezTo>
                  <a:cubicBezTo>
                    <a:pt x="4033835" y="3277308"/>
                    <a:pt x="4068561" y="3283536"/>
                    <a:pt x="4105741" y="3284291"/>
                  </a:cubicBezTo>
                  <a:cubicBezTo>
                    <a:pt x="4261161" y="3287594"/>
                    <a:pt x="4459139" y="3162560"/>
                    <a:pt x="4568037" y="2983643"/>
                  </a:cubicBezTo>
                  <a:cubicBezTo>
                    <a:pt x="4677406" y="2803877"/>
                    <a:pt x="4737706" y="2582779"/>
                    <a:pt x="4908035" y="2444345"/>
                  </a:cubicBezTo>
                  <a:cubicBezTo>
                    <a:pt x="5128189" y="2265806"/>
                    <a:pt x="5451863" y="2266938"/>
                    <a:pt x="5691079" y="2382725"/>
                  </a:cubicBezTo>
                  <a:cubicBezTo>
                    <a:pt x="5927653" y="2497379"/>
                    <a:pt x="6099964" y="2705454"/>
                    <a:pt x="6252175" y="2922966"/>
                  </a:cubicBezTo>
                  <a:cubicBezTo>
                    <a:pt x="6384853" y="3112640"/>
                    <a:pt x="6508754" y="3320150"/>
                    <a:pt x="6659078" y="3510390"/>
                  </a:cubicBezTo>
                  <a:cubicBezTo>
                    <a:pt x="6682198" y="3539549"/>
                    <a:pt x="6705789" y="3568047"/>
                    <a:pt x="6730230" y="3595791"/>
                  </a:cubicBezTo>
                  <a:cubicBezTo>
                    <a:pt x="6950290" y="3845010"/>
                    <a:pt x="7232064" y="4000146"/>
                    <a:pt x="7533656" y="4039402"/>
                  </a:cubicBezTo>
                  <a:cubicBezTo>
                    <a:pt x="7755886" y="4068750"/>
                    <a:pt x="7988969" y="4033080"/>
                    <a:pt x="8188646" y="3927013"/>
                  </a:cubicBezTo>
                  <a:cubicBezTo>
                    <a:pt x="8371903" y="3829628"/>
                    <a:pt x="8517981" y="3690534"/>
                    <a:pt x="8643203" y="3528320"/>
                  </a:cubicBezTo>
                  <a:cubicBezTo>
                    <a:pt x="8848825" y="3262115"/>
                    <a:pt x="8997451" y="2934101"/>
                    <a:pt x="9166742" y="2629868"/>
                  </a:cubicBezTo>
                  <a:cubicBezTo>
                    <a:pt x="9208735" y="2554092"/>
                    <a:pt x="9252332" y="2478694"/>
                    <a:pt x="9297438" y="2404240"/>
                  </a:cubicBezTo>
                  <a:cubicBezTo>
                    <a:pt x="9943274" y="1336590"/>
                    <a:pt x="10921654" y="431250"/>
                    <a:pt x="12163691" y="0"/>
                  </a:cubicBezTo>
                </a:path>
              </a:pathLst>
            </a:custGeom>
            <a:noFill/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589" name="Google Shape;589;p17"/>
            <p:cNvSpPr/>
            <p:nvPr/>
          </p:nvSpPr>
          <p:spPr>
            <a:xfrm>
              <a:off x="25761" y="8618736"/>
              <a:ext cx="12160387" cy="3867222"/>
            </a:xfrm>
            <a:custGeom>
              <a:avLst/>
              <a:gdLst/>
              <a:ahLst/>
              <a:cxnLst/>
              <a:rect l="l" t="t" r="r" b="b"/>
              <a:pathLst>
                <a:path w="12160387" h="3867222" extrusionOk="0">
                  <a:moveTo>
                    <a:pt x="0" y="2015926"/>
                  </a:moveTo>
                  <a:cubicBezTo>
                    <a:pt x="99744" y="2282509"/>
                    <a:pt x="333865" y="2526160"/>
                    <a:pt x="613658" y="2633548"/>
                  </a:cubicBezTo>
                  <a:cubicBezTo>
                    <a:pt x="882976" y="2736972"/>
                    <a:pt x="1187022" y="2702151"/>
                    <a:pt x="1402929" y="2568153"/>
                  </a:cubicBezTo>
                  <a:cubicBezTo>
                    <a:pt x="1577694" y="2459727"/>
                    <a:pt x="1687630" y="2292040"/>
                    <a:pt x="1844559" y="2161155"/>
                  </a:cubicBezTo>
                  <a:cubicBezTo>
                    <a:pt x="2001866" y="2029987"/>
                    <a:pt x="2239478" y="1925808"/>
                    <a:pt x="2465294" y="1983842"/>
                  </a:cubicBezTo>
                  <a:cubicBezTo>
                    <a:pt x="2670539" y="2036498"/>
                    <a:pt x="2836339" y="2105574"/>
                    <a:pt x="2974395" y="2186917"/>
                  </a:cubicBezTo>
                  <a:cubicBezTo>
                    <a:pt x="3082444" y="2250613"/>
                    <a:pt x="3179451" y="2319311"/>
                    <a:pt x="3278440" y="2398389"/>
                  </a:cubicBezTo>
                  <a:cubicBezTo>
                    <a:pt x="3300805" y="2416319"/>
                    <a:pt x="3324113" y="2435286"/>
                    <a:pt x="3348648" y="2455386"/>
                  </a:cubicBezTo>
                  <a:cubicBezTo>
                    <a:pt x="3481515" y="2564095"/>
                    <a:pt x="3649673" y="2718005"/>
                    <a:pt x="3772254" y="2861817"/>
                  </a:cubicBezTo>
                  <a:cubicBezTo>
                    <a:pt x="3854069" y="2957881"/>
                    <a:pt x="3918237" y="3032996"/>
                    <a:pt x="4002694" y="3070554"/>
                  </a:cubicBezTo>
                  <a:cubicBezTo>
                    <a:pt x="4036760" y="3085747"/>
                    <a:pt x="4070354" y="3095277"/>
                    <a:pt x="4107251" y="3099429"/>
                  </a:cubicBezTo>
                  <a:cubicBezTo>
                    <a:pt x="4262010" y="3117076"/>
                    <a:pt x="4474332" y="3002233"/>
                    <a:pt x="4591251" y="2822561"/>
                  </a:cubicBezTo>
                  <a:cubicBezTo>
                    <a:pt x="4704112" y="2649118"/>
                    <a:pt x="4765732" y="2431889"/>
                    <a:pt x="4934740" y="2295342"/>
                  </a:cubicBezTo>
                  <a:cubicBezTo>
                    <a:pt x="5153668" y="2118879"/>
                    <a:pt x="5471774" y="2114255"/>
                    <a:pt x="5709575" y="2222115"/>
                  </a:cubicBezTo>
                  <a:cubicBezTo>
                    <a:pt x="5944167" y="2328465"/>
                    <a:pt x="6118365" y="2527292"/>
                    <a:pt x="6272463" y="2737255"/>
                  </a:cubicBezTo>
                  <a:cubicBezTo>
                    <a:pt x="6407123" y="2920701"/>
                    <a:pt x="6532629" y="3123304"/>
                    <a:pt x="6680593" y="3312412"/>
                  </a:cubicBezTo>
                  <a:cubicBezTo>
                    <a:pt x="6703336" y="3341382"/>
                    <a:pt x="6726455" y="3369786"/>
                    <a:pt x="6750329" y="3397435"/>
                  </a:cubicBezTo>
                  <a:cubicBezTo>
                    <a:pt x="6965011" y="3645805"/>
                    <a:pt x="7233480" y="3805471"/>
                    <a:pt x="7525824" y="3852653"/>
                  </a:cubicBezTo>
                  <a:cubicBezTo>
                    <a:pt x="7741260" y="3887946"/>
                    <a:pt x="7969718" y="3859636"/>
                    <a:pt x="8167413" y="3762063"/>
                  </a:cubicBezTo>
                  <a:cubicBezTo>
                    <a:pt x="8348689" y="3672604"/>
                    <a:pt x="8495144" y="3541531"/>
                    <a:pt x="8621782" y="3387338"/>
                  </a:cubicBezTo>
                  <a:cubicBezTo>
                    <a:pt x="8829952" y="3134062"/>
                    <a:pt x="8984145" y="2818692"/>
                    <a:pt x="9157777" y="2525594"/>
                  </a:cubicBezTo>
                  <a:cubicBezTo>
                    <a:pt x="9200808" y="2452555"/>
                    <a:pt x="9245443" y="2379988"/>
                    <a:pt x="9291493" y="2308176"/>
                  </a:cubicBezTo>
                  <a:cubicBezTo>
                    <a:pt x="9950540" y="1279594"/>
                    <a:pt x="10929109" y="410395"/>
                    <a:pt x="12160388" y="0"/>
                  </a:cubicBezTo>
                </a:path>
              </a:pathLst>
            </a:custGeom>
            <a:noFill/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590" name="Google Shape;590;p17"/>
            <p:cNvSpPr/>
            <p:nvPr/>
          </p:nvSpPr>
          <p:spPr>
            <a:xfrm>
              <a:off x="28781" y="8743109"/>
              <a:ext cx="12157084" cy="3686107"/>
            </a:xfrm>
            <a:custGeom>
              <a:avLst/>
              <a:gdLst/>
              <a:ahLst/>
              <a:cxnLst/>
              <a:rect l="l" t="t" r="r" b="b"/>
              <a:pathLst>
                <a:path w="12157084" h="3686107" extrusionOk="0">
                  <a:moveTo>
                    <a:pt x="0" y="1774068"/>
                  </a:moveTo>
                  <a:cubicBezTo>
                    <a:pt x="98517" y="2034139"/>
                    <a:pt x="327259" y="2276186"/>
                    <a:pt x="601296" y="2387537"/>
                  </a:cubicBezTo>
                  <a:cubicBezTo>
                    <a:pt x="863348" y="2493982"/>
                    <a:pt x="1159656" y="2467276"/>
                    <a:pt x="1371600" y="2346016"/>
                  </a:cubicBezTo>
                  <a:cubicBezTo>
                    <a:pt x="1543251" y="2247782"/>
                    <a:pt x="1652337" y="2091796"/>
                    <a:pt x="1807473" y="1972047"/>
                  </a:cubicBezTo>
                  <a:cubicBezTo>
                    <a:pt x="1963459" y="1851637"/>
                    <a:pt x="2197202" y="1757649"/>
                    <a:pt x="2418489" y="1814174"/>
                  </a:cubicBezTo>
                  <a:cubicBezTo>
                    <a:pt x="2629207" y="1868056"/>
                    <a:pt x="2802556" y="1928827"/>
                    <a:pt x="2947595" y="1999884"/>
                  </a:cubicBezTo>
                  <a:cubicBezTo>
                    <a:pt x="3061589" y="2055749"/>
                    <a:pt x="3164824" y="2115105"/>
                    <a:pt x="3270797" y="2187766"/>
                  </a:cubicBezTo>
                  <a:cubicBezTo>
                    <a:pt x="3294671" y="2204185"/>
                    <a:pt x="3319678" y="2221926"/>
                    <a:pt x="3345723" y="2240799"/>
                  </a:cubicBezTo>
                  <a:cubicBezTo>
                    <a:pt x="3487271" y="2343186"/>
                    <a:pt x="3664961" y="2497190"/>
                    <a:pt x="3786692" y="2648646"/>
                  </a:cubicBezTo>
                  <a:cubicBezTo>
                    <a:pt x="3867657" y="2749428"/>
                    <a:pt x="3926541" y="2830677"/>
                    <a:pt x="4007035" y="2875784"/>
                  </a:cubicBezTo>
                  <a:cubicBezTo>
                    <a:pt x="4039591" y="2894090"/>
                    <a:pt x="4072053" y="2906924"/>
                    <a:pt x="4108761" y="2914568"/>
                  </a:cubicBezTo>
                  <a:cubicBezTo>
                    <a:pt x="4262860" y="2946463"/>
                    <a:pt x="4489336" y="2841906"/>
                    <a:pt x="4614465" y="2661480"/>
                  </a:cubicBezTo>
                  <a:cubicBezTo>
                    <a:pt x="4730440" y="2494170"/>
                    <a:pt x="4793853" y="2281093"/>
                    <a:pt x="4961540" y="2146434"/>
                  </a:cubicBezTo>
                  <a:cubicBezTo>
                    <a:pt x="5179147" y="1972141"/>
                    <a:pt x="5491779" y="1961855"/>
                    <a:pt x="5728070" y="2061505"/>
                  </a:cubicBezTo>
                  <a:cubicBezTo>
                    <a:pt x="5960681" y="2159645"/>
                    <a:pt x="6136672" y="2349036"/>
                    <a:pt x="6292752" y="2551544"/>
                  </a:cubicBezTo>
                  <a:cubicBezTo>
                    <a:pt x="6429299" y="2728668"/>
                    <a:pt x="6556503" y="2926363"/>
                    <a:pt x="6702109" y="3114434"/>
                  </a:cubicBezTo>
                  <a:cubicBezTo>
                    <a:pt x="6724474" y="3143215"/>
                    <a:pt x="6747121" y="3171430"/>
                    <a:pt x="6770335" y="3198985"/>
                  </a:cubicBezTo>
                  <a:cubicBezTo>
                    <a:pt x="6979732" y="3446411"/>
                    <a:pt x="7234801" y="3610701"/>
                    <a:pt x="7517802" y="3665810"/>
                  </a:cubicBezTo>
                  <a:cubicBezTo>
                    <a:pt x="7726444" y="3707048"/>
                    <a:pt x="7950373" y="3686099"/>
                    <a:pt x="8145992" y="3597018"/>
                  </a:cubicBezTo>
                  <a:cubicBezTo>
                    <a:pt x="8325286" y="3515392"/>
                    <a:pt x="8472119" y="3392434"/>
                    <a:pt x="8600267" y="3246262"/>
                  </a:cubicBezTo>
                  <a:cubicBezTo>
                    <a:pt x="8810985" y="3005913"/>
                    <a:pt x="8970651" y="2703189"/>
                    <a:pt x="9148718" y="2421226"/>
                  </a:cubicBezTo>
                  <a:cubicBezTo>
                    <a:pt x="9192881" y="2351018"/>
                    <a:pt x="9238460" y="2281093"/>
                    <a:pt x="9285453" y="2212018"/>
                  </a:cubicBezTo>
                  <a:cubicBezTo>
                    <a:pt x="9957618" y="1222503"/>
                    <a:pt x="10936469" y="389540"/>
                    <a:pt x="12157085" y="0"/>
                  </a:cubicBezTo>
                </a:path>
              </a:pathLst>
            </a:custGeom>
            <a:noFill/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591" name="Google Shape;591;p17"/>
            <p:cNvSpPr/>
            <p:nvPr/>
          </p:nvSpPr>
          <p:spPr>
            <a:xfrm>
              <a:off x="31895" y="8867766"/>
              <a:ext cx="12153970" cy="3505951"/>
            </a:xfrm>
            <a:custGeom>
              <a:avLst/>
              <a:gdLst/>
              <a:ahLst/>
              <a:cxnLst/>
              <a:rect l="l" t="t" r="r" b="b"/>
              <a:pathLst>
                <a:path w="12153970" h="3505951" extrusionOk="0">
                  <a:moveTo>
                    <a:pt x="0" y="1531927"/>
                  </a:moveTo>
                  <a:cubicBezTo>
                    <a:pt x="97291" y="1785486"/>
                    <a:pt x="320559" y="2026024"/>
                    <a:pt x="588934" y="2141244"/>
                  </a:cubicBezTo>
                  <a:cubicBezTo>
                    <a:pt x="843720" y="2250613"/>
                    <a:pt x="1132384" y="2232023"/>
                    <a:pt x="1340271" y="2123503"/>
                  </a:cubicBezTo>
                  <a:cubicBezTo>
                    <a:pt x="1508807" y="2035554"/>
                    <a:pt x="1617233" y="1891176"/>
                    <a:pt x="1770388" y="1782561"/>
                  </a:cubicBezTo>
                  <a:cubicBezTo>
                    <a:pt x="1925241" y="1672814"/>
                    <a:pt x="2155021" y="1589018"/>
                    <a:pt x="2371684" y="1644221"/>
                  </a:cubicBezTo>
                  <a:cubicBezTo>
                    <a:pt x="2587780" y="1699331"/>
                    <a:pt x="2768773" y="1751704"/>
                    <a:pt x="2920796" y="1812569"/>
                  </a:cubicBezTo>
                  <a:cubicBezTo>
                    <a:pt x="3040734" y="1860601"/>
                    <a:pt x="3150198" y="1910615"/>
                    <a:pt x="3263247" y="1976859"/>
                  </a:cubicBezTo>
                  <a:cubicBezTo>
                    <a:pt x="3288726" y="1991864"/>
                    <a:pt x="3315337" y="2008189"/>
                    <a:pt x="3342986" y="2025929"/>
                  </a:cubicBezTo>
                  <a:cubicBezTo>
                    <a:pt x="3493216" y="2121899"/>
                    <a:pt x="3680436" y="2276092"/>
                    <a:pt x="3801318" y="2435286"/>
                  </a:cubicBezTo>
                  <a:cubicBezTo>
                    <a:pt x="3881340" y="2540692"/>
                    <a:pt x="3935034" y="2628169"/>
                    <a:pt x="4011564" y="2680825"/>
                  </a:cubicBezTo>
                  <a:cubicBezTo>
                    <a:pt x="4042705" y="2702246"/>
                    <a:pt x="4074034" y="2718382"/>
                    <a:pt x="4110459" y="2729423"/>
                  </a:cubicBezTo>
                  <a:cubicBezTo>
                    <a:pt x="4263992" y="2775756"/>
                    <a:pt x="4504340" y="2681202"/>
                    <a:pt x="4637867" y="2500115"/>
                  </a:cubicBezTo>
                  <a:cubicBezTo>
                    <a:pt x="4756673" y="2338939"/>
                    <a:pt x="4822163" y="2129920"/>
                    <a:pt x="4988435" y="1997242"/>
                  </a:cubicBezTo>
                  <a:cubicBezTo>
                    <a:pt x="5204814" y="1825120"/>
                    <a:pt x="5511879" y="1809078"/>
                    <a:pt x="5746754" y="1900707"/>
                  </a:cubicBezTo>
                  <a:cubicBezTo>
                    <a:pt x="5977289" y="1990637"/>
                    <a:pt x="6155168" y="2170686"/>
                    <a:pt x="6313229" y="2365645"/>
                  </a:cubicBezTo>
                  <a:cubicBezTo>
                    <a:pt x="6451758" y="2536446"/>
                    <a:pt x="6580566" y="2729329"/>
                    <a:pt x="6723813" y="2916266"/>
                  </a:cubicBezTo>
                  <a:cubicBezTo>
                    <a:pt x="6745800" y="2944859"/>
                    <a:pt x="6767976" y="2972980"/>
                    <a:pt x="6790623" y="3000440"/>
                  </a:cubicBezTo>
                  <a:cubicBezTo>
                    <a:pt x="6994641" y="3247017"/>
                    <a:pt x="7236405" y="3415836"/>
                    <a:pt x="7510159" y="3478872"/>
                  </a:cubicBezTo>
                  <a:cubicBezTo>
                    <a:pt x="7712006" y="3525961"/>
                    <a:pt x="7931311" y="3512466"/>
                    <a:pt x="8124855" y="3431878"/>
                  </a:cubicBezTo>
                  <a:cubicBezTo>
                    <a:pt x="8302167" y="3358085"/>
                    <a:pt x="8449377" y="3243242"/>
                    <a:pt x="8578940" y="3105091"/>
                  </a:cubicBezTo>
                  <a:cubicBezTo>
                    <a:pt x="8792300" y="2877671"/>
                    <a:pt x="8957345" y="2587498"/>
                    <a:pt x="9139848" y="2316763"/>
                  </a:cubicBezTo>
                  <a:cubicBezTo>
                    <a:pt x="9185049" y="2249292"/>
                    <a:pt x="9231665" y="2182198"/>
                    <a:pt x="9279603" y="2115860"/>
                  </a:cubicBezTo>
                  <a:cubicBezTo>
                    <a:pt x="9964978" y="1165506"/>
                    <a:pt x="10944019" y="368685"/>
                    <a:pt x="12153971" y="0"/>
                  </a:cubicBezTo>
                </a:path>
              </a:pathLst>
            </a:custGeom>
            <a:noFill/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592" name="Google Shape;592;p17"/>
            <p:cNvSpPr/>
            <p:nvPr/>
          </p:nvSpPr>
          <p:spPr>
            <a:xfrm>
              <a:off x="34915" y="8991762"/>
              <a:ext cx="12151139" cy="3327091"/>
            </a:xfrm>
            <a:custGeom>
              <a:avLst/>
              <a:gdLst/>
              <a:ahLst/>
              <a:cxnLst/>
              <a:rect l="l" t="t" r="r" b="b"/>
              <a:pathLst>
                <a:path w="12151139" h="3327091" extrusionOk="0">
                  <a:moveTo>
                    <a:pt x="0" y="1290352"/>
                  </a:moveTo>
                  <a:cubicBezTo>
                    <a:pt x="96064" y="1537494"/>
                    <a:pt x="313953" y="1776239"/>
                    <a:pt x="576667" y="1895517"/>
                  </a:cubicBezTo>
                  <a:cubicBezTo>
                    <a:pt x="824187" y="2007906"/>
                    <a:pt x="1105207" y="1997431"/>
                    <a:pt x="1309036" y="1901556"/>
                  </a:cubicBezTo>
                  <a:cubicBezTo>
                    <a:pt x="1474364" y="1823799"/>
                    <a:pt x="1582223" y="1691121"/>
                    <a:pt x="1733491" y="1593642"/>
                  </a:cubicBezTo>
                  <a:cubicBezTo>
                    <a:pt x="1887307" y="1494558"/>
                    <a:pt x="2113028" y="1420953"/>
                    <a:pt x="2324973" y="1474836"/>
                  </a:cubicBezTo>
                  <a:cubicBezTo>
                    <a:pt x="2546448" y="1531078"/>
                    <a:pt x="2735179" y="1575146"/>
                    <a:pt x="2893996" y="1625820"/>
                  </a:cubicBezTo>
                  <a:cubicBezTo>
                    <a:pt x="3019879" y="1665926"/>
                    <a:pt x="3135571" y="1706691"/>
                    <a:pt x="3255698" y="1766519"/>
                  </a:cubicBezTo>
                  <a:cubicBezTo>
                    <a:pt x="3282781" y="1780108"/>
                    <a:pt x="3310902" y="1795112"/>
                    <a:pt x="3340250" y="1811626"/>
                  </a:cubicBezTo>
                  <a:cubicBezTo>
                    <a:pt x="3499255" y="1901273"/>
                    <a:pt x="3696007" y="2055560"/>
                    <a:pt x="3816039" y="2222492"/>
                  </a:cubicBezTo>
                  <a:cubicBezTo>
                    <a:pt x="3895212" y="2332617"/>
                    <a:pt x="3943621" y="2426322"/>
                    <a:pt x="4016094" y="2486338"/>
                  </a:cubicBezTo>
                  <a:cubicBezTo>
                    <a:pt x="4045725" y="2510873"/>
                    <a:pt x="4075922" y="2530406"/>
                    <a:pt x="4112158" y="2544750"/>
                  </a:cubicBezTo>
                  <a:cubicBezTo>
                    <a:pt x="4265030" y="2605427"/>
                    <a:pt x="4519061" y="2520970"/>
                    <a:pt x="4661270" y="2339222"/>
                  </a:cubicBezTo>
                  <a:cubicBezTo>
                    <a:pt x="4782718" y="2183991"/>
                    <a:pt x="4850473" y="1979219"/>
                    <a:pt x="5015423" y="1848428"/>
                  </a:cubicBezTo>
                  <a:cubicBezTo>
                    <a:pt x="5230576" y="1678476"/>
                    <a:pt x="5531979" y="1656678"/>
                    <a:pt x="5765533" y="1740191"/>
                  </a:cubicBezTo>
                  <a:cubicBezTo>
                    <a:pt x="5993991" y="1821911"/>
                    <a:pt x="6173852" y="1992524"/>
                    <a:pt x="6333895" y="2179934"/>
                  </a:cubicBezTo>
                  <a:cubicBezTo>
                    <a:pt x="6474311" y="2344413"/>
                    <a:pt x="6604818" y="2532483"/>
                    <a:pt x="6745705" y="2718288"/>
                  </a:cubicBezTo>
                  <a:cubicBezTo>
                    <a:pt x="6767315" y="2746692"/>
                    <a:pt x="6789019" y="2774624"/>
                    <a:pt x="6811100" y="2801990"/>
                  </a:cubicBezTo>
                  <a:cubicBezTo>
                    <a:pt x="7009834" y="3047623"/>
                    <a:pt x="7238198" y="3221066"/>
                    <a:pt x="7502610" y="3292029"/>
                  </a:cubicBezTo>
                  <a:cubicBezTo>
                    <a:pt x="7697568" y="3345062"/>
                    <a:pt x="7912344" y="3338929"/>
                    <a:pt x="8103905" y="3266834"/>
                  </a:cubicBezTo>
                  <a:cubicBezTo>
                    <a:pt x="8279142" y="3200966"/>
                    <a:pt x="8426824" y="3094145"/>
                    <a:pt x="8557803" y="2964015"/>
                  </a:cubicBezTo>
                  <a:cubicBezTo>
                    <a:pt x="8773805" y="2749523"/>
                    <a:pt x="8944229" y="2471994"/>
                    <a:pt x="9131260" y="2212395"/>
                  </a:cubicBezTo>
                  <a:cubicBezTo>
                    <a:pt x="9177500" y="2147755"/>
                    <a:pt x="9225154" y="2083398"/>
                    <a:pt x="9274035" y="2019701"/>
                  </a:cubicBezTo>
                  <a:cubicBezTo>
                    <a:pt x="9972622" y="1108415"/>
                    <a:pt x="10951757" y="347831"/>
                    <a:pt x="12151140" y="0"/>
                  </a:cubicBezTo>
                </a:path>
              </a:pathLst>
            </a:custGeom>
            <a:noFill/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593" name="Google Shape;593;p17"/>
            <p:cNvSpPr/>
            <p:nvPr/>
          </p:nvSpPr>
          <p:spPr>
            <a:xfrm>
              <a:off x="37934" y="9116230"/>
              <a:ext cx="12147742" cy="3149423"/>
            </a:xfrm>
            <a:custGeom>
              <a:avLst/>
              <a:gdLst/>
              <a:ahLst/>
              <a:cxnLst/>
              <a:rect l="l" t="t" r="r" b="b"/>
              <a:pathLst>
                <a:path w="12147742" h="3149423" extrusionOk="0">
                  <a:moveTo>
                    <a:pt x="0" y="1048399"/>
                  </a:moveTo>
                  <a:cubicBezTo>
                    <a:pt x="94837" y="1289030"/>
                    <a:pt x="307348" y="1526170"/>
                    <a:pt x="564305" y="1649412"/>
                  </a:cubicBezTo>
                  <a:cubicBezTo>
                    <a:pt x="804559" y="1764632"/>
                    <a:pt x="1077935" y="1762367"/>
                    <a:pt x="1277707" y="1679231"/>
                  </a:cubicBezTo>
                  <a:cubicBezTo>
                    <a:pt x="1439921" y="1611760"/>
                    <a:pt x="1547214" y="1490689"/>
                    <a:pt x="1696405" y="1404439"/>
                  </a:cubicBezTo>
                  <a:cubicBezTo>
                    <a:pt x="1849277" y="1316019"/>
                    <a:pt x="2070847" y="1252605"/>
                    <a:pt x="2278168" y="1305073"/>
                  </a:cubicBezTo>
                  <a:cubicBezTo>
                    <a:pt x="2505022" y="1362541"/>
                    <a:pt x="2701396" y="1398211"/>
                    <a:pt x="2867196" y="1438694"/>
                  </a:cubicBezTo>
                  <a:cubicBezTo>
                    <a:pt x="2999024" y="1470873"/>
                    <a:pt x="3120945" y="1502391"/>
                    <a:pt x="3248055" y="1555801"/>
                  </a:cubicBezTo>
                  <a:cubicBezTo>
                    <a:pt x="3276742" y="1567880"/>
                    <a:pt x="3306467" y="1581563"/>
                    <a:pt x="3337324" y="1596944"/>
                  </a:cubicBezTo>
                  <a:cubicBezTo>
                    <a:pt x="3505012" y="1680175"/>
                    <a:pt x="3711294" y="1834556"/>
                    <a:pt x="3830477" y="2009227"/>
                  </a:cubicBezTo>
                  <a:cubicBezTo>
                    <a:pt x="3908801" y="2123975"/>
                    <a:pt x="3951831" y="2224002"/>
                    <a:pt x="4020435" y="2291473"/>
                  </a:cubicBezTo>
                  <a:cubicBezTo>
                    <a:pt x="4048556" y="2319122"/>
                    <a:pt x="4077620" y="2341959"/>
                    <a:pt x="4113573" y="2359700"/>
                  </a:cubicBezTo>
                  <a:cubicBezTo>
                    <a:pt x="4265785" y="2434814"/>
                    <a:pt x="4533216" y="2360360"/>
                    <a:pt x="4684389" y="2177952"/>
                  </a:cubicBezTo>
                  <a:cubicBezTo>
                    <a:pt x="4808197" y="2028571"/>
                    <a:pt x="4878404" y="1828234"/>
                    <a:pt x="5042034" y="1699331"/>
                  </a:cubicBezTo>
                  <a:cubicBezTo>
                    <a:pt x="5255866" y="1531549"/>
                    <a:pt x="5551795" y="1504089"/>
                    <a:pt x="5783840" y="1579487"/>
                  </a:cubicBezTo>
                  <a:cubicBezTo>
                    <a:pt x="6010222" y="1653092"/>
                    <a:pt x="6191970" y="1814268"/>
                    <a:pt x="6353995" y="1994128"/>
                  </a:cubicBezTo>
                  <a:cubicBezTo>
                    <a:pt x="6496392" y="2152285"/>
                    <a:pt x="6628409" y="2335448"/>
                    <a:pt x="6767032" y="2520215"/>
                  </a:cubicBezTo>
                  <a:cubicBezTo>
                    <a:pt x="6788264" y="2548430"/>
                    <a:pt x="6809402" y="2576268"/>
                    <a:pt x="6830918" y="2603540"/>
                  </a:cubicBezTo>
                  <a:cubicBezTo>
                    <a:pt x="7024272" y="2848229"/>
                    <a:pt x="7239330" y="3026296"/>
                    <a:pt x="7494494" y="3105186"/>
                  </a:cubicBezTo>
                  <a:cubicBezTo>
                    <a:pt x="7682659" y="3164164"/>
                    <a:pt x="7892716" y="3165296"/>
                    <a:pt x="8082391" y="3101788"/>
                  </a:cubicBezTo>
                  <a:cubicBezTo>
                    <a:pt x="8255645" y="3043754"/>
                    <a:pt x="8403704" y="2945142"/>
                    <a:pt x="8536193" y="2822939"/>
                  </a:cubicBezTo>
                  <a:cubicBezTo>
                    <a:pt x="8754838" y="2621375"/>
                    <a:pt x="8930640" y="2356491"/>
                    <a:pt x="9122107" y="2108027"/>
                  </a:cubicBezTo>
                  <a:cubicBezTo>
                    <a:pt x="9169478" y="2046123"/>
                    <a:pt x="9218077" y="1984503"/>
                    <a:pt x="9267902" y="1923637"/>
                  </a:cubicBezTo>
                  <a:cubicBezTo>
                    <a:pt x="9979604" y="1051419"/>
                    <a:pt x="10959023" y="326976"/>
                    <a:pt x="12147742" y="0"/>
                  </a:cubicBezTo>
                </a:path>
              </a:pathLst>
            </a:custGeom>
            <a:noFill/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594" name="Google Shape;594;p17"/>
            <p:cNvSpPr/>
            <p:nvPr/>
          </p:nvSpPr>
          <p:spPr>
            <a:xfrm>
              <a:off x="40954" y="9240698"/>
              <a:ext cx="12144534" cy="2972959"/>
            </a:xfrm>
            <a:custGeom>
              <a:avLst/>
              <a:gdLst/>
              <a:ahLst/>
              <a:cxnLst/>
              <a:rect l="l" t="t" r="r" b="b"/>
              <a:pathLst>
                <a:path w="12144534" h="2972959" extrusionOk="0">
                  <a:moveTo>
                    <a:pt x="0" y="806446"/>
                  </a:moveTo>
                  <a:cubicBezTo>
                    <a:pt x="93610" y="1040567"/>
                    <a:pt x="300648" y="1275914"/>
                    <a:pt x="551943" y="1403307"/>
                  </a:cubicBezTo>
                  <a:cubicBezTo>
                    <a:pt x="784931" y="1521358"/>
                    <a:pt x="1050664" y="1527397"/>
                    <a:pt x="1246377" y="1456906"/>
                  </a:cubicBezTo>
                  <a:cubicBezTo>
                    <a:pt x="1405572" y="1399627"/>
                    <a:pt x="1512393" y="1290257"/>
                    <a:pt x="1659320" y="1215142"/>
                  </a:cubicBezTo>
                  <a:cubicBezTo>
                    <a:pt x="1811342" y="1137385"/>
                    <a:pt x="2028666" y="1084163"/>
                    <a:pt x="2231363" y="1135309"/>
                  </a:cubicBezTo>
                  <a:cubicBezTo>
                    <a:pt x="2463690" y="1193910"/>
                    <a:pt x="2667708" y="1221182"/>
                    <a:pt x="2840396" y="1251567"/>
                  </a:cubicBezTo>
                  <a:cubicBezTo>
                    <a:pt x="2978264" y="1275819"/>
                    <a:pt x="3106318" y="1298090"/>
                    <a:pt x="3240505" y="1345083"/>
                  </a:cubicBezTo>
                  <a:cubicBezTo>
                    <a:pt x="3270797" y="1355747"/>
                    <a:pt x="3302126" y="1368014"/>
                    <a:pt x="3334588" y="1382263"/>
                  </a:cubicBezTo>
                  <a:cubicBezTo>
                    <a:pt x="3510956" y="1459077"/>
                    <a:pt x="3726864" y="1613647"/>
                    <a:pt x="3845104" y="1796055"/>
                  </a:cubicBezTo>
                  <a:cubicBezTo>
                    <a:pt x="3922484" y="1915522"/>
                    <a:pt x="3960324" y="2021777"/>
                    <a:pt x="4024870" y="2096703"/>
                  </a:cubicBezTo>
                  <a:cubicBezTo>
                    <a:pt x="4051481" y="2127561"/>
                    <a:pt x="4079413" y="2153606"/>
                    <a:pt x="4115178" y="2174744"/>
                  </a:cubicBezTo>
                  <a:cubicBezTo>
                    <a:pt x="4266728" y="2264296"/>
                    <a:pt x="4547465" y="2199562"/>
                    <a:pt x="4707698" y="2016776"/>
                  </a:cubicBezTo>
                  <a:cubicBezTo>
                    <a:pt x="4833581" y="1873058"/>
                    <a:pt x="4906620" y="1677249"/>
                    <a:pt x="5068928" y="1550328"/>
                  </a:cubicBezTo>
                  <a:cubicBezTo>
                    <a:pt x="5281533" y="1384717"/>
                    <a:pt x="5571801" y="1351500"/>
                    <a:pt x="5802524" y="1418877"/>
                  </a:cubicBezTo>
                  <a:cubicBezTo>
                    <a:pt x="6026831" y="1484272"/>
                    <a:pt x="6210560" y="1636012"/>
                    <a:pt x="6374472" y="1808417"/>
                  </a:cubicBezTo>
                  <a:cubicBezTo>
                    <a:pt x="6518852" y="1960345"/>
                    <a:pt x="6652473" y="2138601"/>
                    <a:pt x="6788736" y="2322237"/>
                  </a:cubicBezTo>
                  <a:cubicBezTo>
                    <a:pt x="6809591" y="2350263"/>
                    <a:pt x="6830257" y="2377912"/>
                    <a:pt x="6851206" y="2405089"/>
                  </a:cubicBezTo>
                  <a:cubicBezTo>
                    <a:pt x="7039276" y="2648929"/>
                    <a:pt x="7241029" y="2830960"/>
                    <a:pt x="7486756" y="2918342"/>
                  </a:cubicBezTo>
                  <a:cubicBezTo>
                    <a:pt x="7668221" y="2982888"/>
                    <a:pt x="7873560" y="2991758"/>
                    <a:pt x="8061158" y="2936744"/>
                  </a:cubicBezTo>
                  <a:cubicBezTo>
                    <a:pt x="8232337" y="2886541"/>
                    <a:pt x="8380868" y="2796045"/>
                    <a:pt x="8514772" y="2681863"/>
                  </a:cubicBezTo>
                  <a:cubicBezTo>
                    <a:pt x="8736059" y="2493227"/>
                    <a:pt x="8917335" y="2240988"/>
                    <a:pt x="9113143" y="2003659"/>
                  </a:cubicBezTo>
                  <a:cubicBezTo>
                    <a:pt x="9161552" y="1944586"/>
                    <a:pt x="9211188" y="1885702"/>
                    <a:pt x="9261957" y="1827479"/>
                  </a:cubicBezTo>
                  <a:cubicBezTo>
                    <a:pt x="9986871" y="994328"/>
                    <a:pt x="10966477" y="306121"/>
                    <a:pt x="12144535" y="0"/>
                  </a:cubicBezTo>
                </a:path>
              </a:pathLst>
            </a:custGeom>
            <a:noFill/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595" name="Google Shape;595;p17"/>
            <p:cNvSpPr/>
            <p:nvPr/>
          </p:nvSpPr>
          <p:spPr>
            <a:xfrm>
              <a:off x="44068" y="9364883"/>
              <a:ext cx="12141514" cy="2797895"/>
            </a:xfrm>
            <a:custGeom>
              <a:avLst/>
              <a:gdLst/>
              <a:ahLst/>
              <a:cxnLst/>
              <a:rect l="l" t="t" r="r" b="b"/>
              <a:pathLst>
                <a:path w="12141514" h="2797895" extrusionOk="0">
                  <a:moveTo>
                    <a:pt x="0" y="564776"/>
                  </a:moveTo>
                  <a:cubicBezTo>
                    <a:pt x="92384" y="792480"/>
                    <a:pt x="294042" y="1025940"/>
                    <a:pt x="539581" y="1157485"/>
                  </a:cubicBezTo>
                  <a:cubicBezTo>
                    <a:pt x="765303" y="1278367"/>
                    <a:pt x="1023486" y="1292616"/>
                    <a:pt x="1215048" y="1234959"/>
                  </a:cubicBezTo>
                  <a:cubicBezTo>
                    <a:pt x="1371128" y="1187965"/>
                    <a:pt x="1477761" y="1090203"/>
                    <a:pt x="1622234" y="1026223"/>
                  </a:cubicBezTo>
                  <a:cubicBezTo>
                    <a:pt x="1773691" y="959129"/>
                    <a:pt x="1986484" y="916099"/>
                    <a:pt x="2184463" y="965829"/>
                  </a:cubicBezTo>
                  <a:cubicBezTo>
                    <a:pt x="2422169" y="1025657"/>
                    <a:pt x="2633925" y="1044436"/>
                    <a:pt x="2813502" y="1064724"/>
                  </a:cubicBezTo>
                  <a:cubicBezTo>
                    <a:pt x="2957315" y="1080955"/>
                    <a:pt x="3091503" y="1094072"/>
                    <a:pt x="3232767" y="1134649"/>
                  </a:cubicBezTo>
                  <a:cubicBezTo>
                    <a:pt x="3264663" y="1143802"/>
                    <a:pt x="3297502" y="1154843"/>
                    <a:pt x="3331662" y="1167865"/>
                  </a:cubicBezTo>
                  <a:cubicBezTo>
                    <a:pt x="3516713" y="1238356"/>
                    <a:pt x="3742246" y="1392927"/>
                    <a:pt x="3859636" y="1583167"/>
                  </a:cubicBezTo>
                  <a:cubicBezTo>
                    <a:pt x="3936167" y="1707258"/>
                    <a:pt x="3968628" y="1819835"/>
                    <a:pt x="4029305" y="1902122"/>
                  </a:cubicBezTo>
                  <a:cubicBezTo>
                    <a:pt x="4054406" y="1936093"/>
                    <a:pt x="4081301" y="1965535"/>
                    <a:pt x="4116782" y="1989976"/>
                  </a:cubicBezTo>
                  <a:cubicBezTo>
                    <a:pt x="4267672" y="2093967"/>
                    <a:pt x="4561431" y="2038952"/>
                    <a:pt x="4731006" y="1855694"/>
                  </a:cubicBezTo>
                  <a:cubicBezTo>
                    <a:pt x="4858871" y="1717543"/>
                    <a:pt x="4934835" y="1526359"/>
                    <a:pt x="5095822" y="1401325"/>
                  </a:cubicBezTo>
                  <a:cubicBezTo>
                    <a:pt x="5307106" y="1237885"/>
                    <a:pt x="5591712" y="1199006"/>
                    <a:pt x="5821208" y="1258173"/>
                  </a:cubicBezTo>
                  <a:cubicBezTo>
                    <a:pt x="6043345" y="1315453"/>
                    <a:pt x="6229150" y="1457661"/>
                    <a:pt x="6394949" y="1622612"/>
                  </a:cubicBezTo>
                  <a:cubicBezTo>
                    <a:pt x="6541310" y="1768217"/>
                    <a:pt x="6676536" y="1941567"/>
                    <a:pt x="6810346" y="2124069"/>
                  </a:cubicBezTo>
                  <a:cubicBezTo>
                    <a:pt x="6830823" y="2151907"/>
                    <a:pt x="6851017" y="2179367"/>
                    <a:pt x="6871400" y="2206545"/>
                  </a:cubicBezTo>
                  <a:cubicBezTo>
                    <a:pt x="7054092" y="2449441"/>
                    <a:pt x="7242539" y="2636095"/>
                    <a:pt x="7479018" y="2731405"/>
                  </a:cubicBezTo>
                  <a:cubicBezTo>
                    <a:pt x="7653689" y="2801801"/>
                    <a:pt x="7854404" y="2818126"/>
                    <a:pt x="8040020" y="2771604"/>
                  </a:cubicBezTo>
                  <a:cubicBezTo>
                    <a:pt x="8209217" y="2729234"/>
                    <a:pt x="8358220" y="2646853"/>
                    <a:pt x="8493540" y="2540692"/>
                  </a:cubicBezTo>
                  <a:cubicBezTo>
                    <a:pt x="8717468" y="2364984"/>
                    <a:pt x="8904595" y="2125768"/>
                    <a:pt x="9104461" y="1899197"/>
                  </a:cubicBezTo>
                  <a:cubicBezTo>
                    <a:pt x="9154097" y="1842955"/>
                    <a:pt x="9204583" y="1786713"/>
                    <a:pt x="9256295" y="1731321"/>
                  </a:cubicBezTo>
                  <a:cubicBezTo>
                    <a:pt x="9994326" y="937236"/>
                    <a:pt x="10974215" y="285266"/>
                    <a:pt x="12141514" y="0"/>
                  </a:cubicBezTo>
                </a:path>
              </a:pathLst>
            </a:custGeom>
            <a:noFill/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596" name="Google Shape;596;p17"/>
            <p:cNvSpPr/>
            <p:nvPr/>
          </p:nvSpPr>
          <p:spPr>
            <a:xfrm>
              <a:off x="47088" y="9489162"/>
              <a:ext cx="12138212" cy="2624367"/>
            </a:xfrm>
            <a:custGeom>
              <a:avLst/>
              <a:gdLst/>
              <a:ahLst/>
              <a:cxnLst/>
              <a:rect l="l" t="t" r="r" b="b"/>
              <a:pathLst>
                <a:path w="12138212" h="2624367" extrusionOk="0">
                  <a:moveTo>
                    <a:pt x="0" y="323012"/>
                  </a:moveTo>
                  <a:cubicBezTo>
                    <a:pt x="91157" y="544205"/>
                    <a:pt x="287437" y="775872"/>
                    <a:pt x="527313" y="911569"/>
                  </a:cubicBezTo>
                  <a:cubicBezTo>
                    <a:pt x="745769" y="1035188"/>
                    <a:pt x="996404" y="1057835"/>
                    <a:pt x="1183813" y="1012823"/>
                  </a:cubicBezTo>
                  <a:cubicBezTo>
                    <a:pt x="1336874" y="976021"/>
                    <a:pt x="1443318" y="890054"/>
                    <a:pt x="1585243" y="837115"/>
                  </a:cubicBezTo>
                  <a:cubicBezTo>
                    <a:pt x="1736228" y="780779"/>
                    <a:pt x="1944398" y="747751"/>
                    <a:pt x="2137752" y="796255"/>
                  </a:cubicBezTo>
                  <a:cubicBezTo>
                    <a:pt x="2380837" y="857215"/>
                    <a:pt x="2600331" y="867500"/>
                    <a:pt x="2786797" y="877786"/>
                  </a:cubicBezTo>
                  <a:cubicBezTo>
                    <a:pt x="2936649" y="885996"/>
                    <a:pt x="3076970" y="889959"/>
                    <a:pt x="3225313" y="924120"/>
                  </a:cubicBezTo>
                  <a:cubicBezTo>
                    <a:pt x="3258718" y="931858"/>
                    <a:pt x="3293256" y="941483"/>
                    <a:pt x="3328926" y="953373"/>
                  </a:cubicBezTo>
                  <a:cubicBezTo>
                    <a:pt x="3522752" y="1017447"/>
                    <a:pt x="3757816" y="1172206"/>
                    <a:pt x="3874263" y="1370090"/>
                  </a:cubicBezTo>
                  <a:cubicBezTo>
                    <a:pt x="3949944" y="1498804"/>
                    <a:pt x="3976932" y="1617799"/>
                    <a:pt x="4033835" y="1707446"/>
                  </a:cubicBezTo>
                  <a:cubicBezTo>
                    <a:pt x="4057426" y="1744626"/>
                    <a:pt x="4083188" y="1777277"/>
                    <a:pt x="4118480" y="1805115"/>
                  </a:cubicBezTo>
                  <a:cubicBezTo>
                    <a:pt x="4268616" y="1923637"/>
                    <a:pt x="4575303" y="1877965"/>
                    <a:pt x="4754408" y="1694613"/>
                  </a:cubicBezTo>
                  <a:cubicBezTo>
                    <a:pt x="4883972" y="1561935"/>
                    <a:pt x="4963145" y="1375563"/>
                    <a:pt x="5122716" y="1252417"/>
                  </a:cubicBezTo>
                  <a:cubicBezTo>
                    <a:pt x="5332773" y="1091052"/>
                    <a:pt x="5611717" y="1046700"/>
                    <a:pt x="5839893" y="1097658"/>
                  </a:cubicBezTo>
                  <a:cubicBezTo>
                    <a:pt x="6059953" y="1146822"/>
                    <a:pt x="6247740" y="1279594"/>
                    <a:pt x="6415427" y="1436901"/>
                  </a:cubicBezTo>
                  <a:cubicBezTo>
                    <a:pt x="6563769" y="1576184"/>
                    <a:pt x="6700599" y="1744720"/>
                    <a:pt x="6832050" y="1926091"/>
                  </a:cubicBezTo>
                  <a:cubicBezTo>
                    <a:pt x="6852150" y="1953740"/>
                    <a:pt x="6871872" y="1981106"/>
                    <a:pt x="6891594" y="2008094"/>
                  </a:cubicBezTo>
                  <a:cubicBezTo>
                    <a:pt x="7069001" y="2250047"/>
                    <a:pt x="7244143" y="2441325"/>
                    <a:pt x="7471186" y="2544561"/>
                  </a:cubicBezTo>
                  <a:cubicBezTo>
                    <a:pt x="7639157" y="2620903"/>
                    <a:pt x="7835059" y="2644494"/>
                    <a:pt x="8018788" y="2606559"/>
                  </a:cubicBezTo>
                  <a:cubicBezTo>
                    <a:pt x="8185909" y="2572021"/>
                    <a:pt x="8335384" y="2497850"/>
                    <a:pt x="8472119" y="2399616"/>
                  </a:cubicBezTo>
                  <a:cubicBezTo>
                    <a:pt x="8698784" y="2236836"/>
                    <a:pt x="8891195" y="2010265"/>
                    <a:pt x="9095496" y="1794828"/>
                  </a:cubicBezTo>
                  <a:cubicBezTo>
                    <a:pt x="9146170" y="1741418"/>
                    <a:pt x="9197694" y="1687913"/>
                    <a:pt x="9250255" y="1635162"/>
                  </a:cubicBezTo>
                  <a:cubicBezTo>
                    <a:pt x="10001498" y="880145"/>
                    <a:pt x="10981576" y="264317"/>
                    <a:pt x="12138212" y="0"/>
                  </a:cubicBezTo>
                </a:path>
              </a:pathLst>
            </a:custGeom>
            <a:noFill/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597" name="Google Shape;597;p17"/>
            <p:cNvSpPr/>
            <p:nvPr/>
          </p:nvSpPr>
          <p:spPr>
            <a:xfrm>
              <a:off x="50107" y="9613818"/>
              <a:ext cx="12135097" cy="2452279"/>
            </a:xfrm>
            <a:custGeom>
              <a:avLst/>
              <a:gdLst/>
              <a:ahLst/>
              <a:cxnLst/>
              <a:rect l="l" t="t" r="r" b="b"/>
              <a:pathLst>
                <a:path w="12135097" h="2452279" extrusionOk="0">
                  <a:moveTo>
                    <a:pt x="0" y="80871"/>
                  </a:moveTo>
                  <a:cubicBezTo>
                    <a:pt x="89930" y="295552"/>
                    <a:pt x="280831" y="525332"/>
                    <a:pt x="514952" y="665276"/>
                  </a:cubicBezTo>
                  <a:cubicBezTo>
                    <a:pt x="726141" y="791536"/>
                    <a:pt x="969226" y="822677"/>
                    <a:pt x="1152484" y="790310"/>
                  </a:cubicBezTo>
                  <a:cubicBezTo>
                    <a:pt x="1302525" y="763793"/>
                    <a:pt x="1408969" y="689716"/>
                    <a:pt x="1548252" y="647629"/>
                  </a:cubicBezTo>
                  <a:cubicBezTo>
                    <a:pt x="1698953" y="602051"/>
                    <a:pt x="1902311" y="579120"/>
                    <a:pt x="2091041" y="626303"/>
                  </a:cubicBezTo>
                  <a:cubicBezTo>
                    <a:pt x="2339600" y="688395"/>
                    <a:pt x="2566737" y="694529"/>
                    <a:pt x="2760091" y="690471"/>
                  </a:cubicBezTo>
                  <a:cubicBezTo>
                    <a:pt x="2915889" y="687168"/>
                    <a:pt x="3062438" y="685470"/>
                    <a:pt x="3217858" y="713213"/>
                  </a:cubicBezTo>
                  <a:cubicBezTo>
                    <a:pt x="3252867" y="719536"/>
                    <a:pt x="3289009" y="727840"/>
                    <a:pt x="3326283" y="738503"/>
                  </a:cubicBezTo>
                  <a:cubicBezTo>
                    <a:pt x="3528792" y="796255"/>
                    <a:pt x="3773481" y="951014"/>
                    <a:pt x="3888984" y="1156730"/>
                  </a:cubicBezTo>
                  <a:cubicBezTo>
                    <a:pt x="3963815" y="1290068"/>
                    <a:pt x="3985425" y="1415386"/>
                    <a:pt x="4038364" y="1512488"/>
                  </a:cubicBezTo>
                  <a:cubicBezTo>
                    <a:pt x="4060351" y="1552876"/>
                    <a:pt x="4085075" y="1588829"/>
                    <a:pt x="4120085" y="1620064"/>
                  </a:cubicBezTo>
                  <a:cubicBezTo>
                    <a:pt x="4269465" y="1753025"/>
                    <a:pt x="4588892" y="1716694"/>
                    <a:pt x="4777717" y="1533342"/>
                  </a:cubicBezTo>
                  <a:cubicBezTo>
                    <a:pt x="4908979" y="1405949"/>
                    <a:pt x="4991265" y="1224485"/>
                    <a:pt x="5149611" y="1103320"/>
                  </a:cubicBezTo>
                  <a:cubicBezTo>
                    <a:pt x="5358347" y="944125"/>
                    <a:pt x="5631723" y="894112"/>
                    <a:pt x="5858483" y="936859"/>
                  </a:cubicBezTo>
                  <a:cubicBezTo>
                    <a:pt x="6076372" y="977908"/>
                    <a:pt x="6266235" y="1101149"/>
                    <a:pt x="6435810" y="1251001"/>
                  </a:cubicBezTo>
                  <a:cubicBezTo>
                    <a:pt x="6586228" y="1383962"/>
                    <a:pt x="6724568" y="1547591"/>
                    <a:pt x="6853659" y="1727924"/>
                  </a:cubicBezTo>
                  <a:cubicBezTo>
                    <a:pt x="6873382" y="1755384"/>
                    <a:pt x="6892632" y="1782561"/>
                    <a:pt x="6911789" y="1809550"/>
                  </a:cubicBezTo>
                  <a:cubicBezTo>
                    <a:pt x="7083816" y="2050653"/>
                    <a:pt x="7245653" y="2246461"/>
                    <a:pt x="7463448" y="2357623"/>
                  </a:cubicBezTo>
                  <a:cubicBezTo>
                    <a:pt x="7624624" y="2439910"/>
                    <a:pt x="7815903" y="2470768"/>
                    <a:pt x="7997556" y="2441420"/>
                  </a:cubicBezTo>
                  <a:cubicBezTo>
                    <a:pt x="8162695" y="2414715"/>
                    <a:pt x="8312642" y="2348659"/>
                    <a:pt x="8450792" y="2258446"/>
                  </a:cubicBezTo>
                  <a:cubicBezTo>
                    <a:pt x="8680194" y="2108594"/>
                    <a:pt x="8877890" y="1894762"/>
                    <a:pt x="9086626" y="1690461"/>
                  </a:cubicBezTo>
                  <a:cubicBezTo>
                    <a:pt x="9138338" y="1639787"/>
                    <a:pt x="9190900" y="1589018"/>
                    <a:pt x="9244405" y="1539004"/>
                  </a:cubicBezTo>
                  <a:cubicBezTo>
                    <a:pt x="10008858" y="823054"/>
                    <a:pt x="10989125" y="243463"/>
                    <a:pt x="12135098" y="0"/>
                  </a:cubicBezTo>
                </a:path>
              </a:pathLst>
            </a:custGeom>
            <a:noFill/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598" name="Google Shape;598;p17"/>
            <p:cNvSpPr/>
            <p:nvPr/>
          </p:nvSpPr>
          <p:spPr>
            <a:xfrm>
              <a:off x="53127" y="9577110"/>
              <a:ext cx="12131983" cy="2442840"/>
            </a:xfrm>
            <a:custGeom>
              <a:avLst/>
              <a:gdLst/>
              <a:ahLst/>
              <a:cxnLst/>
              <a:rect l="l" t="t" r="r" b="b"/>
              <a:pathLst>
                <a:path w="12131983" h="2442840" extrusionOk="0">
                  <a:moveTo>
                    <a:pt x="0" y="0"/>
                  </a:moveTo>
                  <a:cubicBezTo>
                    <a:pt x="88703" y="208264"/>
                    <a:pt x="274226" y="435968"/>
                    <a:pt x="502590" y="580347"/>
                  </a:cubicBezTo>
                  <a:cubicBezTo>
                    <a:pt x="706608" y="709250"/>
                    <a:pt x="942049" y="748883"/>
                    <a:pt x="1121249" y="729161"/>
                  </a:cubicBezTo>
                  <a:cubicBezTo>
                    <a:pt x="1268270" y="712930"/>
                    <a:pt x="1374903" y="650838"/>
                    <a:pt x="1511261" y="619508"/>
                  </a:cubicBezTo>
                  <a:cubicBezTo>
                    <a:pt x="1661773" y="584876"/>
                    <a:pt x="1860224" y="571760"/>
                    <a:pt x="2044236" y="617621"/>
                  </a:cubicBezTo>
                  <a:cubicBezTo>
                    <a:pt x="2298173" y="680940"/>
                    <a:pt x="2532954" y="674146"/>
                    <a:pt x="2733292" y="664426"/>
                  </a:cubicBezTo>
                  <a:cubicBezTo>
                    <a:pt x="2895034" y="656594"/>
                    <a:pt x="3047811" y="642251"/>
                    <a:pt x="3210214" y="663577"/>
                  </a:cubicBezTo>
                  <a:cubicBezTo>
                    <a:pt x="3246828" y="668390"/>
                    <a:pt x="3284574" y="675373"/>
                    <a:pt x="3323453" y="684904"/>
                  </a:cubicBezTo>
                  <a:cubicBezTo>
                    <a:pt x="3534642" y="736238"/>
                    <a:pt x="3789051" y="891092"/>
                    <a:pt x="3903610" y="1104641"/>
                  </a:cubicBezTo>
                  <a:cubicBezTo>
                    <a:pt x="3977687" y="1242603"/>
                    <a:pt x="3993729" y="1374337"/>
                    <a:pt x="4042894" y="1478705"/>
                  </a:cubicBezTo>
                  <a:cubicBezTo>
                    <a:pt x="4063371" y="1522207"/>
                    <a:pt x="4086962" y="1561463"/>
                    <a:pt x="4121783" y="1596095"/>
                  </a:cubicBezTo>
                  <a:cubicBezTo>
                    <a:pt x="4270503" y="1743588"/>
                    <a:pt x="4602386" y="1716222"/>
                    <a:pt x="4801025" y="1533154"/>
                  </a:cubicBezTo>
                  <a:cubicBezTo>
                    <a:pt x="4933703" y="1410856"/>
                    <a:pt x="5019481" y="1234487"/>
                    <a:pt x="5176410" y="1115210"/>
                  </a:cubicBezTo>
                  <a:cubicBezTo>
                    <a:pt x="5383919" y="958186"/>
                    <a:pt x="5651540" y="902604"/>
                    <a:pt x="5877073" y="937142"/>
                  </a:cubicBezTo>
                  <a:cubicBezTo>
                    <a:pt x="6092792" y="970170"/>
                    <a:pt x="6284825" y="1083786"/>
                    <a:pt x="6456193" y="1226183"/>
                  </a:cubicBezTo>
                  <a:cubicBezTo>
                    <a:pt x="6608593" y="1352821"/>
                    <a:pt x="6748442" y="1511638"/>
                    <a:pt x="6875269" y="1690838"/>
                  </a:cubicBezTo>
                  <a:cubicBezTo>
                    <a:pt x="6894614" y="1718015"/>
                    <a:pt x="6913393" y="1745193"/>
                    <a:pt x="6931982" y="1771992"/>
                  </a:cubicBezTo>
                  <a:cubicBezTo>
                    <a:pt x="7098726" y="2012152"/>
                    <a:pt x="7247163" y="2212584"/>
                    <a:pt x="7455616" y="2331673"/>
                  </a:cubicBezTo>
                  <a:cubicBezTo>
                    <a:pt x="7609998" y="2419905"/>
                    <a:pt x="7796558" y="2458123"/>
                    <a:pt x="7976324" y="2437268"/>
                  </a:cubicBezTo>
                  <a:cubicBezTo>
                    <a:pt x="8139387" y="2418395"/>
                    <a:pt x="8289900" y="2360549"/>
                    <a:pt x="8429372" y="2278262"/>
                  </a:cubicBezTo>
                  <a:cubicBezTo>
                    <a:pt x="8661510" y="2141433"/>
                    <a:pt x="8864490" y="1940151"/>
                    <a:pt x="9077755" y="1746985"/>
                  </a:cubicBezTo>
                  <a:cubicBezTo>
                    <a:pt x="9130600" y="1699142"/>
                    <a:pt x="9184105" y="1651110"/>
                    <a:pt x="9238554" y="1603833"/>
                  </a:cubicBezTo>
                  <a:cubicBezTo>
                    <a:pt x="10016125" y="926951"/>
                    <a:pt x="10996674" y="383595"/>
                    <a:pt x="12131984" y="160893"/>
                  </a:cubicBezTo>
                </a:path>
              </a:pathLst>
            </a:custGeom>
            <a:noFill/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599" name="Google Shape;599;p17"/>
            <p:cNvSpPr/>
            <p:nvPr/>
          </p:nvSpPr>
          <p:spPr>
            <a:xfrm>
              <a:off x="56241" y="9459625"/>
              <a:ext cx="12128775" cy="2516043"/>
            </a:xfrm>
            <a:custGeom>
              <a:avLst/>
              <a:gdLst/>
              <a:ahLst/>
              <a:cxnLst/>
              <a:rect l="l" t="t" r="r" b="b"/>
              <a:pathLst>
                <a:path w="12128775" h="2516043" extrusionOk="0">
                  <a:moveTo>
                    <a:pt x="0" y="0"/>
                  </a:moveTo>
                  <a:cubicBezTo>
                    <a:pt x="87382" y="201753"/>
                    <a:pt x="267620" y="427475"/>
                    <a:pt x="490228" y="576195"/>
                  </a:cubicBezTo>
                  <a:cubicBezTo>
                    <a:pt x="687074" y="707646"/>
                    <a:pt x="914966" y="755961"/>
                    <a:pt x="1089920" y="748789"/>
                  </a:cubicBezTo>
                  <a:cubicBezTo>
                    <a:pt x="1233921" y="742938"/>
                    <a:pt x="1340837" y="692925"/>
                    <a:pt x="1474175" y="672164"/>
                  </a:cubicBezTo>
                  <a:cubicBezTo>
                    <a:pt x="1624688" y="648667"/>
                    <a:pt x="1818042" y="645270"/>
                    <a:pt x="1997431" y="689811"/>
                  </a:cubicBezTo>
                  <a:cubicBezTo>
                    <a:pt x="2256747" y="754262"/>
                    <a:pt x="2499171" y="738880"/>
                    <a:pt x="2706492" y="719253"/>
                  </a:cubicBezTo>
                  <a:cubicBezTo>
                    <a:pt x="2874179" y="703305"/>
                    <a:pt x="3033185" y="679902"/>
                    <a:pt x="3202665" y="694812"/>
                  </a:cubicBezTo>
                  <a:cubicBezTo>
                    <a:pt x="3240883" y="698209"/>
                    <a:pt x="3280139" y="703871"/>
                    <a:pt x="3320622" y="712175"/>
                  </a:cubicBezTo>
                  <a:cubicBezTo>
                    <a:pt x="3540587" y="757093"/>
                    <a:pt x="3804527" y="912135"/>
                    <a:pt x="3918143" y="1133328"/>
                  </a:cubicBezTo>
                  <a:cubicBezTo>
                    <a:pt x="3991370" y="1276008"/>
                    <a:pt x="4001939" y="1413970"/>
                    <a:pt x="4047235" y="1525793"/>
                  </a:cubicBezTo>
                  <a:cubicBezTo>
                    <a:pt x="4066108" y="1572504"/>
                    <a:pt x="4088661" y="1615063"/>
                    <a:pt x="4123293" y="1652998"/>
                  </a:cubicBezTo>
                  <a:cubicBezTo>
                    <a:pt x="4271163" y="1814928"/>
                    <a:pt x="4615503" y="1796433"/>
                    <a:pt x="4824239" y="1613836"/>
                  </a:cubicBezTo>
                  <a:cubicBezTo>
                    <a:pt x="4958332" y="1496540"/>
                    <a:pt x="5047601" y="1325455"/>
                    <a:pt x="5203210" y="1208065"/>
                  </a:cubicBezTo>
                  <a:cubicBezTo>
                    <a:pt x="5409398" y="1053212"/>
                    <a:pt x="5671356" y="992063"/>
                    <a:pt x="5895662" y="1018296"/>
                  </a:cubicBezTo>
                  <a:cubicBezTo>
                    <a:pt x="6109211" y="1043303"/>
                    <a:pt x="6303321" y="1147294"/>
                    <a:pt x="6476575" y="1282236"/>
                  </a:cubicBezTo>
                  <a:cubicBezTo>
                    <a:pt x="6631051" y="1402458"/>
                    <a:pt x="6772411" y="1556556"/>
                    <a:pt x="6896879" y="1734624"/>
                  </a:cubicBezTo>
                  <a:cubicBezTo>
                    <a:pt x="6915846" y="1761612"/>
                    <a:pt x="6934153" y="1788601"/>
                    <a:pt x="6952082" y="1815400"/>
                  </a:cubicBezTo>
                  <a:cubicBezTo>
                    <a:pt x="7113447" y="2054616"/>
                    <a:pt x="7248578" y="2259672"/>
                    <a:pt x="7447784" y="2386688"/>
                  </a:cubicBezTo>
                  <a:cubicBezTo>
                    <a:pt x="7595371" y="2480770"/>
                    <a:pt x="7777307" y="2526349"/>
                    <a:pt x="7955091" y="2514081"/>
                  </a:cubicBezTo>
                  <a:cubicBezTo>
                    <a:pt x="8116079" y="2503040"/>
                    <a:pt x="8267157" y="2453310"/>
                    <a:pt x="8407951" y="2379045"/>
                  </a:cubicBezTo>
                  <a:cubicBezTo>
                    <a:pt x="8642826" y="2255143"/>
                    <a:pt x="8851090" y="2066506"/>
                    <a:pt x="9068791" y="1884476"/>
                  </a:cubicBezTo>
                  <a:cubicBezTo>
                    <a:pt x="9122674" y="1839369"/>
                    <a:pt x="9177216" y="1794074"/>
                    <a:pt x="9232609" y="1749533"/>
                  </a:cubicBezTo>
                  <a:cubicBezTo>
                    <a:pt x="10023391" y="1111718"/>
                    <a:pt x="11004129" y="604504"/>
                    <a:pt x="12128775" y="402751"/>
                  </a:cubicBezTo>
                </a:path>
              </a:pathLst>
            </a:custGeom>
            <a:noFill/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600" name="Google Shape;600;p17"/>
            <p:cNvSpPr/>
            <p:nvPr/>
          </p:nvSpPr>
          <p:spPr>
            <a:xfrm>
              <a:off x="59261" y="9342141"/>
              <a:ext cx="12125566" cy="2591074"/>
            </a:xfrm>
            <a:custGeom>
              <a:avLst/>
              <a:gdLst/>
              <a:ahLst/>
              <a:cxnLst/>
              <a:rect l="l" t="t" r="r" b="b"/>
              <a:pathLst>
                <a:path w="12125566" h="2591074" extrusionOk="0">
                  <a:moveTo>
                    <a:pt x="0" y="0"/>
                  </a:moveTo>
                  <a:cubicBezTo>
                    <a:pt x="86156" y="195242"/>
                    <a:pt x="261109" y="418888"/>
                    <a:pt x="477960" y="572043"/>
                  </a:cubicBezTo>
                  <a:cubicBezTo>
                    <a:pt x="667635" y="706041"/>
                    <a:pt x="887978" y="763038"/>
                    <a:pt x="1058685" y="768417"/>
                  </a:cubicBezTo>
                  <a:cubicBezTo>
                    <a:pt x="1199761" y="772852"/>
                    <a:pt x="1307243" y="710665"/>
                    <a:pt x="1437184" y="724820"/>
                  </a:cubicBezTo>
                  <a:cubicBezTo>
                    <a:pt x="1587414" y="741145"/>
                    <a:pt x="1775955" y="718686"/>
                    <a:pt x="1950720" y="762000"/>
                  </a:cubicBezTo>
                  <a:cubicBezTo>
                    <a:pt x="2215509" y="827584"/>
                    <a:pt x="2465483" y="803710"/>
                    <a:pt x="2679692" y="774079"/>
                  </a:cubicBezTo>
                  <a:cubicBezTo>
                    <a:pt x="2853324" y="750016"/>
                    <a:pt x="3018558" y="717554"/>
                    <a:pt x="3195021" y="726047"/>
                  </a:cubicBezTo>
                  <a:cubicBezTo>
                    <a:pt x="3234843" y="728028"/>
                    <a:pt x="3275704" y="732275"/>
                    <a:pt x="3317791" y="739447"/>
                  </a:cubicBezTo>
                  <a:cubicBezTo>
                    <a:pt x="3546438" y="778042"/>
                    <a:pt x="3820097" y="933084"/>
                    <a:pt x="3932675" y="1162109"/>
                  </a:cubicBezTo>
                  <a:cubicBezTo>
                    <a:pt x="4005053" y="1309413"/>
                    <a:pt x="4010149" y="1453698"/>
                    <a:pt x="4051670" y="1572881"/>
                  </a:cubicBezTo>
                  <a:cubicBezTo>
                    <a:pt x="4069033" y="1622706"/>
                    <a:pt x="4090454" y="1668568"/>
                    <a:pt x="4124897" y="1709900"/>
                  </a:cubicBezTo>
                  <a:cubicBezTo>
                    <a:pt x="4272013" y="1886363"/>
                    <a:pt x="4628619" y="1876360"/>
                    <a:pt x="4847547" y="1694518"/>
                  </a:cubicBezTo>
                  <a:cubicBezTo>
                    <a:pt x="4982961" y="1582129"/>
                    <a:pt x="5075817" y="1416329"/>
                    <a:pt x="5230010" y="1300920"/>
                  </a:cubicBezTo>
                  <a:cubicBezTo>
                    <a:pt x="5434971" y="1148237"/>
                    <a:pt x="5691173" y="1081616"/>
                    <a:pt x="5914158" y="1099545"/>
                  </a:cubicBezTo>
                  <a:cubicBezTo>
                    <a:pt x="6125536" y="1116531"/>
                    <a:pt x="6321817" y="1210896"/>
                    <a:pt x="6496959" y="1338384"/>
                  </a:cubicBezTo>
                  <a:cubicBezTo>
                    <a:pt x="6653416" y="1452283"/>
                    <a:pt x="6796380" y="1601474"/>
                    <a:pt x="6918488" y="1778503"/>
                  </a:cubicBezTo>
                  <a:cubicBezTo>
                    <a:pt x="6937078" y="1805303"/>
                    <a:pt x="6954913" y="1832197"/>
                    <a:pt x="6972277" y="1858808"/>
                  </a:cubicBezTo>
                  <a:cubicBezTo>
                    <a:pt x="7128357" y="2097175"/>
                    <a:pt x="7250088" y="2306761"/>
                    <a:pt x="7440046" y="2441703"/>
                  </a:cubicBezTo>
                  <a:cubicBezTo>
                    <a:pt x="7580839" y="2541730"/>
                    <a:pt x="7758056" y="2594575"/>
                    <a:pt x="7933859" y="2590895"/>
                  </a:cubicBezTo>
                  <a:cubicBezTo>
                    <a:pt x="8092771" y="2587592"/>
                    <a:pt x="8244416" y="2546165"/>
                    <a:pt x="8386624" y="2479827"/>
                  </a:cubicBezTo>
                  <a:cubicBezTo>
                    <a:pt x="8624236" y="2368947"/>
                    <a:pt x="8837785" y="2192862"/>
                    <a:pt x="9059920" y="2021966"/>
                  </a:cubicBezTo>
                  <a:cubicBezTo>
                    <a:pt x="9114841" y="1979690"/>
                    <a:pt x="9170422" y="1937131"/>
                    <a:pt x="9226758" y="1895328"/>
                  </a:cubicBezTo>
                  <a:cubicBezTo>
                    <a:pt x="10030751" y="1296580"/>
                    <a:pt x="11011584" y="825602"/>
                    <a:pt x="12125567" y="644704"/>
                  </a:cubicBezTo>
                </a:path>
              </a:pathLst>
            </a:custGeom>
            <a:noFill/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601" name="Google Shape;601;p17"/>
            <p:cNvSpPr/>
            <p:nvPr/>
          </p:nvSpPr>
          <p:spPr>
            <a:xfrm>
              <a:off x="62281" y="9224656"/>
              <a:ext cx="12122358" cy="2668023"/>
            </a:xfrm>
            <a:custGeom>
              <a:avLst/>
              <a:gdLst/>
              <a:ahLst/>
              <a:cxnLst/>
              <a:rect l="l" t="t" r="r" b="b"/>
              <a:pathLst>
                <a:path w="12122358" h="2668023" extrusionOk="0">
                  <a:moveTo>
                    <a:pt x="0" y="0"/>
                  </a:moveTo>
                  <a:cubicBezTo>
                    <a:pt x="84929" y="188825"/>
                    <a:pt x="254598" y="410206"/>
                    <a:pt x="465599" y="567891"/>
                  </a:cubicBezTo>
                  <a:cubicBezTo>
                    <a:pt x="648101" y="704343"/>
                    <a:pt x="860895" y="770210"/>
                    <a:pt x="1027355" y="788139"/>
                  </a:cubicBezTo>
                  <a:cubicBezTo>
                    <a:pt x="1165412" y="803049"/>
                    <a:pt x="1275253" y="754073"/>
                    <a:pt x="1400098" y="777570"/>
                  </a:cubicBezTo>
                  <a:cubicBezTo>
                    <a:pt x="1548346" y="805502"/>
                    <a:pt x="1733869" y="792291"/>
                    <a:pt x="1903821" y="834189"/>
                  </a:cubicBezTo>
                  <a:cubicBezTo>
                    <a:pt x="2173988" y="900811"/>
                    <a:pt x="2431606" y="868444"/>
                    <a:pt x="2652798" y="828905"/>
                  </a:cubicBezTo>
                  <a:cubicBezTo>
                    <a:pt x="2832281" y="796821"/>
                    <a:pt x="3003743" y="755206"/>
                    <a:pt x="3187378" y="757282"/>
                  </a:cubicBezTo>
                  <a:cubicBezTo>
                    <a:pt x="3228804" y="757754"/>
                    <a:pt x="3271269" y="760773"/>
                    <a:pt x="3314865" y="766718"/>
                  </a:cubicBezTo>
                  <a:cubicBezTo>
                    <a:pt x="3552194" y="798897"/>
                    <a:pt x="3835573" y="954034"/>
                    <a:pt x="3947207" y="1190890"/>
                  </a:cubicBezTo>
                  <a:cubicBezTo>
                    <a:pt x="4018831" y="1342819"/>
                    <a:pt x="4018359" y="1493426"/>
                    <a:pt x="4056011" y="1620064"/>
                  </a:cubicBezTo>
                  <a:cubicBezTo>
                    <a:pt x="4071770" y="1673097"/>
                    <a:pt x="4092058" y="1722262"/>
                    <a:pt x="4126313" y="1766896"/>
                  </a:cubicBezTo>
                  <a:cubicBezTo>
                    <a:pt x="4272673" y="1957798"/>
                    <a:pt x="4641264" y="1956005"/>
                    <a:pt x="4870667" y="1775295"/>
                  </a:cubicBezTo>
                  <a:cubicBezTo>
                    <a:pt x="5007402" y="1667624"/>
                    <a:pt x="5103749" y="1507392"/>
                    <a:pt x="5256715" y="1393776"/>
                  </a:cubicBezTo>
                  <a:cubicBezTo>
                    <a:pt x="5460355" y="1243263"/>
                    <a:pt x="5710895" y="1171168"/>
                    <a:pt x="5932654" y="1180699"/>
                  </a:cubicBezTo>
                  <a:cubicBezTo>
                    <a:pt x="6141768" y="1189758"/>
                    <a:pt x="6340218" y="1274310"/>
                    <a:pt x="6517247" y="1394342"/>
                  </a:cubicBezTo>
                  <a:cubicBezTo>
                    <a:pt x="6675781" y="1501919"/>
                    <a:pt x="6820254" y="1646298"/>
                    <a:pt x="6940004" y="1822195"/>
                  </a:cubicBezTo>
                  <a:cubicBezTo>
                    <a:pt x="6958216" y="1848805"/>
                    <a:pt x="6975579" y="1875511"/>
                    <a:pt x="6992377" y="1902122"/>
                  </a:cubicBezTo>
                  <a:cubicBezTo>
                    <a:pt x="7143078" y="2139545"/>
                    <a:pt x="7251504" y="2353754"/>
                    <a:pt x="7432119" y="2496624"/>
                  </a:cubicBezTo>
                  <a:cubicBezTo>
                    <a:pt x="7566118" y="2602596"/>
                    <a:pt x="7738617" y="2662612"/>
                    <a:pt x="7912533" y="2667614"/>
                  </a:cubicBezTo>
                  <a:cubicBezTo>
                    <a:pt x="8069368" y="2672143"/>
                    <a:pt x="8221579" y="2638926"/>
                    <a:pt x="8365109" y="2580514"/>
                  </a:cubicBezTo>
                  <a:cubicBezTo>
                    <a:pt x="8605551" y="2482752"/>
                    <a:pt x="8824290" y="2319123"/>
                    <a:pt x="9050956" y="2159362"/>
                  </a:cubicBezTo>
                  <a:cubicBezTo>
                    <a:pt x="9107009" y="2119823"/>
                    <a:pt x="9163533" y="2080000"/>
                    <a:pt x="9220813" y="2040933"/>
                  </a:cubicBezTo>
                  <a:cubicBezTo>
                    <a:pt x="10037922" y="1481253"/>
                    <a:pt x="11019039" y="1046511"/>
                    <a:pt x="12122358" y="886468"/>
                  </a:cubicBezTo>
                </a:path>
              </a:pathLst>
            </a:custGeom>
            <a:noFill/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602" name="Google Shape;602;p17"/>
            <p:cNvSpPr/>
            <p:nvPr/>
          </p:nvSpPr>
          <p:spPr>
            <a:xfrm>
              <a:off x="65300" y="9107171"/>
              <a:ext cx="12119338" cy="2747422"/>
            </a:xfrm>
            <a:custGeom>
              <a:avLst/>
              <a:gdLst/>
              <a:ahLst/>
              <a:cxnLst/>
              <a:rect l="l" t="t" r="r" b="b"/>
              <a:pathLst>
                <a:path w="12119338" h="2747422" extrusionOk="0">
                  <a:moveTo>
                    <a:pt x="0" y="0"/>
                  </a:moveTo>
                  <a:cubicBezTo>
                    <a:pt x="83702" y="182314"/>
                    <a:pt x="248181" y="401525"/>
                    <a:pt x="453237" y="563739"/>
                  </a:cubicBezTo>
                  <a:cubicBezTo>
                    <a:pt x="628662" y="702550"/>
                    <a:pt x="833812" y="777382"/>
                    <a:pt x="996026" y="807767"/>
                  </a:cubicBezTo>
                  <a:cubicBezTo>
                    <a:pt x="1131157" y="833057"/>
                    <a:pt x="1242980" y="798048"/>
                    <a:pt x="1363107" y="830226"/>
                  </a:cubicBezTo>
                  <a:cubicBezTo>
                    <a:pt x="1509373" y="869388"/>
                    <a:pt x="1691782" y="865708"/>
                    <a:pt x="1857110" y="906379"/>
                  </a:cubicBezTo>
                  <a:cubicBezTo>
                    <a:pt x="2132751" y="974133"/>
                    <a:pt x="2397917" y="933179"/>
                    <a:pt x="2626093" y="883637"/>
                  </a:cubicBezTo>
                  <a:cubicBezTo>
                    <a:pt x="2811520" y="843437"/>
                    <a:pt x="2989211" y="792763"/>
                    <a:pt x="3179829" y="788422"/>
                  </a:cubicBezTo>
                  <a:cubicBezTo>
                    <a:pt x="3222859" y="787479"/>
                    <a:pt x="3266833" y="789083"/>
                    <a:pt x="3312129" y="793896"/>
                  </a:cubicBezTo>
                  <a:cubicBezTo>
                    <a:pt x="3558139" y="819752"/>
                    <a:pt x="3851238" y="974888"/>
                    <a:pt x="3961834" y="1219483"/>
                  </a:cubicBezTo>
                  <a:cubicBezTo>
                    <a:pt x="4032608" y="1376035"/>
                    <a:pt x="4026663" y="1532965"/>
                    <a:pt x="4060540" y="1667058"/>
                  </a:cubicBezTo>
                  <a:cubicBezTo>
                    <a:pt x="4074695" y="1723205"/>
                    <a:pt x="4093945" y="1775673"/>
                    <a:pt x="4128011" y="1823704"/>
                  </a:cubicBezTo>
                  <a:cubicBezTo>
                    <a:pt x="4273617" y="2029138"/>
                    <a:pt x="4654098" y="2035271"/>
                    <a:pt x="4894069" y="1855883"/>
                  </a:cubicBezTo>
                  <a:cubicBezTo>
                    <a:pt x="5031937" y="1752742"/>
                    <a:pt x="5132059" y="1598171"/>
                    <a:pt x="5283609" y="1486537"/>
                  </a:cubicBezTo>
                  <a:cubicBezTo>
                    <a:pt x="5486023" y="1338195"/>
                    <a:pt x="5730995" y="1254210"/>
                    <a:pt x="5951338" y="1261853"/>
                  </a:cubicBezTo>
                  <a:cubicBezTo>
                    <a:pt x="6158187" y="1269025"/>
                    <a:pt x="6358902" y="1337818"/>
                    <a:pt x="6537724" y="1450395"/>
                  </a:cubicBezTo>
                  <a:cubicBezTo>
                    <a:pt x="6698334" y="1551555"/>
                    <a:pt x="6844317" y="1691121"/>
                    <a:pt x="6961707" y="1865980"/>
                  </a:cubicBezTo>
                  <a:cubicBezTo>
                    <a:pt x="6979543" y="1892402"/>
                    <a:pt x="6996340" y="1918919"/>
                    <a:pt x="7012571" y="1945436"/>
                  </a:cubicBezTo>
                  <a:cubicBezTo>
                    <a:pt x="7157988" y="2181915"/>
                    <a:pt x="7253014" y="2400748"/>
                    <a:pt x="7424381" y="2551544"/>
                  </a:cubicBezTo>
                  <a:cubicBezTo>
                    <a:pt x="7551585" y="2663462"/>
                    <a:pt x="7719462" y="2730744"/>
                    <a:pt x="7891395" y="2744333"/>
                  </a:cubicBezTo>
                  <a:cubicBezTo>
                    <a:pt x="8046154" y="2756600"/>
                    <a:pt x="8198932" y="2731688"/>
                    <a:pt x="8343877" y="2681202"/>
                  </a:cubicBezTo>
                  <a:cubicBezTo>
                    <a:pt x="8587056" y="2596462"/>
                    <a:pt x="8811079" y="2445383"/>
                    <a:pt x="9042180" y="2296758"/>
                  </a:cubicBezTo>
                  <a:cubicBezTo>
                    <a:pt x="9099271" y="2260050"/>
                    <a:pt x="9156834" y="2222964"/>
                    <a:pt x="9215057" y="2186539"/>
                  </a:cubicBezTo>
                  <a:cubicBezTo>
                    <a:pt x="10045377" y="1665926"/>
                    <a:pt x="11026683" y="1267327"/>
                    <a:pt x="12119338" y="1128232"/>
                  </a:cubicBezTo>
                </a:path>
              </a:pathLst>
            </a:custGeom>
            <a:noFill/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603" name="Google Shape;603;p17"/>
            <p:cNvSpPr/>
            <p:nvPr/>
          </p:nvSpPr>
          <p:spPr>
            <a:xfrm>
              <a:off x="68414" y="8989686"/>
              <a:ext cx="12116129" cy="2829481"/>
            </a:xfrm>
            <a:custGeom>
              <a:avLst/>
              <a:gdLst/>
              <a:ahLst/>
              <a:cxnLst/>
              <a:rect l="l" t="t" r="r" b="b"/>
              <a:pathLst>
                <a:path w="12116129" h="2829481" extrusionOk="0">
                  <a:moveTo>
                    <a:pt x="0" y="0"/>
                  </a:moveTo>
                  <a:cubicBezTo>
                    <a:pt x="82475" y="175803"/>
                    <a:pt x="241858" y="392749"/>
                    <a:pt x="440875" y="559586"/>
                  </a:cubicBezTo>
                  <a:cubicBezTo>
                    <a:pt x="609317" y="700757"/>
                    <a:pt x="806635" y="784553"/>
                    <a:pt x="964697" y="827395"/>
                  </a:cubicBezTo>
                  <a:cubicBezTo>
                    <a:pt x="1096808" y="863160"/>
                    <a:pt x="1205045" y="863915"/>
                    <a:pt x="1326022" y="882882"/>
                  </a:cubicBezTo>
                  <a:cubicBezTo>
                    <a:pt x="1477100" y="906568"/>
                    <a:pt x="1649600" y="939124"/>
                    <a:pt x="1810304" y="978474"/>
                  </a:cubicBezTo>
                  <a:cubicBezTo>
                    <a:pt x="2091324" y="1047361"/>
                    <a:pt x="2364040" y="997819"/>
                    <a:pt x="2599293" y="938369"/>
                  </a:cubicBezTo>
                  <a:cubicBezTo>
                    <a:pt x="2790572" y="890054"/>
                    <a:pt x="2974584" y="830321"/>
                    <a:pt x="3172279" y="819563"/>
                  </a:cubicBezTo>
                  <a:cubicBezTo>
                    <a:pt x="3216820" y="817204"/>
                    <a:pt x="3262493" y="817487"/>
                    <a:pt x="3309392" y="821073"/>
                  </a:cubicBezTo>
                  <a:cubicBezTo>
                    <a:pt x="3564179" y="840512"/>
                    <a:pt x="3866902" y="995837"/>
                    <a:pt x="3976461" y="1248170"/>
                  </a:cubicBezTo>
                  <a:cubicBezTo>
                    <a:pt x="4046480" y="1409346"/>
                    <a:pt x="4034967" y="1572598"/>
                    <a:pt x="4065070" y="1714052"/>
                  </a:cubicBezTo>
                  <a:cubicBezTo>
                    <a:pt x="4077715" y="1773313"/>
                    <a:pt x="4095833" y="1829083"/>
                    <a:pt x="4129710" y="1880512"/>
                  </a:cubicBezTo>
                  <a:cubicBezTo>
                    <a:pt x="4274466" y="2100384"/>
                    <a:pt x="4666743" y="2114255"/>
                    <a:pt x="4917472" y="1936471"/>
                  </a:cubicBezTo>
                  <a:cubicBezTo>
                    <a:pt x="5056566" y="1837859"/>
                    <a:pt x="5160368" y="1688951"/>
                    <a:pt x="5310598" y="1579298"/>
                  </a:cubicBezTo>
                  <a:cubicBezTo>
                    <a:pt x="5511690" y="1433032"/>
                    <a:pt x="5750906" y="1350179"/>
                    <a:pt x="5970023" y="1342913"/>
                  </a:cubicBezTo>
                  <a:cubicBezTo>
                    <a:pt x="6174795" y="1336213"/>
                    <a:pt x="6377587" y="1401136"/>
                    <a:pt x="6558201" y="1506354"/>
                  </a:cubicBezTo>
                  <a:cubicBezTo>
                    <a:pt x="6720887" y="1601097"/>
                    <a:pt x="6868380" y="1735945"/>
                    <a:pt x="6983412" y="1909671"/>
                  </a:cubicBezTo>
                  <a:cubicBezTo>
                    <a:pt x="7000869" y="1935905"/>
                    <a:pt x="7017195" y="1962327"/>
                    <a:pt x="7032859" y="1988750"/>
                  </a:cubicBezTo>
                  <a:cubicBezTo>
                    <a:pt x="7172897" y="2224380"/>
                    <a:pt x="7254618" y="2447837"/>
                    <a:pt x="7416643" y="2606465"/>
                  </a:cubicBezTo>
                  <a:cubicBezTo>
                    <a:pt x="7536959" y="2724327"/>
                    <a:pt x="7700211" y="2798782"/>
                    <a:pt x="7870163" y="2821052"/>
                  </a:cubicBezTo>
                  <a:cubicBezTo>
                    <a:pt x="8022940" y="2841057"/>
                    <a:pt x="8176284" y="2824449"/>
                    <a:pt x="8322456" y="2781890"/>
                  </a:cubicBezTo>
                  <a:cubicBezTo>
                    <a:pt x="8568466" y="2710267"/>
                    <a:pt x="8797679" y="2571550"/>
                    <a:pt x="9033215" y="2434154"/>
                  </a:cubicBezTo>
                  <a:cubicBezTo>
                    <a:pt x="9091344" y="2400182"/>
                    <a:pt x="9149945" y="2365833"/>
                    <a:pt x="9209112" y="2332239"/>
                  </a:cubicBezTo>
                  <a:cubicBezTo>
                    <a:pt x="10052550" y="1850693"/>
                    <a:pt x="11034138" y="1488330"/>
                    <a:pt x="12116130" y="1369996"/>
                  </a:cubicBezTo>
                </a:path>
              </a:pathLst>
            </a:custGeom>
            <a:noFill/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604" name="Google Shape;604;p17"/>
            <p:cNvSpPr/>
            <p:nvPr/>
          </p:nvSpPr>
          <p:spPr>
            <a:xfrm>
              <a:off x="71434" y="8872107"/>
              <a:ext cx="12112827" cy="2914508"/>
            </a:xfrm>
            <a:custGeom>
              <a:avLst/>
              <a:gdLst/>
              <a:ahLst/>
              <a:cxnLst/>
              <a:rect l="l" t="t" r="r" b="b"/>
              <a:pathLst>
                <a:path w="12112827" h="2914508" extrusionOk="0">
                  <a:moveTo>
                    <a:pt x="0" y="0"/>
                  </a:moveTo>
                  <a:cubicBezTo>
                    <a:pt x="81249" y="169386"/>
                    <a:pt x="235536" y="383973"/>
                    <a:pt x="428607" y="555434"/>
                  </a:cubicBezTo>
                  <a:cubicBezTo>
                    <a:pt x="590066" y="698870"/>
                    <a:pt x="779646" y="791914"/>
                    <a:pt x="933462" y="847023"/>
                  </a:cubicBezTo>
                  <a:cubicBezTo>
                    <a:pt x="1062554" y="893357"/>
                    <a:pt x="1170979" y="907228"/>
                    <a:pt x="1289030" y="935538"/>
                  </a:cubicBezTo>
                  <a:cubicBezTo>
                    <a:pt x="1440015" y="971869"/>
                    <a:pt x="1607513" y="1012540"/>
                    <a:pt x="1763499" y="1050664"/>
                  </a:cubicBezTo>
                  <a:cubicBezTo>
                    <a:pt x="2049992" y="1120588"/>
                    <a:pt x="2330257" y="1062648"/>
                    <a:pt x="2572493" y="993195"/>
                  </a:cubicBezTo>
                  <a:cubicBezTo>
                    <a:pt x="2769717" y="936765"/>
                    <a:pt x="2959957" y="867972"/>
                    <a:pt x="3164730" y="850798"/>
                  </a:cubicBezTo>
                  <a:cubicBezTo>
                    <a:pt x="3210875" y="846929"/>
                    <a:pt x="3258152" y="845891"/>
                    <a:pt x="3306561" y="848344"/>
                  </a:cubicBezTo>
                  <a:cubicBezTo>
                    <a:pt x="3570029" y="861367"/>
                    <a:pt x="3882473" y="1016787"/>
                    <a:pt x="3991087" y="1276952"/>
                  </a:cubicBezTo>
                  <a:cubicBezTo>
                    <a:pt x="4060351" y="1442752"/>
                    <a:pt x="4043177" y="1612326"/>
                    <a:pt x="4069505" y="1761235"/>
                  </a:cubicBezTo>
                  <a:cubicBezTo>
                    <a:pt x="4080545" y="1823704"/>
                    <a:pt x="4097626" y="1882777"/>
                    <a:pt x="4131314" y="1937509"/>
                  </a:cubicBezTo>
                  <a:cubicBezTo>
                    <a:pt x="4275316" y="2171818"/>
                    <a:pt x="4679199" y="2193051"/>
                    <a:pt x="4940780" y="2017248"/>
                  </a:cubicBezTo>
                  <a:cubicBezTo>
                    <a:pt x="5081007" y="1922977"/>
                    <a:pt x="5188583" y="1780013"/>
                    <a:pt x="5337397" y="1672154"/>
                  </a:cubicBezTo>
                  <a:cubicBezTo>
                    <a:pt x="5537263" y="1528058"/>
                    <a:pt x="5770723" y="1439826"/>
                    <a:pt x="5988613" y="1424162"/>
                  </a:cubicBezTo>
                  <a:cubicBezTo>
                    <a:pt x="6191215" y="1409629"/>
                    <a:pt x="6396176" y="1464644"/>
                    <a:pt x="6578585" y="1562501"/>
                  </a:cubicBezTo>
                  <a:cubicBezTo>
                    <a:pt x="6743346" y="1650827"/>
                    <a:pt x="6892255" y="1780862"/>
                    <a:pt x="7004927" y="1953551"/>
                  </a:cubicBezTo>
                  <a:cubicBezTo>
                    <a:pt x="7022007" y="1979596"/>
                    <a:pt x="7037861" y="2005829"/>
                    <a:pt x="7052959" y="2032157"/>
                  </a:cubicBezTo>
                  <a:cubicBezTo>
                    <a:pt x="7187713" y="2266844"/>
                    <a:pt x="7256033" y="2494925"/>
                    <a:pt x="7408811" y="2661480"/>
                  </a:cubicBezTo>
                  <a:cubicBezTo>
                    <a:pt x="7522332" y="2785287"/>
                    <a:pt x="7680961" y="2867008"/>
                    <a:pt x="7848931" y="2897865"/>
                  </a:cubicBezTo>
                  <a:cubicBezTo>
                    <a:pt x="7999632" y="2925608"/>
                    <a:pt x="8153542" y="2917399"/>
                    <a:pt x="8301035" y="2882672"/>
                  </a:cubicBezTo>
                  <a:cubicBezTo>
                    <a:pt x="8549876" y="2824166"/>
                    <a:pt x="8784279" y="2697905"/>
                    <a:pt x="9024250" y="2571644"/>
                  </a:cubicBezTo>
                  <a:cubicBezTo>
                    <a:pt x="9083512" y="2540503"/>
                    <a:pt x="9143056" y="2508891"/>
                    <a:pt x="9203073" y="2477939"/>
                  </a:cubicBezTo>
                  <a:cubicBezTo>
                    <a:pt x="10059721" y="2035460"/>
                    <a:pt x="11041498" y="1709334"/>
                    <a:pt x="12112828" y="1611854"/>
                  </a:cubicBezTo>
                </a:path>
              </a:pathLst>
            </a:custGeom>
            <a:noFill/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605" name="Google Shape;605;p17"/>
            <p:cNvSpPr/>
            <p:nvPr/>
          </p:nvSpPr>
          <p:spPr>
            <a:xfrm>
              <a:off x="74454" y="8754622"/>
              <a:ext cx="12109619" cy="3002639"/>
            </a:xfrm>
            <a:custGeom>
              <a:avLst/>
              <a:gdLst/>
              <a:ahLst/>
              <a:cxnLst/>
              <a:rect l="l" t="t" r="r" b="b"/>
              <a:pathLst>
                <a:path w="12109619" h="3002639" extrusionOk="0">
                  <a:moveTo>
                    <a:pt x="0" y="0"/>
                  </a:moveTo>
                  <a:cubicBezTo>
                    <a:pt x="80022" y="162875"/>
                    <a:pt x="229308" y="375008"/>
                    <a:pt x="416245" y="551282"/>
                  </a:cubicBezTo>
                  <a:cubicBezTo>
                    <a:pt x="570816" y="696982"/>
                    <a:pt x="752469" y="799180"/>
                    <a:pt x="902133" y="866651"/>
                  </a:cubicBezTo>
                  <a:cubicBezTo>
                    <a:pt x="1028205" y="923459"/>
                    <a:pt x="1136725" y="950636"/>
                    <a:pt x="1251945" y="988194"/>
                  </a:cubicBezTo>
                  <a:cubicBezTo>
                    <a:pt x="1402646" y="1037264"/>
                    <a:pt x="1565332" y="1085956"/>
                    <a:pt x="1716694" y="1122853"/>
                  </a:cubicBezTo>
                  <a:cubicBezTo>
                    <a:pt x="2008566" y="1193910"/>
                    <a:pt x="2296380" y="1127383"/>
                    <a:pt x="2545694" y="1048021"/>
                  </a:cubicBezTo>
                  <a:cubicBezTo>
                    <a:pt x="2748768" y="983475"/>
                    <a:pt x="2945331" y="905624"/>
                    <a:pt x="3157087" y="882033"/>
                  </a:cubicBezTo>
                  <a:cubicBezTo>
                    <a:pt x="3204835" y="876748"/>
                    <a:pt x="3253622" y="874389"/>
                    <a:pt x="3303730" y="875616"/>
                  </a:cubicBezTo>
                  <a:cubicBezTo>
                    <a:pt x="3575880" y="882316"/>
                    <a:pt x="3898043" y="1037735"/>
                    <a:pt x="4005619" y="1305639"/>
                  </a:cubicBezTo>
                  <a:cubicBezTo>
                    <a:pt x="4074034" y="1476062"/>
                    <a:pt x="4051387" y="1651960"/>
                    <a:pt x="4073940" y="1808323"/>
                  </a:cubicBezTo>
                  <a:cubicBezTo>
                    <a:pt x="4083376" y="1873907"/>
                    <a:pt x="4099419" y="1936282"/>
                    <a:pt x="4132824" y="1994506"/>
                  </a:cubicBezTo>
                  <a:cubicBezTo>
                    <a:pt x="4275976" y="2243253"/>
                    <a:pt x="4691467" y="2271562"/>
                    <a:pt x="4963994" y="2098024"/>
                  </a:cubicBezTo>
                  <a:cubicBezTo>
                    <a:pt x="5105447" y="2008000"/>
                    <a:pt x="5216610" y="1870981"/>
                    <a:pt x="5364197" y="1765103"/>
                  </a:cubicBezTo>
                  <a:cubicBezTo>
                    <a:pt x="5562836" y="1623178"/>
                    <a:pt x="5790540" y="1529662"/>
                    <a:pt x="6007202" y="1505504"/>
                  </a:cubicBezTo>
                  <a:cubicBezTo>
                    <a:pt x="6207634" y="1483140"/>
                    <a:pt x="6414766" y="1528246"/>
                    <a:pt x="6598967" y="1618649"/>
                  </a:cubicBezTo>
                  <a:cubicBezTo>
                    <a:pt x="6765805" y="1700558"/>
                    <a:pt x="6916224" y="1825875"/>
                    <a:pt x="7026537" y="1997431"/>
                  </a:cubicBezTo>
                  <a:cubicBezTo>
                    <a:pt x="7043240" y="2023287"/>
                    <a:pt x="7058621" y="2049426"/>
                    <a:pt x="7073059" y="2075660"/>
                  </a:cubicBezTo>
                  <a:cubicBezTo>
                    <a:pt x="7202434" y="2309403"/>
                    <a:pt x="7257448" y="2542108"/>
                    <a:pt x="7400884" y="2716589"/>
                  </a:cubicBezTo>
                  <a:cubicBezTo>
                    <a:pt x="7507611" y="2846342"/>
                    <a:pt x="7661521" y="2935234"/>
                    <a:pt x="7827604" y="2974773"/>
                  </a:cubicBezTo>
                  <a:cubicBezTo>
                    <a:pt x="7976229" y="3010160"/>
                    <a:pt x="8130705" y="3010443"/>
                    <a:pt x="8279614" y="2983549"/>
                  </a:cubicBezTo>
                  <a:cubicBezTo>
                    <a:pt x="8531192" y="2938159"/>
                    <a:pt x="8770879" y="2824354"/>
                    <a:pt x="9015380" y="2709229"/>
                  </a:cubicBezTo>
                  <a:cubicBezTo>
                    <a:pt x="9075680" y="2680825"/>
                    <a:pt x="9136262" y="2651949"/>
                    <a:pt x="9197222" y="2623828"/>
                  </a:cubicBezTo>
                  <a:cubicBezTo>
                    <a:pt x="10067081" y="2220416"/>
                    <a:pt x="11049047" y="1930526"/>
                    <a:pt x="12109619" y="1853901"/>
                  </a:cubicBezTo>
                </a:path>
              </a:pathLst>
            </a:custGeom>
            <a:noFill/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606" name="Google Shape;606;p17"/>
            <p:cNvSpPr/>
            <p:nvPr/>
          </p:nvSpPr>
          <p:spPr>
            <a:xfrm>
              <a:off x="77473" y="8637137"/>
              <a:ext cx="12106316" cy="3093666"/>
            </a:xfrm>
            <a:custGeom>
              <a:avLst/>
              <a:gdLst/>
              <a:ahLst/>
              <a:cxnLst/>
              <a:rect l="l" t="t" r="r" b="b"/>
              <a:pathLst>
                <a:path w="12106316" h="3093666" extrusionOk="0">
                  <a:moveTo>
                    <a:pt x="0" y="0"/>
                  </a:moveTo>
                  <a:cubicBezTo>
                    <a:pt x="78795" y="156363"/>
                    <a:pt x="223080" y="366137"/>
                    <a:pt x="403884" y="547130"/>
                  </a:cubicBezTo>
                  <a:cubicBezTo>
                    <a:pt x="551565" y="695095"/>
                    <a:pt x="725198" y="806540"/>
                    <a:pt x="870803" y="886279"/>
                  </a:cubicBezTo>
                  <a:cubicBezTo>
                    <a:pt x="993761" y="953656"/>
                    <a:pt x="1102187" y="994233"/>
                    <a:pt x="1214859" y="1040850"/>
                  </a:cubicBezTo>
                  <a:cubicBezTo>
                    <a:pt x="1364900" y="1102942"/>
                    <a:pt x="1523151" y="1159467"/>
                    <a:pt x="1669795" y="1194948"/>
                  </a:cubicBezTo>
                  <a:cubicBezTo>
                    <a:pt x="1967140" y="1267043"/>
                    <a:pt x="2262409" y="1192023"/>
                    <a:pt x="2518799" y="1102753"/>
                  </a:cubicBezTo>
                  <a:cubicBezTo>
                    <a:pt x="2727724" y="1030092"/>
                    <a:pt x="2930610" y="943182"/>
                    <a:pt x="3149443" y="913173"/>
                  </a:cubicBezTo>
                  <a:cubicBezTo>
                    <a:pt x="3198796" y="906379"/>
                    <a:pt x="3249187" y="902699"/>
                    <a:pt x="3300899" y="902793"/>
                  </a:cubicBezTo>
                  <a:cubicBezTo>
                    <a:pt x="3581730" y="903076"/>
                    <a:pt x="3913613" y="1058590"/>
                    <a:pt x="4020152" y="1334326"/>
                  </a:cubicBezTo>
                  <a:cubicBezTo>
                    <a:pt x="4087812" y="1509468"/>
                    <a:pt x="4059502" y="1691499"/>
                    <a:pt x="4078281" y="1855317"/>
                  </a:cubicBezTo>
                  <a:cubicBezTo>
                    <a:pt x="4086208" y="1924015"/>
                    <a:pt x="4100929" y="1989787"/>
                    <a:pt x="4134334" y="2051314"/>
                  </a:cubicBezTo>
                  <a:cubicBezTo>
                    <a:pt x="4276165" y="2314782"/>
                    <a:pt x="4703640" y="2349508"/>
                    <a:pt x="4987208" y="2178612"/>
                  </a:cubicBezTo>
                  <a:cubicBezTo>
                    <a:pt x="5129794" y="2092646"/>
                    <a:pt x="5244731" y="1961761"/>
                    <a:pt x="5390902" y="1857865"/>
                  </a:cubicBezTo>
                  <a:cubicBezTo>
                    <a:pt x="5588221" y="1718110"/>
                    <a:pt x="5810356" y="1619309"/>
                    <a:pt x="6025698" y="1586564"/>
                  </a:cubicBezTo>
                  <a:cubicBezTo>
                    <a:pt x="6224054" y="1556462"/>
                    <a:pt x="6433262" y="1591471"/>
                    <a:pt x="6619256" y="1674607"/>
                  </a:cubicBezTo>
                  <a:cubicBezTo>
                    <a:pt x="6788170" y="1750099"/>
                    <a:pt x="6940098" y="1870604"/>
                    <a:pt x="7048052" y="2041122"/>
                  </a:cubicBezTo>
                  <a:cubicBezTo>
                    <a:pt x="7064377" y="2066790"/>
                    <a:pt x="7079287" y="2092740"/>
                    <a:pt x="7093159" y="2118879"/>
                  </a:cubicBezTo>
                  <a:cubicBezTo>
                    <a:pt x="7217249" y="2351773"/>
                    <a:pt x="7258487" y="2589290"/>
                    <a:pt x="7393051" y="2771415"/>
                  </a:cubicBezTo>
                  <a:cubicBezTo>
                    <a:pt x="7492701" y="2907301"/>
                    <a:pt x="7642271" y="3003177"/>
                    <a:pt x="7806278" y="3051397"/>
                  </a:cubicBezTo>
                  <a:cubicBezTo>
                    <a:pt x="7952921" y="3094522"/>
                    <a:pt x="8107869" y="3103109"/>
                    <a:pt x="8258099" y="3084142"/>
                  </a:cubicBezTo>
                  <a:cubicBezTo>
                    <a:pt x="8512507" y="3051964"/>
                    <a:pt x="8757102" y="2949955"/>
                    <a:pt x="9006321" y="2846530"/>
                  </a:cubicBezTo>
                  <a:cubicBezTo>
                    <a:pt x="9067658" y="2820769"/>
                    <a:pt x="9129279" y="2794818"/>
                    <a:pt x="9191183" y="2769339"/>
                  </a:cubicBezTo>
                  <a:cubicBezTo>
                    <a:pt x="10074159" y="2404995"/>
                    <a:pt x="11056408" y="2151246"/>
                    <a:pt x="12106316" y="2095571"/>
                  </a:cubicBezTo>
                </a:path>
              </a:pathLst>
            </a:custGeom>
            <a:noFill/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607" name="Google Shape;607;p17"/>
            <p:cNvSpPr/>
            <p:nvPr/>
          </p:nvSpPr>
          <p:spPr>
            <a:xfrm>
              <a:off x="80587" y="8519652"/>
              <a:ext cx="12103296" cy="3188282"/>
            </a:xfrm>
            <a:custGeom>
              <a:avLst/>
              <a:gdLst/>
              <a:ahLst/>
              <a:cxnLst/>
              <a:rect l="l" t="t" r="r" b="b"/>
              <a:pathLst>
                <a:path w="12103296" h="3188282" extrusionOk="0">
                  <a:moveTo>
                    <a:pt x="0" y="0"/>
                  </a:moveTo>
                  <a:cubicBezTo>
                    <a:pt x="77568" y="149947"/>
                    <a:pt x="217040" y="357078"/>
                    <a:pt x="391522" y="542978"/>
                  </a:cubicBezTo>
                  <a:cubicBezTo>
                    <a:pt x="532409" y="693113"/>
                    <a:pt x="697926" y="813901"/>
                    <a:pt x="839474" y="906001"/>
                  </a:cubicBezTo>
                  <a:cubicBezTo>
                    <a:pt x="959318" y="983947"/>
                    <a:pt x="1067366" y="1037924"/>
                    <a:pt x="1177868" y="1093694"/>
                  </a:cubicBezTo>
                  <a:cubicBezTo>
                    <a:pt x="1327060" y="1168998"/>
                    <a:pt x="1481064" y="1233072"/>
                    <a:pt x="1623084" y="1267326"/>
                  </a:cubicBezTo>
                  <a:cubicBezTo>
                    <a:pt x="1925902" y="1340460"/>
                    <a:pt x="2228626" y="1256946"/>
                    <a:pt x="2492094" y="1157768"/>
                  </a:cubicBezTo>
                  <a:cubicBezTo>
                    <a:pt x="2706870" y="1076897"/>
                    <a:pt x="2915983" y="981022"/>
                    <a:pt x="3141894" y="944597"/>
                  </a:cubicBezTo>
                  <a:cubicBezTo>
                    <a:pt x="3192851" y="936387"/>
                    <a:pt x="3244846" y="931291"/>
                    <a:pt x="3298068" y="930253"/>
                  </a:cubicBezTo>
                  <a:cubicBezTo>
                    <a:pt x="3587676" y="924214"/>
                    <a:pt x="3929278" y="1079823"/>
                    <a:pt x="4034778" y="1363296"/>
                  </a:cubicBezTo>
                  <a:cubicBezTo>
                    <a:pt x="4101683" y="1543062"/>
                    <a:pt x="4067806" y="1731415"/>
                    <a:pt x="4082810" y="1902688"/>
                  </a:cubicBezTo>
                  <a:cubicBezTo>
                    <a:pt x="4089133" y="1974595"/>
                    <a:pt x="4102816" y="2043670"/>
                    <a:pt x="4136032" y="2108499"/>
                  </a:cubicBezTo>
                  <a:cubicBezTo>
                    <a:pt x="4277109" y="2386405"/>
                    <a:pt x="4716002" y="2427454"/>
                    <a:pt x="5010610" y="2259483"/>
                  </a:cubicBezTo>
                  <a:cubicBezTo>
                    <a:pt x="5154423" y="2177480"/>
                    <a:pt x="5273040" y="2052918"/>
                    <a:pt x="5417891" y="1950814"/>
                  </a:cubicBezTo>
                  <a:cubicBezTo>
                    <a:pt x="5613982" y="1813230"/>
                    <a:pt x="5830456" y="1709145"/>
                    <a:pt x="6044382" y="1667907"/>
                  </a:cubicBezTo>
                  <a:cubicBezTo>
                    <a:pt x="6240568" y="1630067"/>
                    <a:pt x="6451946" y="1655074"/>
                    <a:pt x="6639733" y="1730849"/>
                  </a:cubicBezTo>
                  <a:cubicBezTo>
                    <a:pt x="6810723" y="1799830"/>
                    <a:pt x="6964161" y="1915711"/>
                    <a:pt x="7069756" y="2085002"/>
                  </a:cubicBezTo>
                  <a:cubicBezTo>
                    <a:pt x="7085704" y="2110481"/>
                    <a:pt x="7100142" y="2136337"/>
                    <a:pt x="7113447" y="2162382"/>
                  </a:cubicBezTo>
                  <a:cubicBezTo>
                    <a:pt x="7232159" y="2394332"/>
                    <a:pt x="7260091" y="2636473"/>
                    <a:pt x="7385314" y="2826525"/>
                  </a:cubicBezTo>
                  <a:cubicBezTo>
                    <a:pt x="7478169" y="2968356"/>
                    <a:pt x="7623114" y="3071309"/>
                    <a:pt x="7785139" y="3128305"/>
                  </a:cubicBezTo>
                  <a:cubicBezTo>
                    <a:pt x="7929707" y="3179168"/>
                    <a:pt x="8085222" y="3196154"/>
                    <a:pt x="8236866" y="3185019"/>
                  </a:cubicBezTo>
                  <a:cubicBezTo>
                    <a:pt x="8494011" y="3166051"/>
                    <a:pt x="8743986" y="3076404"/>
                    <a:pt x="8997545" y="2984115"/>
                  </a:cubicBezTo>
                  <a:cubicBezTo>
                    <a:pt x="9059921" y="2961184"/>
                    <a:pt x="9122579" y="2937970"/>
                    <a:pt x="9185426" y="2915228"/>
                  </a:cubicBezTo>
                  <a:cubicBezTo>
                    <a:pt x="10081614" y="2589951"/>
                    <a:pt x="11064051" y="2372439"/>
                    <a:pt x="12103297" y="2337524"/>
                  </a:cubicBezTo>
                </a:path>
              </a:pathLst>
            </a:custGeom>
            <a:noFill/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608" name="Google Shape;608;p17"/>
            <p:cNvSpPr/>
            <p:nvPr/>
          </p:nvSpPr>
          <p:spPr>
            <a:xfrm>
              <a:off x="83607" y="8402168"/>
              <a:ext cx="12100277" cy="3285815"/>
            </a:xfrm>
            <a:custGeom>
              <a:avLst/>
              <a:gdLst/>
              <a:ahLst/>
              <a:cxnLst/>
              <a:rect l="l" t="t" r="r" b="b"/>
              <a:pathLst>
                <a:path w="12100277" h="3285815" extrusionOk="0">
                  <a:moveTo>
                    <a:pt x="0" y="0"/>
                  </a:moveTo>
                  <a:cubicBezTo>
                    <a:pt x="76342" y="143435"/>
                    <a:pt x="211095" y="348114"/>
                    <a:pt x="379160" y="538826"/>
                  </a:cubicBezTo>
                  <a:cubicBezTo>
                    <a:pt x="513347" y="691132"/>
                    <a:pt x="670654" y="821261"/>
                    <a:pt x="808145" y="925630"/>
                  </a:cubicBezTo>
                  <a:cubicBezTo>
                    <a:pt x="924875" y="1014239"/>
                    <a:pt x="1032451" y="1081615"/>
                    <a:pt x="1140782" y="1146350"/>
                  </a:cubicBezTo>
                  <a:cubicBezTo>
                    <a:pt x="1288842" y="1234865"/>
                    <a:pt x="1438977" y="1306488"/>
                    <a:pt x="1576278" y="1339422"/>
                  </a:cubicBezTo>
                  <a:cubicBezTo>
                    <a:pt x="1884476" y="1413498"/>
                    <a:pt x="2194749" y="1321587"/>
                    <a:pt x="2465200" y="1212500"/>
                  </a:cubicBezTo>
                  <a:cubicBezTo>
                    <a:pt x="2685826" y="1123514"/>
                    <a:pt x="2901262" y="1018579"/>
                    <a:pt x="3134250" y="975737"/>
                  </a:cubicBezTo>
                  <a:cubicBezTo>
                    <a:pt x="3186812" y="966112"/>
                    <a:pt x="3240317" y="959695"/>
                    <a:pt x="3295237" y="957431"/>
                  </a:cubicBezTo>
                  <a:cubicBezTo>
                    <a:pt x="3593526" y="944974"/>
                    <a:pt x="3944848" y="1100677"/>
                    <a:pt x="4049311" y="1391889"/>
                  </a:cubicBezTo>
                  <a:cubicBezTo>
                    <a:pt x="4115461" y="1576278"/>
                    <a:pt x="4075922" y="1770954"/>
                    <a:pt x="4087151" y="1949588"/>
                  </a:cubicBezTo>
                  <a:cubicBezTo>
                    <a:pt x="4091869" y="2024608"/>
                    <a:pt x="4104514" y="2096986"/>
                    <a:pt x="4137542" y="2165213"/>
                  </a:cubicBezTo>
                  <a:cubicBezTo>
                    <a:pt x="4277864" y="2457556"/>
                    <a:pt x="4727986" y="2504645"/>
                    <a:pt x="5033824" y="2339977"/>
                  </a:cubicBezTo>
                  <a:cubicBezTo>
                    <a:pt x="5178863" y="2261937"/>
                    <a:pt x="5301067" y="2143603"/>
                    <a:pt x="5444691" y="2043481"/>
                  </a:cubicBezTo>
                  <a:cubicBezTo>
                    <a:pt x="5639461" y="1908067"/>
                    <a:pt x="5850367" y="1798792"/>
                    <a:pt x="6062972" y="1748873"/>
                  </a:cubicBezTo>
                  <a:cubicBezTo>
                    <a:pt x="6257082" y="1703294"/>
                    <a:pt x="6470536" y="1718204"/>
                    <a:pt x="6660211" y="1786713"/>
                  </a:cubicBezTo>
                  <a:cubicBezTo>
                    <a:pt x="6833276" y="1849183"/>
                    <a:pt x="6988224" y="1960440"/>
                    <a:pt x="7091460" y="2128599"/>
                  </a:cubicBezTo>
                  <a:cubicBezTo>
                    <a:pt x="7107030" y="2153889"/>
                    <a:pt x="7120996" y="2179556"/>
                    <a:pt x="7133641" y="2205507"/>
                  </a:cubicBezTo>
                  <a:cubicBezTo>
                    <a:pt x="7247069" y="2436513"/>
                    <a:pt x="7261506" y="2683278"/>
                    <a:pt x="7377576" y="2881257"/>
                  </a:cubicBezTo>
                  <a:cubicBezTo>
                    <a:pt x="7463637" y="3029033"/>
                    <a:pt x="7603958" y="3139157"/>
                    <a:pt x="7764002" y="3204835"/>
                  </a:cubicBezTo>
                  <a:cubicBezTo>
                    <a:pt x="7906588" y="3263342"/>
                    <a:pt x="8062574" y="3288915"/>
                    <a:pt x="8215540" y="3285518"/>
                  </a:cubicBezTo>
                  <a:cubicBezTo>
                    <a:pt x="8475422" y="3279856"/>
                    <a:pt x="8730680" y="3202476"/>
                    <a:pt x="8988769" y="3121322"/>
                  </a:cubicBezTo>
                  <a:cubicBezTo>
                    <a:pt x="9052183" y="3101128"/>
                    <a:pt x="9115879" y="3080651"/>
                    <a:pt x="9179670" y="3060645"/>
                  </a:cubicBezTo>
                  <a:cubicBezTo>
                    <a:pt x="10089069" y="2774435"/>
                    <a:pt x="11071601" y="2593159"/>
                    <a:pt x="12100277" y="2579099"/>
                  </a:cubicBezTo>
                </a:path>
              </a:pathLst>
            </a:custGeom>
            <a:noFill/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609" name="Google Shape;609;p17"/>
            <p:cNvSpPr/>
            <p:nvPr/>
          </p:nvSpPr>
          <p:spPr>
            <a:xfrm>
              <a:off x="86627" y="8284683"/>
              <a:ext cx="12097068" cy="3387087"/>
            </a:xfrm>
            <a:custGeom>
              <a:avLst/>
              <a:gdLst/>
              <a:ahLst/>
              <a:cxnLst/>
              <a:rect l="l" t="t" r="r" b="b"/>
              <a:pathLst>
                <a:path w="12097068" h="3387087" extrusionOk="0">
                  <a:moveTo>
                    <a:pt x="0" y="0"/>
                  </a:moveTo>
                  <a:cubicBezTo>
                    <a:pt x="75115" y="137018"/>
                    <a:pt x="205150" y="339055"/>
                    <a:pt x="366892" y="534768"/>
                  </a:cubicBezTo>
                  <a:cubicBezTo>
                    <a:pt x="494474" y="689150"/>
                    <a:pt x="643383" y="828622"/>
                    <a:pt x="776910" y="945352"/>
                  </a:cubicBezTo>
                  <a:cubicBezTo>
                    <a:pt x="890431" y="1044530"/>
                    <a:pt x="997347" y="1125212"/>
                    <a:pt x="1103791" y="1199100"/>
                  </a:cubicBezTo>
                  <a:cubicBezTo>
                    <a:pt x="1250435" y="1300826"/>
                    <a:pt x="1396890" y="1379999"/>
                    <a:pt x="1529473" y="1411705"/>
                  </a:cubicBezTo>
                  <a:cubicBezTo>
                    <a:pt x="1843144" y="1486820"/>
                    <a:pt x="2160872" y="1386415"/>
                    <a:pt x="2438400" y="1267421"/>
                  </a:cubicBezTo>
                  <a:cubicBezTo>
                    <a:pt x="2664783" y="1170319"/>
                    <a:pt x="2886635" y="1056326"/>
                    <a:pt x="3126701" y="1007067"/>
                  </a:cubicBezTo>
                  <a:cubicBezTo>
                    <a:pt x="3180772" y="995932"/>
                    <a:pt x="3235976" y="988194"/>
                    <a:pt x="3292501" y="984797"/>
                  </a:cubicBezTo>
                  <a:cubicBezTo>
                    <a:pt x="3599471" y="965924"/>
                    <a:pt x="3961079" y="1121532"/>
                    <a:pt x="4063937" y="1420764"/>
                  </a:cubicBezTo>
                  <a:cubicBezTo>
                    <a:pt x="4129615" y="1609684"/>
                    <a:pt x="4083848" y="1810682"/>
                    <a:pt x="4091681" y="1996865"/>
                  </a:cubicBezTo>
                  <a:cubicBezTo>
                    <a:pt x="4094700" y="2074999"/>
                    <a:pt x="4106402" y="2150680"/>
                    <a:pt x="4139146" y="2222304"/>
                  </a:cubicBezTo>
                  <a:cubicBezTo>
                    <a:pt x="4278713" y="2528991"/>
                    <a:pt x="4740065" y="2581741"/>
                    <a:pt x="5057133" y="2420848"/>
                  </a:cubicBezTo>
                  <a:cubicBezTo>
                    <a:pt x="5203493" y="2346583"/>
                    <a:pt x="5329282" y="2234665"/>
                    <a:pt x="5471491" y="2136525"/>
                  </a:cubicBezTo>
                  <a:cubicBezTo>
                    <a:pt x="5665034" y="2003282"/>
                    <a:pt x="5870373" y="1888816"/>
                    <a:pt x="6081563" y="1830310"/>
                  </a:cubicBezTo>
                  <a:cubicBezTo>
                    <a:pt x="6273596" y="1777088"/>
                    <a:pt x="6489126" y="1781806"/>
                    <a:pt x="6680593" y="1842955"/>
                  </a:cubicBezTo>
                  <a:cubicBezTo>
                    <a:pt x="6855736" y="1898914"/>
                    <a:pt x="7012099" y="2005452"/>
                    <a:pt x="7113070" y="2172573"/>
                  </a:cubicBezTo>
                  <a:cubicBezTo>
                    <a:pt x="7128263" y="2197674"/>
                    <a:pt x="7141757" y="2223153"/>
                    <a:pt x="7153836" y="2249103"/>
                  </a:cubicBezTo>
                  <a:cubicBezTo>
                    <a:pt x="7261884" y="2479260"/>
                    <a:pt x="7263016" y="2730555"/>
                    <a:pt x="7369743" y="2936461"/>
                  </a:cubicBezTo>
                  <a:cubicBezTo>
                    <a:pt x="7448916" y="3090181"/>
                    <a:pt x="7584708" y="3207478"/>
                    <a:pt x="7742675" y="3281837"/>
                  </a:cubicBezTo>
                  <a:cubicBezTo>
                    <a:pt x="7883280" y="3347988"/>
                    <a:pt x="8039737" y="3382054"/>
                    <a:pt x="8194119" y="3386489"/>
                  </a:cubicBezTo>
                  <a:cubicBezTo>
                    <a:pt x="8456737" y="3394038"/>
                    <a:pt x="8717280" y="3329020"/>
                    <a:pt x="8979805" y="3259001"/>
                  </a:cubicBezTo>
                  <a:cubicBezTo>
                    <a:pt x="9044350" y="3241638"/>
                    <a:pt x="9108990" y="3223897"/>
                    <a:pt x="9173725" y="3206534"/>
                  </a:cubicBezTo>
                  <a:cubicBezTo>
                    <a:pt x="10096240" y="2959391"/>
                    <a:pt x="11079055" y="2814257"/>
                    <a:pt x="12097068" y="2821146"/>
                  </a:cubicBezTo>
                </a:path>
              </a:pathLst>
            </a:custGeom>
            <a:noFill/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610" name="Google Shape;610;p17"/>
            <p:cNvSpPr/>
            <p:nvPr/>
          </p:nvSpPr>
          <p:spPr>
            <a:xfrm>
              <a:off x="89647" y="8167104"/>
              <a:ext cx="12093859" cy="3491821"/>
            </a:xfrm>
            <a:custGeom>
              <a:avLst/>
              <a:gdLst/>
              <a:ahLst/>
              <a:cxnLst/>
              <a:rect l="l" t="t" r="r" b="b"/>
              <a:pathLst>
                <a:path w="12093859" h="3491821" extrusionOk="0">
                  <a:moveTo>
                    <a:pt x="0" y="0"/>
                  </a:moveTo>
                  <a:cubicBezTo>
                    <a:pt x="73888" y="130507"/>
                    <a:pt x="199394" y="329901"/>
                    <a:pt x="354531" y="530616"/>
                  </a:cubicBezTo>
                  <a:cubicBezTo>
                    <a:pt x="475507" y="687168"/>
                    <a:pt x="615922" y="835982"/>
                    <a:pt x="745580" y="964980"/>
                  </a:cubicBezTo>
                  <a:cubicBezTo>
                    <a:pt x="855799" y="1074727"/>
                    <a:pt x="962054" y="1168809"/>
                    <a:pt x="1066706" y="1251756"/>
                  </a:cubicBezTo>
                  <a:cubicBezTo>
                    <a:pt x="1211651" y="1366599"/>
                    <a:pt x="1354803" y="1453132"/>
                    <a:pt x="1482668" y="1483895"/>
                  </a:cubicBezTo>
                  <a:cubicBezTo>
                    <a:pt x="1802000" y="1559387"/>
                    <a:pt x="2126711" y="1450773"/>
                    <a:pt x="2411600" y="1322247"/>
                  </a:cubicBezTo>
                  <a:cubicBezTo>
                    <a:pt x="2643645" y="1216747"/>
                    <a:pt x="2872009" y="1093977"/>
                    <a:pt x="3119057" y="1038302"/>
                  </a:cubicBezTo>
                  <a:cubicBezTo>
                    <a:pt x="3174733" y="1025751"/>
                    <a:pt x="3231541" y="1016692"/>
                    <a:pt x="3289575" y="1012068"/>
                  </a:cubicBezTo>
                  <a:cubicBezTo>
                    <a:pt x="3605322" y="986873"/>
                    <a:pt x="3976555" y="1142575"/>
                    <a:pt x="4078375" y="1449546"/>
                  </a:cubicBezTo>
                  <a:cubicBezTo>
                    <a:pt x="4143204" y="1643089"/>
                    <a:pt x="4092058" y="1850315"/>
                    <a:pt x="4096021" y="2044048"/>
                  </a:cubicBezTo>
                  <a:cubicBezTo>
                    <a:pt x="4097437" y="2125296"/>
                    <a:pt x="4108100" y="2204280"/>
                    <a:pt x="4140656" y="2279300"/>
                  </a:cubicBezTo>
                  <a:cubicBezTo>
                    <a:pt x="4279468" y="2600426"/>
                    <a:pt x="4752049" y="2658555"/>
                    <a:pt x="5080346" y="2501625"/>
                  </a:cubicBezTo>
                  <a:cubicBezTo>
                    <a:pt x="5228123" y="2431040"/>
                    <a:pt x="5357403" y="2325728"/>
                    <a:pt x="5498290" y="2229381"/>
                  </a:cubicBezTo>
                  <a:cubicBezTo>
                    <a:pt x="5690513" y="2098213"/>
                    <a:pt x="5890378" y="1978747"/>
                    <a:pt x="6100058" y="1911464"/>
                  </a:cubicBezTo>
                  <a:cubicBezTo>
                    <a:pt x="6290110" y="1850504"/>
                    <a:pt x="6507622" y="1845125"/>
                    <a:pt x="6700882" y="1899008"/>
                  </a:cubicBezTo>
                  <a:cubicBezTo>
                    <a:pt x="6878100" y="1948455"/>
                    <a:pt x="7035973" y="2050370"/>
                    <a:pt x="7134585" y="2216359"/>
                  </a:cubicBezTo>
                  <a:cubicBezTo>
                    <a:pt x="7149400" y="2241271"/>
                    <a:pt x="7162328" y="2266655"/>
                    <a:pt x="7173935" y="2292417"/>
                  </a:cubicBezTo>
                  <a:cubicBezTo>
                    <a:pt x="7276699" y="2521630"/>
                    <a:pt x="7264432" y="2777549"/>
                    <a:pt x="7361911" y="2991381"/>
                  </a:cubicBezTo>
                  <a:cubicBezTo>
                    <a:pt x="7434289" y="3150953"/>
                    <a:pt x="7565457" y="3275421"/>
                    <a:pt x="7721443" y="3358557"/>
                  </a:cubicBezTo>
                  <a:cubicBezTo>
                    <a:pt x="7860066" y="3432444"/>
                    <a:pt x="8016995" y="3474909"/>
                    <a:pt x="8172698" y="3487177"/>
                  </a:cubicBezTo>
                  <a:cubicBezTo>
                    <a:pt x="8438053" y="3508031"/>
                    <a:pt x="8703880" y="3455281"/>
                    <a:pt x="8970840" y="3396397"/>
                  </a:cubicBezTo>
                  <a:cubicBezTo>
                    <a:pt x="9036423" y="3381770"/>
                    <a:pt x="9102102" y="3366766"/>
                    <a:pt x="9167780" y="3352234"/>
                  </a:cubicBezTo>
                  <a:cubicBezTo>
                    <a:pt x="10103507" y="3144158"/>
                    <a:pt x="11086510" y="3035261"/>
                    <a:pt x="12093860" y="3063004"/>
                  </a:cubicBezTo>
                </a:path>
              </a:pathLst>
            </a:custGeom>
            <a:noFill/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611" name="Google Shape;611;p17"/>
            <p:cNvSpPr/>
            <p:nvPr/>
          </p:nvSpPr>
          <p:spPr>
            <a:xfrm>
              <a:off x="92761" y="8049619"/>
              <a:ext cx="12090651" cy="3600743"/>
            </a:xfrm>
            <a:custGeom>
              <a:avLst/>
              <a:gdLst/>
              <a:ahLst/>
              <a:cxnLst/>
              <a:rect l="l" t="t" r="r" b="b"/>
              <a:pathLst>
                <a:path w="12090651" h="3600743" extrusionOk="0">
                  <a:moveTo>
                    <a:pt x="0" y="0"/>
                  </a:moveTo>
                  <a:cubicBezTo>
                    <a:pt x="72661" y="123996"/>
                    <a:pt x="193826" y="320842"/>
                    <a:pt x="342169" y="526464"/>
                  </a:cubicBezTo>
                  <a:cubicBezTo>
                    <a:pt x="456634" y="685092"/>
                    <a:pt x="588557" y="843249"/>
                    <a:pt x="714251" y="984608"/>
                  </a:cubicBezTo>
                  <a:cubicBezTo>
                    <a:pt x="821261" y="1104829"/>
                    <a:pt x="926479" y="1212217"/>
                    <a:pt x="1029620" y="1304412"/>
                  </a:cubicBezTo>
                  <a:cubicBezTo>
                    <a:pt x="1172772" y="1432371"/>
                    <a:pt x="1312622" y="1526642"/>
                    <a:pt x="1435863" y="1555990"/>
                  </a:cubicBezTo>
                  <a:cubicBezTo>
                    <a:pt x="1760574" y="1632520"/>
                    <a:pt x="2092929" y="1515507"/>
                    <a:pt x="2384801" y="1376979"/>
                  </a:cubicBezTo>
                  <a:cubicBezTo>
                    <a:pt x="2622790" y="1263457"/>
                    <a:pt x="2857382" y="1131535"/>
                    <a:pt x="3111508" y="1069442"/>
                  </a:cubicBezTo>
                  <a:cubicBezTo>
                    <a:pt x="3168788" y="1055476"/>
                    <a:pt x="3227105" y="1045002"/>
                    <a:pt x="3286839" y="1039245"/>
                  </a:cubicBezTo>
                  <a:cubicBezTo>
                    <a:pt x="3611267" y="1007633"/>
                    <a:pt x="3992125" y="1163525"/>
                    <a:pt x="4093096" y="1478139"/>
                  </a:cubicBezTo>
                  <a:cubicBezTo>
                    <a:pt x="4157076" y="1676400"/>
                    <a:pt x="4100456" y="1889855"/>
                    <a:pt x="4100551" y="2090947"/>
                  </a:cubicBezTo>
                  <a:cubicBezTo>
                    <a:pt x="4100456" y="2175310"/>
                    <a:pt x="4109987" y="2257690"/>
                    <a:pt x="4142355" y="2336014"/>
                  </a:cubicBezTo>
                  <a:cubicBezTo>
                    <a:pt x="4280411" y="2671577"/>
                    <a:pt x="4764223" y="2734613"/>
                    <a:pt x="5103749" y="2582119"/>
                  </a:cubicBezTo>
                  <a:cubicBezTo>
                    <a:pt x="5252940" y="2515119"/>
                    <a:pt x="5385712" y="2416413"/>
                    <a:pt x="5525185" y="2322048"/>
                  </a:cubicBezTo>
                  <a:cubicBezTo>
                    <a:pt x="5716180" y="2193050"/>
                    <a:pt x="5910478" y="2068488"/>
                    <a:pt x="6118742" y="1992524"/>
                  </a:cubicBezTo>
                  <a:cubicBezTo>
                    <a:pt x="6306812" y="1923920"/>
                    <a:pt x="6526306" y="1908256"/>
                    <a:pt x="6721359" y="1954967"/>
                  </a:cubicBezTo>
                  <a:cubicBezTo>
                    <a:pt x="6900653" y="1997903"/>
                    <a:pt x="7060036" y="2095099"/>
                    <a:pt x="7156289" y="2260050"/>
                  </a:cubicBezTo>
                  <a:cubicBezTo>
                    <a:pt x="7170727" y="2284774"/>
                    <a:pt x="7183183" y="2309969"/>
                    <a:pt x="7194130" y="2335731"/>
                  </a:cubicBezTo>
                  <a:cubicBezTo>
                    <a:pt x="7291515" y="2564001"/>
                    <a:pt x="7265942" y="2824543"/>
                    <a:pt x="7354079" y="3046302"/>
                  </a:cubicBezTo>
                  <a:cubicBezTo>
                    <a:pt x="7419662" y="3211818"/>
                    <a:pt x="7546489" y="3343175"/>
                    <a:pt x="7700211" y="3435275"/>
                  </a:cubicBezTo>
                  <a:cubicBezTo>
                    <a:pt x="7837041" y="3516618"/>
                    <a:pt x="7994159" y="3568142"/>
                    <a:pt x="8151277" y="3587864"/>
                  </a:cubicBezTo>
                  <a:cubicBezTo>
                    <a:pt x="8419275" y="3622496"/>
                    <a:pt x="8690575" y="3581448"/>
                    <a:pt x="8961969" y="3533793"/>
                  </a:cubicBezTo>
                  <a:cubicBezTo>
                    <a:pt x="9028591" y="3521997"/>
                    <a:pt x="9095307" y="3509730"/>
                    <a:pt x="9161929" y="3497840"/>
                  </a:cubicBezTo>
                  <a:cubicBezTo>
                    <a:pt x="10110773" y="3328831"/>
                    <a:pt x="11094059" y="3256170"/>
                    <a:pt x="12090651" y="3304768"/>
                  </a:cubicBezTo>
                </a:path>
              </a:pathLst>
            </a:custGeom>
            <a:noFill/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612" name="Google Shape;612;p17"/>
            <p:cNvSpPr/>
            <p:nvPr/>
          </p:nvSpPr>
          <p:spPr>
            <a:xfrm>
              <a:off x="95780" y="7932134"/>
              <a:ext cx="12087631" cy="3713953"/>
            </a:xfrm>
            <a:custGeom>
              <a:avLst/>
              <a:gdLst/>
              <a:ahLst/>
              <a:cxnLst/>
              <a:rect l="l" t="t" r="r" b="b"/>
              <a:pathLst>
                <a:path w="12087631" h="3713953" extrusionOk="0">
                  <a:moveTo>
                    <a:pt x="0" y="0"/>
                  </a:moveTo>
                  <a:cubicBezTo>
                    <a:pt x="71435" y="117579"/>
                    <a:pt x="188259" y="311689"/>
                    <a:pt x="329807" y="522312"/>
                  </a:cubicBezTo>
                  <a:cubicBezTo>
                    <a:pt x="437950" y="683111"/>
                    <a:pt x="560813" y="850703"/>
                    <a:pt x="683016" y="1004330"/>
                  </a:cubicBezTo>
                  <a:cubicBezTo>
                    <a:pt x="786535" y="1135215"/>
                    <a:pt x="890997" y="1255625"/>
                    <a:pt x="992629" y="1357162"/>
                  </a:cubicBezTo>
                  <a:cubicBezTo>
                    <a:pt x="1133799" y="1498050"/>
                    <a:pt x="1270535" y="1600153"/>
                    <a:pt x="1389058" y="1628274"/>
                  </a:cubicBezTo>
                  <a:cubicBezTo>
                    <a:pt x="1719242" y="1705936"/>
                    <a:pt x="2059052" y="1580525"/>
                    <a:pt x="2358001" y="1431900"/>
                  </a:cubicBezTo>
                  <a:cubicBezTo>
                    <a:pt x="2601841" y="1310357"/>
                    <a:pt x="2842661" y="1169281"/>
                    <a:pt x="3103864" y="1100772"/>
                  </a:cubicBezTo>
                  <a:cubicBezTo>
                    <a:pt x="3162748" y="1085296"/>
                    <a:pt x="3222670" y="1073594"/>
                    <a:pt x="3284008" y="1066611"/>
                  </a:cubicBezTo>
                  <a:cubicBezTo>
                    <a:pt x="3617117" y="1028676"/>
                    <a:pt x="4007601" y="1184568"/>
                    <a:pt x="4107628" y="1507014"/>
                  </a:cubicBezTo>
                  <a:cubicBezTo>
                    <a:pt x="4170759" y="1709900"/>
                    <a:pt x="4108666" y="1929582"/>
                    <a:pt x="4104986" y="2138224"/>
                  </a:cubicBezTo>
                  <a:cubicBezTo>
                    <a:pt x="4103382" y="2225795"/>
                    <a:pt x="4111780" y="2311385"/>
                    <a:pt x="4143959" y="2393199"/>
                  </a:cubicBezTo>
                  <a:cubicBezTo>
                    <a:pt x="4281261" y="2743106"/>
                    <a:pt x="4776301" y="2810955"/>
                    <a:pt x="5127057" y="2663084"/>
                  </a:cubicBezTo>
                  <a:cubicBezTo>
                    <a:pt x="5277759" y="2599576"/>
                    <a:pt x="5413833" y="2507570"/>
                    <a:pt x="5552079" y="2415186"/>
                  </a:cubicBezTo>
                  <a:cubicBezTo>
                    <a:pt x="5741753" y="2288359"/>
                    <a:pt x="5930672" y="2158607"/>
                    <a:pt x="6137426" y="2073961"/>
                  </a:cubicBezTo>
                  <a:cubicBezTo>
                    <a:pt x="6323515" y="1997714"/>
                    <a:pt x="6544990" y="1971575"/>
                    <a:pt x="6741837" y="2011303"/>
                  </a:cubicBezTo>
                  <a:cubicBezTo>
                    <a:pt x="6923207" y="2047445"/>
                    <a:pt x="7084099" y="2140300"/>
                    <a:pt x="7177993" y="2304118"/>
                  </a:cubicBezTo>
                  <a:cubicBezTo>
                    <a:pt x="7192053" y="2328653"/>
                    <a:pt x="7204038" y="2353754"/>
                    <a:pt x="7214418" y="2379327"/>
                  </a:cubicBezTo>
                  <a:cubicBezTo>
                    <a:pt x="7306519" y="2606748"/>
                    <a:pt x="7267546" y="2871820"/>
                    <a:pt x="7346435" y="3101505"/>
                  </a:cubicBezTo>
                  <a:cubicBezTo>
                    <a:pt x="7405225" y="3272967"/>
                    <a:pt x="7527334" y="3411590"/>
                    <a:pt x="7679073" y="3512278"/>
                  </a:cubicBezTo>
                  <a:cubicBezTo>
                    <a:pt x="7813827" y="3601358"/>
                    <a:pt x="7971417" y="3661186"/>
                    <a:pt x="8130045" y="3688835"/>
                  </a:cubicBezTo>
                  <a:cubicBezTo>
                    <a:pt x="8400684" y="3736584"/>
                    <a:pt x="8677364" y="3707991"/>
                    <a:pt x="8953193" y="3671472"/>
                  </a:cubicBezTo>
                  <a:cubicBezTo>
                    <a:pt x="9020947" y="3662413"/>
                    <a:pt x="9088608" y="3652882"/>
                    <a:pt x="9156173" y="3643823"/>
                  </a:cubicBezTo>
                  <a:cubicBezTo>
                    <a:pt x="10118228" y="3513882"/>
                    <a:pt x="11101703" y="3477363"/>
                    <a:pt x="12087632" y="3546815"/>
                  </a:cubicBezTo>
                </a:path>
              </a:pathLst>
            </a:custGeom>
            <a:noFill/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613" name="Google Shape;613;p17"/>
            <p:cNvSpPr/>
            <p:nvPr/>
          </p:nvSpPr>
          <p:spPr>
            <a:xfrm>
              <a:off x="98800" y="7814649"/>
              <a:ext cx="12084423" cy="3831239"/>
            </a:xfrm>
            <a:custGeom>
              <a:avLst/>
              <a:gdLst/>
              <a:ahLst/>
              <a:cxnLst/>
              <a:rect l="l" t="t" r="r" b="b"/>
              <a:pathLst>
                <a:path w="12084423" h="3831239" extrusionOk="0">
                  <a:moveTo>
                    <a:pt x="0" y="0"/>
                  </a:moveTo>
                  <a:cubicBezTo>
                    <a:pt x="230912" y="365383"/>
                    <a:pt x="921572" y="1601568"/>
                    <a:pt x="1342347" y="1700369"/>
                  </a:cubicBezTo>
                  <a:cubicBezTo>
                    <a:pt x="1677910" y="1779164"/>
                    <a:pt x="2025269" y="1645354"/>
                    <a:pt x="2331295" y="1486631"/>
                  </a:cubicBezTo>
                  <a:cubicBezTo>
                    <a:pt x="2637322" y="1327909"/>
                    <a:pt x="2939480" y="1138046"/>
                    <a:pt x="3281271" y="1093694"/>
                  </a:cubicBezTo>
                  <a:cubicBezTo>
                    <a:pt x="3623062" y="1049343"/>
                    <a:pt x="4023171" y="1205423"/>
                    <a:pt x="4122255" y="1535607"/>
                  </a:cubicBezTo>
                  <a:cubicBezTo>
                    <a:pt x="4210770" y="1830310"/>
                    <a:pt x="4037515" y="2161815"/>
                    <a:pt x="4145563" y="2449913"/>
                  </a:cubicBezTo>
                  <a:cubicBezTo>
                    <a:pt x="4282110" y="2814257"/>
                    <a:pt x="4788474" y="2886352"/>
                    <a:pt x="5150365" y="2743578"/>
                  </a:cubicBezTo>
                  <a:cubicBezTo>
                    <a:pt x="5512256" y="2600803"/>
                    <a:pt x="5801863" y="2316103"/>
                    <a:pt x="6156017" y="2154927"/>
                  </a:cubicBezTo>
                  <a:cubicBezTo>
                    <a:pt x="6510170" y="1993751"/>
                    <a:pt x="7008891" y="2008566"/>
                    <a:pt x="7199603" y="2347621"/>
                  </a:cubicBezTo>
                  <a:cubicBezTo>
                    <a:pt x="7334639" y="2587781"/>
                    <a:pt x="7261129" y="2891826"/>
                    <a:pt x="7338603" y="3156143"/>
                  </a:cubicBezTo>
                  <a:cubicBezTo>
                    <a:pt x="7436648" y="3490857"/>
                    <a:pt x="7768248" y="3713559"/>
                    <a:pt x="8108624" y="3789240"/>
                  </a:cubicBezTo>
                  <a:cubicBezTo>
                    <a:pt x="8448999" y="3864921"/>
                    <a:pt x="8802964" y="3821513"/>
                    <a:pt x="9150228" y="3789146"/>
                  </a:cubicBezTo>
                  <a:cubicBezTo>
                    <a:pt x="10125494" y="3698272"/>
                    <a:pt x="11109158" y="3697989"/>
                    <a:pt x="12084423" y="3788296"/>
                  </a:cubicBezTo>
                </a:path>
              </a:pathLst>
            </a:custGeom>
            <a:noFill/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614" name="Google Shape;614;p17"/>
          <p:cNvSpPr txBox="1"/>
          <p:nvPr/>
        </p:nvSpPr>
        <p:spPr>
          <a:xfrm rot="5400000">
            <a:off x="-679350" y="6198500"/>
            <a:ext cx="1579800" cy="373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solidFill>
                  <a:srgbClr val="666666"/>
                </a:solidFill>
                <a:latin typeface="Barlow Condensed"/>
                <a:ea typeface="Barlow Condensed"/>
                <a:cs typeface="Barlow Condensed"/>
                <a:sym typeface="Barlow Condensed"/>
              </a:rPr>
              <a:t>SLIDESMANIA.COM</a:t>
            </a:r>
            <a:endParaRPr sz="1200">
              <a:solidFill>
                <a:srgbClr val="666666"/>
              </a:solidFill>
              <a:latin typeface="Barlow Condensed"/>
              <a:ea typeface="Barlow Condensed"/>
              <a:cs typeface="Barlow Condensed"/>
              <a:sym typeface="Barlow Condensed"/>
            </a:endParaRPr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7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 name="simple-light-2">
    <p:bg>
      <p:bgPr>
        <a:gradFill>
          <a:gsLst>
            <a:gs pos="0">
              <a:schemeClr val="dk1"/>
            </a:gs>
            <a:gs pos="50000">
              <a:srgbClr val="292929"/>
            </a:gs>
            <a:gs pos="100000">
              <a:srgbClr val="010101"/>
            </a:gs>
          </a:gsLst>
          <a:lin ang="13500032" scaled="0"/>
        </a:grad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>
            <a:spLocks noGrp="1"/>
          </p:cNvSpPr>
          <p:nvPr>
            <p:ph type="title"/>
          </p:nvPr>
        </p:nvSpPr>
        <p:spPr>
          <a:xfrm>
            <a:off x="415600" y="593367"/>
            <a:ext cx="11360700" cy="763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21900" tIns="121900" rIns="121900" bIns="121900" anchor="t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500"/>
              <a:buFont typeface="DM Sans"/>
              <a:buNone/>
              <a:defRPr sz="4500" b="1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500"/>
              <a:buFont typeface="DM Sans"/>
              <a:buNone/>
              <a:defRPr sz="4500" b="1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500"/>
              <a:buFont typeface="DM Sans"/>
              <a:buNone/>
              <a:defRPr sz="4500" b="1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500"/>
              <a:buFont typeface="DM Sans"/>
              <a:buNone/>
              <a:defRPr sz="4500" b="1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500"/>
              <a:buFont typeface="DM Sans"/>
              <a:buNone/>
              <a:defRPr sz="4500" b="1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500"/>
              <a:buFont typeface="DM Sans"/>
              <a:buNone/>
              <a:defRPr sz="4500" b="1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500"/>
              <a:buFont typeface="DM Sans"/>
              <a:buNone/>
              <a:defRPr sz="4500" b="1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500"/>
              <a:buFont typeface="DM Sans"/>
              <a:buNone/>
              <a:defRPr sz="4500" b="1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500"/>
              <a:buFont typeface="DM Sans"/>
              <a:buNone/>
              <a:defRPr sz="4500" b="1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defRPr>
            </a:lvl9pPr>
          </a:lstStyle>
          <a:p>
            <a:endParaRPr/>
          </a:p>
        </p:txBody>
      </p:sp>
      <p:sp>
        <p:nvSpPr>
          <p:cNvPr id="7" name="Google Shape;7;p1"/>
          <p:cNvSpPr txBox="1">
            <a:spLocks noGrp="1"/>
          </p:cNvSpPr>
          <p:nvPr>
            <p:ph type="body" idx="1"/>
          </p:nvPr>
        </p:nvSpPr>
        <p:spPr>
          <a:xfrm>
            <a:off x="415600" y="1536633"/>
            <a:ext cx="11360700" cy="4555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21900" tIns="121900" rIns="121900" bIns="121900" anchor="t" anchorCtr="0">
            <a:noAutofit/>
          </a:bodyPr>
          <a:lstStyle>
            <a:lvl1pPr marL="457200" lvl="0" indent="-34925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900"/>
              <a:buFont typeface="DM Sans"/>
              <a:buChar char="●"/>
              <a:defRPr sz="1900">
                <a:solidFill>
                  <a:schemeClr val="dk2"/>
                </a:solidFill>
                <a:latin typeface="DM Sans"/>
                <a:ea typeface="DM Sans"/>
                <a:cs typeface="DM Sans"/>
                <a:sym typeface="DM Sans"/>
              </a:defRPr>
            </a:lvl1pPr>
            <a:lvl2pPr marL="914400" lvl="1" indent="-349250">
              <a:lnSpc>
                <a:spcPct val="115000"/>
              </a:lnSpc>
              <a:spcBef>
                <a:spcPts val="2100"/>
              </a:spcBef>
              <a:spcAft>
                <a:spcPts val="0"/>
              </a:spcAft>
              <a:buClr>
                <a:schemeClr val="dk2"/>
              </a:buClr>
              <a:buSzPts val="1900"/>
              <a:buFont typeface="DM Sans"/>
              <a:buChar char="○"/>
              <a:defRPr sz="1900">
                <a:solidFill>
                  <a:schemeClr val="dk2"/>
                </a:solidFill>
                <a:latin typeface="DM Sans"/>
                <a:ea typeface="DM Sans"/>
                <a:cs typeface="DM Sans"/>
                <a:sym typeface="DM Sans"/>
              </a:defRPr>
            </a:lvl2pPr>
            <a:lvl3pPr marL="1371600" lvl="2" indent="-349250">
              <a:lnSpc>
                <a:spcPct val="115000"/>
              </a:lnSpc>
              <a:spcBef>
                <a:spcPts val="2100"/>
              </a:spcBef>
              <a:spcAft>
                <a:spcPts val="0"/>
              </a:spcAft>
              <a:buClr>
                <a:schemeClr val="dk2"/>
              </a:buClr>
              <a:buSzPts val="1900"/>
              <a:buFont typeface="DM Sans"/>
              <a:buChar char="■"/>
              <a:defRPr sz="1900">
                <a:solidFill>
                  <a:schemeClr val="dk2"/>
                </a:solidFill>
                <a:latin typeface="DM Sans"/>
                <a:ea typeface="DM Sans"/>
                <a:cs typeface="DM Sans"/>
                <a:sym typeface="DM Sans"/>
              </a:defRPr>
            </a:lvl3pPr>
            <a:lvl4pPr marL="1828800" lvl="3" indent="-349250">
              <a:lnSpc>
                <a:spcPct val="115000"/>
              </a:lnSpc>
              <a:spcBef>
                <a:spcPts val="2100"/>
              </a:spcBef>
              <a:spcAft>
                <a:spcPts val="0"/>
              </a:spcAft>
              <a:buClr>
                <a:schemeClr val="dk2"/>
              </a:buClr>
              <a:buSzPts val="1900"/>
              <a:buFont typeface="DM Sans"/>
              <a:buChar char="●"/>
              <a:defRPr sz="1900">
                <a:solidFill>
                  <a:schemeClr val="dk2"/>
                </a:solidFill>
                <a:latin typeface="DM Sans"/>
                <a:ea typeface="DM Sans"/>
                <a:cs typeface="DM Sans"/>
                <a:sym typeface="DM Sans"/>
              </a:defRPr>
            </a:lvl4pPr>
            <a:lvl5pPr marL="2286000" lvl="4" indent="-349250">
              <a:lnSpc>
                <a:spcPct val="115000"/>
              </a:lnSpc>
              <a:spcBef>
                <a:spcPts val="2100"/>
              </a:spcBef>
              <a:spcAft>
                <a:spcPts val="0"/>
              </a:spcAft>
              <a:buClr>
                <a:schemeClr val="dk2"/>
              </a:buClr>
              <a:buSzPts val="1900"/>
              <a:buFont typeface="DM Sans"/>
              <a:buChar char="○"/>
              <a:defRPr sz="1900">
                <a:solidFill>
                  <a:schemeClr val="dk2"/>
                </a:solidFill>
                <a:latin typeface="DM Sans"/>
                <a:ea typeface="DM Sans"/>
                <a:cs typeface="DM Sans"/>
                <a:sym typeface="DM Sans"/>
              </a:defRPr>
            </a:lvl5pPr>
            <a:lvl6pPr marL="2743200" lvl="5" indent="-349250">
              <a:lnSpc>
                <a:spcPct val="115000"/>
              </a:lnSpc>
              <a:spcBef>
                <a:spcPts val="2100"/>
              </a:spcBef>
              <a:spcAft>
                <a:spcPts val="0"/>
              </a:spcAft>
              <a:buClr>
                <a:schemeClr val="dk2"/>
              </a:buClr>
              <a:buSzPts val="1900"/>
              <a:buFont typeface="DM Sans"/>
              <a:buChar char="■"/>
              <a:defRPr sz="1900">
                <a:solidFill>
                  <a:schemeClr val="dk2"/>
                </a:solidFill>
                <a:latin typeface="DM Sans"/>
                <a:ea typeface="DM Sans"/>
                <a:cs typeface="DM Sans"/>
                <a:sym typeface="DM Sans"/>
              </a:defRPr>
            </a:lvl6pPr>
            <a:lvl7pPr marL="3200400" lvl="6" indent="-349250">
              <a:lnSpc>
                <a:spcPct val="115000"/>
              </a:lnSpc>
              <a:spcBef>
                <a:spcPts val="2100"/>
              </a:spcBef>
              <a:spcAft>
                <a:spcPts val="0"/>
              </a:spcAft>
              <a:buClr>
                <a:schemeClr val="dk2"/>
              </a:buClr>
              <a:buSzPts val="1900"/>
              <a:buFont typeface="DM Sans"/>
              <a:buChar char="●"/>
              <a:defRPr sz="1900">
                <a:solidFill>
                  <a:schemeClr val="dk2"/>
                </a:solidFill>
                <a:latin typeface="DM Sans"/>
                <a:ea typeface="DM Sans"/>
                <a:cs typeface="DM Sans"/>
                <a:sym typeface="DM Sans"/>
              </a:defRPr>
            </a:lvl7pPr>
            <a:lvl8pPr marL="3657600" lvl="7" indent="-349250">
              <a:lnSpc>
                <a:spcPct val="115000"/>
              </a:lnSpc>
              <a:spcBef>
                <a:spcPts val="2100"/>
              </a:spcBef>
              <a:spcAft>
                <a:spcPts val="0"/>
              </a:spcAft>
              <a:buClr>
                <a:schemeClr val="dk2"/>
              </a:buClr>
              <a:buSzPts val="1900"/>
              <a:buFont typeface="DM Sans"/>
              <a:buChar char="○"/>
              <a:defRPr sz="1900">
                <a:solidFill>
                  <a:schemeClr val="dk2"/>
                </a:solidFill>
                <a:latin typeface="DM Sans"/>
                <a:ea typeface="DM Sans"/>
                <a:cs typeface="DM Sans"/>
                <a:sym typeface="DM Sans"/>
              </a:defRPr>
            </a:lvl8pPr>
            <a:lvl9pPr marL="4114800" lvl="8" indent="-349250">
              <a:lnSpc>
                <a:spcPct val="115000"/>
              </a:lnSpc>
              <a:spcBef>
                <a:spcPts val="2100"/>
              </a:spcBef>
              <a:spcAft>
                <a:spcPts val="2100"/>
              </a:spcAft>
              <a:buClr>
                <a:schemeClr val="dk2"/>
              </a:buClr>
              <a:buSzPts val="1900"/>
              <a:buFont typeface="DM Sans"/>
              <a:buChar char="■"/>
              <a:defRPr sz="1900">
                <a:solidFill>
                  <a:schemeClr val="dk2"/>
                </a:solidFill>
                <a:latin typeface="DM Sans"/>
                <a:ea typeface="DM Sans"/>
                <a:cs typeface="DM Sans"/>
                <a:sym typeface="DM Sans"/>
              </a:defRPr>
            </a:lvl9pPr>
          </a:lstStyle>
          <a:p>
            <a:endParaRPr/>
          </a:p>
        </p:txBody>
      </p:sp>
      <p:sp>
        <p:nvSpPr>
          <p:cNvPr id="8" name="Google Shape;8;p1"/>
          <p:cNvSpPr txBox="1">
            <a:spLocks noGrp="1"/>
          </p:cNvSpPr>
          <p:nvPr>
            <p:ph type="sldNum" idx="12"/>
          </p:nvPr>
        </p:nvSpPr>
        <p:spPr>
          <a:xfrm>
            <a:off x="11296610" y="6217622"/>
            <a:ext cx="731700" cy="524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>
            <a:lvl1pPr lvl="0" algn="r">
              <a:buNone/>
              <a:defRPr sz="1300">
                <a:solidFill>
                  <a:schemeClr val="dk2"/>
                </a:solidFill>
              </a:defRPr>
            </a:lvl1pPr>
            <a:lvl2pPr lvl="1" algn="r">
              <a:buNone/>
              <a:defRPr sz="1300">
                <a:solidFill>
                  <a:schemeClr val="dk2"/>
                </a:solidFill>
              </a:defRPr>
            </a:lvl2pPr>
            <a:lvl3pPr lvl="2" algn="r">
              <a:buNone/>
              <a:defRPr sz="1300">
                <a:solidFill>
                  <a:schemeClr val="dk2"/>
                </a:solidFill>
              </a:defRPr>
            </a:lvl3pPr>
            <a:lvl4pPr lvl="3" algn="r">
              <a:buNone/>
              <a:defRPr sz="1300">
                <a:solidFill>
                  <a:schemeClr val="dk2"/>
                </a:solidFill>
              </a:defRPr>
            </a:lvl4pPr>
            <a:lvl5pPr lvl="4" algn="r">
              <a:buNone/>
              <a:defRPr sz="1300">
                <a:solidFill>
                  <a:schemeClr val="dk2"/>
                </a:solidFill>
              </a:defRPr>
            </a:lvl5pPr>
            <a:lvl6pPr lvl="5" algn="r">
              <a:buNone/>
              <a:defRPr sz="1300">
                <a:solidFill>
                  <a:schemeClr val="dk2"/>
                </a:solidFill>
              </a:defRPr>
            </a:lvl6pPr>
            <a:lvl7pPr lvl="6" algn="r">
              <a:buNone/>
              <a:defRPr sz="1300">
                <a:solidFill>
                  <a:schemeClr val="dk2"/>
                </a:solidFill>
              </a:defRPr>
            </a:lvl7pPr>
            <a:lvl8pPr lvl="7" algn="r">
              <a:buNone/>
              <a:defRPr sz="1300">
                <a:solidFill>
                  <a:schemeClr val="dk2"/>
                </a:solidFill>
              </a:defRPr>
            </a:lvl8pPr>
            <a:lvl9pPr lvl="8" algn="r">
              <a:buNone/>
              <a:defRPr sz="1300">
                <a:solidFill>
                  <a:schemeClr val="dk2"/>
                </a:solidFill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8" r:id="rId1"/>
    <p:sldLayoutId id="2147483649" r:id="rId2"/>
    <p:sldLayoutId id="2147483653" r:id="rId3"/>
    <p:sldLayoutId id="2147483656" r:id="rId4"/>
    <p:sldLayoutId id="2147483661" r:id="rId5"/>
    <p:sldLayoutId id="2147483663" r:id="rId6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6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5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7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42" name="Google Shape;742;p22"/>
          <p:cNvSpPr/>
          <p:nvPr/>
        </p:nvSpPr>
        <p:spPr>
          <a:xfrm>
            <a:off x="1074331" y="3552656"/>
            <a:ext cx="4374000" cy="998490"/>
          </a:xfrm>
          <a:prstGeom prst="roundRect">
            <a:avLst>
              <a:gd name="adj" fmla="val 50000"/>
            </a:avLst>
          </a:prstGeom>
          <a:gradFill>
            <a:gsLst>
              <a:gs pos="0">
                <a:schemeClr val="accent1"/>
              </a:gs>
              <a:gs pos="100000">
                <a:schemeClr val="accent2"/>
              </a:gs>
            </a:gsLst>
            <a:lin ang="2698631" scaled="0"/>
          </a:gra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lvl="0"/>
            <a:r>
              <a:rPr lang="ru-RU" sz="2100" dirty="0"/>
              <a:t>Автоматизация, аналитика</a:t>
            </a:r>
            <a:r>
              <a:rPr lang="ru-RU" sz="2100" dirty="0" smtClean="0"/>
              <a:t>,</a:t>
            </a:r>
          </a:p>
          <a:p>
            <a:pPr lvl="0"/>
            <a:r>
              <a:rPr lang="ru-RU" sz="2100" dirty="0" smtClean="0"/>
              <a:t> </a:t>
            </a:r>
            <a:r>
              <a:rPr lang="ru-RU" sz="2100" dirty="0"/>
              <a:t>рост продаж</a:t>
            </a:r>
            <a:endParaRPr sz="2100" dirty="0">
              <a:latin typeface="Arial Rounded MT Bold" panose="020F0704030504030204" pitchFamily="34" charset="0"/>
            </a:endParaRPr>
          </a:p>
        </p:txBody>
      </p:sp>
      <p:sp>
        <p:nvSpPr>
          <p:cNvPr id="743" name="Google Shape;743;p22"/>
          <p:cNvSpPr txBox="1">
            <a:spLocks noGrp="1"/>
          </p:cNvSpPr>
          <p:nvPr>
            <p:ph type="subTitle" idx="1"/>
          </p:nvPr>
        </p:nvSpPr>
        <p:spPr>
          <a:xfrm>
            <a:off x="1074331" y="2421665"/>
            <a:ext cx="4374000" cy="576367"/>
          </a:xfrm>
          <a:prstGeom prst="rect">
            <a:avLst/>
          </a:prstGeom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marL="0" lvl="0" indent="0" algn="l">
              <a:lnSpc>
                <a:spcPct val="100000"/>
              </a:lnSpc>
            </a:pPr>
            <a:r>
              <a:rPr lang="ru-RU" sz="2100" dirty="0"/>
              <a:t>Умный </a:t>
            </a:r>
            <a:r>
              <a:rPr lang="ru-RU" sz="2100" dirty="0" err="1"/>
              <a:t>маркетплейс</a:t>
            </a:r>
            <a:r>
              <a:rPr lang="ru-RU" sz="2100" dirty="0"/>
              <a:t> для продажи и покупки кондиционеров</a:t>
            </a:r>
            <a:endParaRPr sz="2100" dirty="0"/>
          </a:p>
        </p:txBody>
      </p:sp>
      <p:sp>
        <p:nvSpPr>
          <p:cNvPr id="744" name="Google Shape;744;p22"/>
          <p:cNvSpPr/>
          <p:nvPr/>
        </p:nvSpPr>
        <p:spPr>
          <a:xfrm>
            <a:off x="1074331" y="1238727"/>
            <a:ext cx="6355101" cy="628314"/>
          </a:xfrm>
          <a:prstGeom prst="rect">
            <a:avLst/>
          </a:prstGeom>
        </p:spPr>
        <p:txBody>
          <a:bodyPr>
            <a:prstTxWarp prst="textPlain">
              <a:avLst/>
            </a:prstTxWarp>
          </a:bodyPr>
          <a:lstStyle/>
          <a:p>
            <a:pPr lvl="0" algn="ctr"/>
            <a:r>
              <a:rPr lang="en-US" b="1" dirty="0" err="1" smtClean="0">
                <a:gradFill>
                  <a:gsLst>
                    <a:gs pos="0">
                      <a:schemeClr val="accent1"/>
                    </a:gs>
                    <a:gs pos="100000">
                      <a:schemeClr val="accent2"/>
                    </a:gs>
                  </a:gsLst>
                  <a:lin ang="2700006" scaled="0"/>
                </a:gradFill>
                <a:latin typeface="DM Sans"/>
              </a:rPr>
              <a:t>ClimatExchange</a:t>
            </a:r>
            <a:endParaRPr lang="ru-RU" b="1" dirty="0" smtClean="0">
              <a:gradFill>
                <a:gsLst>
                  <a:gs pos="0">
                    <a:schemeClr val="accent1"/>
                  </a:gs>
                  <a:gs pos="100000">
                    <a:schemeClr val="accent2"/>
                  </a:gs>
                </a:gsLst>
                <a:lin ang="2700006" scaled="0"/>
              </a:gradFill>
              <a:latin typeface="DM Sans"/>
            </a:endParaRPr>
          </a:p>
        </p:txBody>
      </p:sp>
      <p:pic>
        <p:nvPicPr>
          <p:cNvPr id="7" name="Рисунок 6" descr="C:\Users\Abdula\Downloads\DqQEgiMSa65H0zgjLM9hse9Xo7SNrlk5Sf3adbxO.jpg"/>
          <p:cNvPicPr/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0775" b="13030"/>
          <a:stretch/>
        </p:blipFill>
        <p:spPr bwMode="auto">
          <a:xfrm>
            <a:off x="5812477" y="2235178"/>
            <a:ext cx="5471160" cy="3455233"/>
          </a:xfrm>
          <a:prstGeom prst="rect">
            <a:avLst/>
          </a:prstGeom>
          <a:noFill/>
          <a:ln>
            <a:noFill/>
          </a:ln>
          <a:extLst>
            <a:ext uri="{53640926-AAD7-44D8-BBD7-CCE9431645EC}">
              <a14:shadowObscured xmlns:a14="http://schemas.microsoft.com/office/drawing/2010/main"/>
            </a:ext>
          </a:extLst>
        </p:spPr>
      </p:pic>
      <p:sp>
        <p:nvSpPr>
          <p:cNvPr id="2" name="Прямоугольник 1"/>
          <p:cNvSpPr/>
          <p:nvPr/>
        </p:nvSpPr>
        <p:spPr>
          <a:xfrm>
            <a:off x="1074331" y="4982525"/>
            <a:ext cx="3279227" cy="707886"/>
          </a:xfrm>
          <a:prstGeom prst="rect">
            <a:avLst/>
          </a:prstGeom>
          <a:noFill/>
        </p:spPr>
        <p:txBody>
          <a:bodyPr wrap="square" lIns="91440" tIns="45720" rIns="91440" bIns="45720">
            <a:spAutoFit/>
          </a:bodyPr>
          <a:lstStyle/>
          <a:p>
            <a:r>
              <a:rPr lang="ru-RU" sz="2000" b="1" dirty="0" smtClean="0">
                <a:ln w="22225">
                  <a:solidFill>
                    <a:schemeClr val="accent2"/>
                  </a:solidFill>
                  <a:prstDash val="solid"/>
                </a:ln>
                <a:solidFill>
                  <a:schemeClr val="accent2">
                    <a:lumMod val="40000"/>
                    <a:lumOff val="60000"/>
                  </a:schemeClr>
                </a:solidFill>
              </a:rPr>
              <a:t>Выполнила:</a:t>
            </a:r>
          </a:p>
          <a:p>
            <a:r>
              <a:rPr lang="ru-RU" sz="2000" b="1" dirty="0" err="1" smtClean="0">
                <a:ln w="22225">
                  <a:solidFill>
                    <a:schemeClr val="accent2"/>
                  </a:solidFill>
                  <a:prstDash val="solid"/>
                </a:ln>
                <a:solidFill>
                  <a:schemeClr val="accent2">
                    <a:lumMod val="40000"/>
                    <a:lumOff val="60000"/>
                  </a:schemeClr>
                </a:solidFill>
              </a:rPr>
              <a:t>Раджабова</a:t>
            </a:r>
            <a:r>
              <a:rPr lang="ru-RU" sz="2000" b="1" dirty="0" smtClean="0">
                <a:ln w="22225">
                  <a:solidFill>
                    <a:schemeClr val="accent2"/>
                  </a:solidFill>
                  <a:prstDash val="solid"/>
                </a:ln>
                <a:solidFill>
                  <a:schemeClr val="accent2">
                    <a:lumMod val="40000"/>
                    <a:lumOff val="60000"/>
                  </a:schemeClr>
                </a:solidFill>
              </a:rPr>
              <a:t> Марьям</a:t>
            </a:r>
            <a:endParaRPr lang="ru-RU" sz="2000" b="0" cap="none" spc="0" dirty="0">
              <a:ln w="0"/>
              <a:solidFill>
                <a:schemeClr val="tx1"/>
              </a:soli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Подзаголовок 1"/>
          <p:cNvSpPr>
            <a:spLocks noGrp="1"/>
          </p:cNvSpPr>
          <p:nvPr>
            <p:ph type="subTitle" idx="1"/>
          </p:nvPr>
        </p:nvSpPr>
        <p:spPr>
          <a:xfrm>
            <a:off x="1502742" y="1240850"/>
            <a:ext cx="4961100" cy="717900"/>
          </a:xfrm>
        </p:spPr>
        <p:txBody>
          <a:bodyPr/>
          <a:lstStyle/>
          <a:p>
            <a:r>
              <a:rPr lang="ru-RU" sz="2800" dirty="0" smtClean="0"/>
              <a:t>Проблема </a:t>
            </a:r>
            <a:endParaRPr lang="ru-RU" sz="2800" dirty="0"/>
          </a:p>
        </p:txBody>
      </p:sp>
      <p:sp>
        <p:nvSpPr>
          <p:cNvPr id="3" name="Подзаголовок 2"/>
          <p:cNvSpPr>
            <a:spLocks noGrp="1"/>
          </p:cNvSpPr>
          <p:nvPr>
            <p:ph type="subTitle" idx="2"/>
          </p:nvPr>
        </p:nvSpPr>
        <p:spPr>
          <a:xfrm>
            <a:off x="6464146" y="1248745"/>
            <a:ext cx="4960800" cy="717900"/>
          </a:xfrm>
        </p:spPr>
        <p:txBody>
          <a:bodyPr/>
          <a:lstStyle/>
          <a:p>
            <a:r>
              <a:rPr lang="ru-RU" sz="2800" dirty="0" smtClean="0"/>
              <a:t>Решение </a:t>
            </a:r>
            <a:endParaRPr lang="ru-RU" sz="2800" dirty="0"/>
          </a:p>
        </p:txBody>
      </p:sp>
      <p:sp>
        <p:nvSpPr>
          <p:cNvPr id="4" name="Заголовок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ru-RU" dirty="0"/>
          </a:p>
        </p:txBody>
      </p:sp>
      <p:sp>
        <p:nvSpPr>
          <p:cNvPr id="5" name="Текст 4"/>
          <p:cNvSpPr>
            <a:spLocks noGrp="1"/>
          </p:cNvSpPr>
          <p:nvPr>
            <p:ph type="body" idx="3"/>
          </p:nvPr>
        </p:nvSpPr>
        <p:spPr>
          <a:xfrm>
            <a:off x="1503042" y="2359150"/>
            <a:ext cx="4960800" cy="3118500"/>
          </a:xfrm>
        </p:spPr>
        <p:txBody>
          <a:bodyPr/>
          <a:lstStyle/>
          <a:p>
            <a:r>
              <a:rPr lang="ru-RU" sz="2200" dirty="0" smtClean="0"/>
              <a:t>Продавцам сложно найти </a:t>
            </a:r>
            <a:r>
              <a:rPr lang="ru-RU" sz="2200" dirty="0"/>
              <a:t>покупателей без крупных </a:t>
            </a:r>
            <a:r>
              <a:rPr lang="ru-RU" sz="2200" dirty="0" err="1" smtClean="0"/>
              <a:t>маркетплейсов</a:t>
            </a:r>
            <a:endParaRPr lang="ru-RU" sz="2200" dirty="0" smtClean="0"/>
          </a:p>
          <a:p>
            <a:r>
              <a:rPr lang="ru-RU" sz="2200" dirty="0"/>
              <a:t>Покупатели тратят часы на сравнение цен и </a:t>
            </a:r>
            <a:r>
              <a:rPr lang="ru-RU" sz="2200" dirty="0" smtClean="0"/>
              <a:t>характеристик</a:t>
            </a:r>
          </a:p>
          <a:p>
            <a:r>
              <a:rPr lang="ru-RU" sz="2200" dirty="0"/>
              <a:t>Риск нарваться на недобросовестного продавца</a:t>
            </a:r>
          </a:p>
        </p:txBody>
      </p:sp>
      <p:sp>
        <p:nvSpPr>
          <p:cNvPr id="6" name="Текст 5"/>
          <p:cNvSpPr>
            <a:spLocks noGrp="1"/>
          </p:cNvSpPr>
          <p:nvPr>
            <p:ph type="body" idx="4"/>
          </p:nvPr>
        </p:nvSpPr>
        <p:spPr>
          <a:xfrm>
            <a:off x="6463842" y="2371029"/>
            <a:ext cx="4961100" cy="3118500"/>
          </a:xfrm>
        </p:spPr>
        <p:txBody>
          <a:bodyPr/>
          <a:lstStyle/>
          <a:p>
            <a:r>
              <a:rPr lang="ru-RU" sz="2200" dirty="0"/>
              <a:t>Продавцы сами размещают товары </a:t>
            </a:r>
            <a:r>
              <a:rPr lang="ru-RU" sz="2200" dirty="0" smtClean="0"/>
              <a:t>→ </a:t>
            </a:r>
            <a:r>
              <a:rPr lang="ru-RU" sz="2200" dirty="0"/>
              <a:t>прямая </a:t>
            </a:r>
            <a:r>
              <a:rPr lang="ru-RU" sz="2200" dirty="0" smtClean="0"/>
              <a:t>продажа</a:t>
            </a:r>
          </a:p>
          <a:p>
            <a:pPr marL="107950" indent="0">
              <a:buNone/>
            </a:pPr>
            <a:endParaRPr lang="ru-RU" sz="2200" dirty="0" smtClean="0"/>
          </a:p>
          <a:p>
            <a:r>
              <a:rPr lang="ru-RU" sz="2200" dirty="0"/>
              <a:t>Удобный каталог, фильтры, </a:t>
            </a:r>
            <a:r>
              <a:rPr lang="ru-RU" sz="2200" dirty="0" smtClean="0"/>
              <a:t>сравнение</a:t>
            </a:r>
          </a:p>
          <a:p>
            <a:r>
              <a:rPr lang="ru-RU" sz="2200" dirty="0"/>
              <a:t>Чат, отзывы, защита платежей через </a:t>
            </a:r>
            <a:r>
              <a:rPr lang="ru-RU" sz="2200" dirty="0" err="1"/>
              <a:t>Stripe</a:t>
            </a:r>
            <a:endParaRPr lang="ru-RU" sz="2200" dirty="0"/>
          </a:p>
        </p:txBody>
      </p:sp>
    </p:spTree>
    <p:extLst>
      <p:ext uri="{BB962C8B-B14F-4D97-AF65-F5344CB8AC3E}">
        <p14:creationId xmlns:p14="http://schemas.microsoft.com/office/powerpoint/2010/main" val="274303160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Подзаголовок 1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3" name="Подзаголовок 2"/>
          <p:cNvSpPr>
            <a:spLocks noGrp="1"/>
          </p:cNvSpPr>
          <p:nvPr>
            <p:ph type="subTitle" idx="2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4" name="Заголовок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 smtClean="0"/>
              <a:t>Что умеет сайт?</a:t>
            </a:r>
            <a:endParaRPr lang="ru-RU" dirty="0"/>
          </a:p>
        </p:txBody>
      </p:sp>
      <p:sp>
        <p:nvSpPr>
          <p:cNvPr id="5" name="Текст 4"/>
          <p:cNvSpPr>
            <a:spLocks noGrp="1"/>
          </p:cNvSpPr>
          <p:nvPr>
            <p:ph type="body" idx="3"/>
          </p:nvPr>
        </p:nvSpPr>
        <p:spPr>
          <a:xfrm>
            <a:off x="873050" y="2464004"/>
            <a:ext cx="4960800" cy="3118500"/>
          </a:xfrm>
        </p:spPr>
        <p:txBody>
          <a:bodyPr/>
          <a:lstStyle/>
          <a:p>
            <a:pPr marL="107950" indent="0">
              <a:buNone/>
            </a:pPr>
            <a:r>
              <a:rPr lang="ru-RU" sz="2200" dirty="0"/>
              <a:t>👤 Регистрация / Вход (JWT)</a:t>
            </a:r>
          </a:p>
          <a:p>
            <a:pPr marL="107950" indent="0">
              <a:buNone/>
            </a:pPr>
            <a:r>
              <a:rPr lang="ru-RU" sz="2200" dirty="0"/>
              <a:t>📦 Размещение товаров продавцом</a:t>
            </a:r>
          </a:p>
          <a:p>
            <a:pPr marL="107950" indent="0">
              <a:buNone/>
            </a:pPr>
            <a:r>
              <a:rPr lang="ru-RU" sz="2200" dirty="0"/>
              <a:t>🔍 Каталог с фильтрацией по цене, мощности, бренду</a:t>
            </a:r>
          </a:p>
          <a:p>
            <a:endParaRPr lang="ru-RU" dirty="0"/>
          </a:p>
        </p:txBody>
      </p:sp>
      <p:sp>
        <p:nvSpPr>
          <p:cNvPr id="6" name="Текст 5"/>
          <p:cNvSpPr>
            <a:spLocks noGrp="1"/>
          </p:cNvSpPr>
          <p:nvPr>
            <p:ph type="body" idx="4"/>
          </p:nvPr>
        </p:nvSpPr>
        <p:spPr>
          <a:xfrm>
            <a:off x="6463545" y="2464004"/>
            <a:ext cx="4961100" cy="3118500"/>
          </a:xfrm>
        </p:spPr>
        <p:txBody>
          <a:bodyPr/>
          <a:lstStyle/>
          <a:p>
            <a:r>
              <a:rPr lang="ru-RU" sz="2200" dirty="0"/>
              <a:t>💬 Чат покупателя с продавцом (</a:t>
            </a:r>
            <a:r>
              <a:rPr lang="en-US" sz="2200" dirty="0" err="1"/>
              <a:t>WebSockets</a:t>
            </a:r>
            <a:r>
              <a:rPr lang="en-US" sz="2200" dirty="0"/>
              <a:t>)</a:t>
            </a:r>
          </a:p>
          <a:p>
            <a:r>
              <a:rPr lang="ru-RU" sz="2200" dirty="0"/>
              <a:t>💳 Оплата через </a:t>
            </a:r>
            <a:r>
              <a:rPr lang="en-US" sz="2200" dirty="0"/>
              <a:t>Stripe</a:t>
            </a:r>
          </a:p>
          <a:p>
            <a:r>
              <a:rPr lang="ru-RU" sz="2200" dirty="0"/>
              <a:t>🤖 ИИ-рекомендации (</a:t>
            </a:r>
            <a:r>
              <a:rPr lang="en-US" sz="2200" dirty="0"/>
              <a:t>Google Gemini)</a:t>
            </a:r>
          </a:p>
          <a:p>
            <a:pPr marL="107950" indent="0">
              <a:buNone/>
            </a:pPr>
            <a:endParaRPr lang="ru-RU" sz="2200" dirty="0"/>
          </a:p>
        </p:txBody>
      </p:sp>
      <p:sp>
        <p:nvSpPr>
          <p:cNvPr id="7" name="Скругленный прямоугольник 6"/>
          <p:cNvSpPr/>
          <p:nvPr/>
        </p:nvSpPr>
        <p:spPr>
          <a:xfrm>
            <a:off x="873346" y="5504845"/>
            <a:ext cx="10551604" cy="522356"/>
          </a:xfrm>
          <a:prstGeom prst="roundRect">
            <a:avLst/>
          </a:prstGeom>
          <a:solidFill>
            <a:schemeClr val="bg1">
              <a:lumMod val="75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ru-RU" sz="1700" b="1" dirty="0">
                <a:solidFill>
                  <a:schemeClr val="tx1">
                    <a:lumMod val="95000"/>
                    <a:lumOff val="5000"/>
                  </a:schemeClr>
                </a:solidFill>
                <a:latin typeface="Calibri Light" panose="020F0302020204030204" pitchFamily="34" charset="0"/>
                <a:cs typeface="Calibri Light" panose="020F0302020204030204" pitchFamily="34" charset="0"/>
              </a:rPr>
              <a:t>Удобно как для обычного покупателя, так и для компании, продающей 100+ моделей</a:t>
            </a:r>
          </a:p>
        </p:txBody>
      </p:sp>
    </p:spTree>
    <p:extLst>
      <p:ext uri="{BB962C8B-B14F-4D97-AF65-F5344CB8AC3E}">
        <p14:creationId xmlns:p14="http://schemas.microsoft.com/office/powerpoint/2010/main" val="88554660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644199" y="974375"/>
            <a:ext cx="10633591" cy="763500"/>
          </a:xfrm>
        </p:spPr>
        <p:txBody>
          <a:bodyPr/>
          <a:lstStyle/>
          <a:p>
            <a:pPr algn="ctr"/>
            <a:r>
              <a:rPr lang="ru-RU" dirty="0" smtClean="0"/>
              <a:t>Архитектура проекта (схема)</a:t>
            </a:r>
            <a:endParaRPr lang="ru-RU" dirty="0"/>
          </a:p>
        </p:txBody>
      </p:sp>
      <p:pic>
        <p:nvPicPr>
          <p:cNvPr id="4" name="Рисунок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11480" y="2377441"/>
            <a:ext cx="11427334" cy="2328538"/>
          </a:xfrm>
          <a:prstGeom prst="rect">
            <a:avLst/>
          </a:prstGeom>
        </p:spPr>
      </p:pic>
      <p:sp>
        <p:nvSpPr>
          <p:cNvPr id="3" name="Текст 2"/>
          <p:cNvSpPr>
            <a:spLocks noGrp="1"/>
          </p:cNvSpPr>
          <p:nvPr>
            <p:ph type="body" idx="1"/>
          </p:nvPr>
        </p:nvSpPr>
        <p:spPr>
          <a:xfrm>
            <a:off x="411480" y="5239512"/>
            <a:ext cx="10866311" cy="950976"/>
          </a:xfrm>
        </p:spPr>
        <p:txBody>
          <a:bodyPr/>
          <a:lstStyle/>
          <a:p>
            <a:pPr marL="107950" indent="0" algn="l">
              <a:buNone/>
            </a:pPr>
            <a:r>
              <a:rPr lang="en-US" dirty="0"/>
              <a:t>Frontend </a:t>
            </a:r>
            <a:r>
              <a:rPr lang="ru-RU" dirty="0"/>
              <a:t>общается с </a:t>
            </a:r>
            <a:r>
              <a:rPr lang="ru-RU" dirty="0" err="1"/>
              <a:t>бекендом</a:t>
            </a:r>
            <a:r>
              <a:rPr lang="ru-RU" dirty="0"/>
              <a:t> через </a:t>
            </a:r>
            <a:r>
              <a:rPr lang="en-US" dirty="0"/>
              <a:t>REST </a:t>
            </a:r>
            <a:r>
              <a:rPr lang="ru-RU" dirty="0"/>
              <a:t>и </a:t>
            </a:r>
            <a:r>
              <a:rPr lang="en-US" dirty="0" err="1"/>
              <a:t>WebSockets</a:t>
            </a:r>
            <a:r>
              <a:rPr lang="en-US" dirty="0"/>
              <a:t>. </a:t>
            </a:r>
            <a:r>
              <a:rPr lang="ru-RU" dirty="0"/>
              <a:t>Данные хранятся в </a:t>
            </a:r>
            <a:r>
              <a:rPr lang="en-US" dirty="0" err="1"/>
              <a:t>MongoDB</a:t>
            </a:r>
            <a:r>
              <a:rPr lang="en-US" dirty="0"/>
              <a:t>, </a:t>
            </a:r>
            <a:r>
              <a:rPr lang="ru-RU" dirty="0"/>
              <a:t>изображения — в </a:t>
            </a:r>
            <a:r>
              <a:rPr lang="en-US" dirty="0"/>
              <a:t>S3. </a:t>
            </a:r>
            <a:r>
              <a:rPr lang="ru-RU" dirty="0"/>
              <a:t>Платежи через </a:t>
            </a:r>
            <a:r>
              <a:rPr lang="en-US" dirty="0"/>
              <a:t>Stripe, </a:t>
            </a:r>
            <a:r>
              <a:rPr lang="ru-RU" dirty="0"/>
              <a:t>рекомендации через </a:t>
            </a:r>
            <a:r>
              <a:rPr lang="en-US" dirty="0"/>
              <a:t>Google Gemini.</a:t>
            </a:r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56866923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475048" y="384048"/>
            <a:ext cx="11095500" cy="1221232"/>
          </a:xfrm>
        </p:spPr>
        <p:txBody>
          <a:bodyPr/>
          <a:lstStyle/>
          <a:p>
            <a:r>
              <a:rPr lang="ru-RU" sz="5800" dirty="0" smtClean="0"/>
              <a:t>Использованные технологии</a:t>
            </a:r>
            <a:endParaRPr lang="ru-RU" sz="5800" dirty="0"/>
          </a:p>
        </p:txBody>
      </p:sp>
      <p:sp>
        <p:nvSpPr>
          <p:cNvPr id="3" name="Прямоугольник 2"/>
          <p:cNvSpPr/>
          <p:nvPr/>
        </p:nvSpPr>
        <p:spPr>
          <a:xfrm>
            <a:off x="293917" y="2970297"/>
            <a:ext cx="2281394" cy="1015663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r>
              <a:rPr lang="en-US" sz="6000" b="1" dirty="0">
                <a:ln w="12700">
                  <a:solidFill>
                    <a:schemeClr val="accent5"/>
                  </a:solidFill>
                  <a:prstDash val="solid"/>
                </a:ln>
                <a:pattFill prst="ltDnDiag">
                  <a:fgClr>
                    <a:schemeClr val="accent5">
                      <a:lumMod val="60000"/>
                      <a:lumOff val="40000"/>
                    </a:schemeClr>
                  </a:fgClr>
                  <a:bgClr>
                    <a:schemeClr val="bg1"/>
                  </a:bgClr>
                </a:pattFill>
              </a:rPr>
              <a:t>React</a:t>
            </a:r>
            <a:endParaRPr lang="en-US" sz="6000" dirty="0">
              <a:ln w="0"/>
              <a:solidFill>
                <a:schemeClr val="accent1"/>
              </a:solidFill>
              <a:effectLst>
                <a:outerShdw blurRad="38100" dist="25400" dir="5400000" algn="ctr" rotWithShape="0">
                  <a:srgbClr val="6E747A">
                    <a:alpha val="43000"/>
                  </a:srgbClr>
                </a:outerShdw>
              </a:effectLst>
            </a:endParaRPr>
          </a:p>
        </p:txBody>
      </p:sp>
      <p:sp>
        <p:nvSpPr>
          <p:cNvPr id="4" name="Прямоугольник 3"/>
          <p:cNvSpPr/>
          <p:nvPr/>
        </p:nvSpPr>
        <p:spPr>
          <a:xfrm>
            <a:off x="3878421" y="2915651"/>
            <a:ext cx="3049233" cy="1015663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r>
              <a:rPr lang="en-US" sz="6000" b="1" dirty="0" err="1">
                <a:ln w="22225">
                  <a:solidFill>
                    <a:schemeClr val="accent2"/>
                  </a:solidFill>
                  <a:prstDash val="solid"/>
                </a:ln>
                <a:solidFill>
                  <a:schemeClr val="accent2">
                    <a:lumMod val="40000"/>
                    <a:lumOff val="60000"/>
                  </a:schemeClr>
                </a:solidFill>
              </a:rPr>
              <a:t>FastAPI</a:t>
            </a:r>
            <a:endParaRPr lang="en-US" sz="6000" b="1" dirty="0">
              <a:ln w="22225">
                <a:solidFill>
                  <a:schemeClr val="accent2"/>
                </a:solidFill>
                <a:prstDash val="solid"/>
              </a:ln>
              <a:solidFill>
                <a:schemeClr val="accent2">
                  <a:lumMod val="40000"/>
                  <a:lumOff val="60000"/>
                </a:schemeClr>
              </a:solidFill>
            </a:endParaRPr>
          </a:p>
        </p:txBody>
      </p:sp>
      <p:sp>
        <p:nvSpPr>
          <p:cNvPr id="5" name="Прямоугольник 4"/>
          <p:cNvSpPr/>
          <p:nvPr/>
        </p:nvSpPr>
        <p:spPr>
          <a:xfrm>
            <a:off x="7954844" y="2915650"/>
            <a:ext cx="3861955" cy="1015663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r>
              <a:rPr lang="en-US" sz="6000" b="1" spc="50" dirty="0" err="1">
                <a:ln w="9525" cmpd="sng">
                  <a:solidFill>
                    <a:schemeClr val="accent1"/>
                  </a:solidFill>
                  <a:prstDash val="solid"/>
                </a:ln>
                <a:solidFill>
                  <a:srgbClr val="70AD47">
                    <a:tint val="1000"/>
                  </a:srgbClr>
                </a:solidFill>
                <a:effectLst>
                  <a:glow rad="38100">
                    <a:schemeClr val="accent1">
                      <a:alpha val="40000"/>
                    </a:schemeClr>
                  </a:glow>
                </a:effectLst>
              </a:rPr>
              <a:t>MongoDB</a:t>
            </a:r>
            <a:endParaRPr lang="en-US" sz="6000" b="1" spc="50" dirty="0">
              <a:ln w="9525" cmpd="sng">
                <a:solidFill>
                  <a:schemeClr val="accent1"/>
                </a:solidFill>
                <a:prstDash val="solid"/>
              </a:ln>
              <a:solidFill>
                <a:srgbClr val="70AD47">
                  <a:tint val="1000"/>
                </a:srgbClr>
              </a:solidFill>
              <a:effectLst>
                <a:glow rad="38100">
                  <a:schemeClr val="accent1">
                    <a:alpha val="40000"/>
                  </a:schemeClr>
                </a:glow>
              </a:effectLst>
            </a:endParaRPr>
          </a:p>
        </p:txBody>
      </p:sp>
      <p:sp>
        <p:nvSpPr>
          <p:cNvPr id="6" name="Прямоугольник 5"/>
          <p:cNvSpPr/>
          <p:nvPr/>
        </p:nvSpPr>
        <p:spPr>
          <a:xfrm>
            <a:off x="4042219" y="5241686"/>
            <a:ext cx="3108543" cy="646331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r>
              <a:rPr lang="en-US" sz="3600" b="1" dirty="0">
                <a:ln w="6600">
                  <a:solidFill>
                    <a:schemeClr val="accent2"/>
                  </a:solidFill>
                  <a:prstDash val="solid"/>
                </a:ln>
                <a:solidFill>
                  <a:srgbClr val="FFFFFF"/>
                </a:solidFill>
                <a:effectLst>
                  <a:outerShdw dist="38100" dir="2700000" algn="tl" rotWithShape="0">
                    <a:schemeClr val="accent2"/>
                  </a:outerShdw>
                </a:effectLst>
              </a:rPr>
              <a:t>Tailwind </a:t>
            </a:r>
            <a:r>
              <a:rPr lang="en-US" sz="3600" b="1" dirty="0" smtClean="0">
                <a:ln w="6600">
                  <a:solidFill>
                    <a:schemeClr val="accent2"/>
                  </a:solidFill>
                  <a:prstDash val="solid"/>
                </a:ln>
                <a:solidFill>
                  <a:srgbClr val="FFFFFF"/>
                </a:solidFill>
                <a:effectLst>
                  <a:outerShdw dist="38100" dir="2700000" algn="tl" rotWithShape="0">
                    <a:schemeClr val="accent2"/>
                  </a:outerShdw>
                </a:effectLst>
              </a:rPr>
              <a:t>CSS</a:t>
            </a:r>
            <a:endParaRPr lang="en-US" sz="3600" b="1" dirty="0">
              <a:ln w="6600">
                <a:solidFill>
                  <a:schemeClr val="accent2"/>
                </a:solidFill>
                <a:prstDash val="solid"/>
              </a:ln>
              <a:solidFill>
                <a:srgbClr val="FFFFFF"/>
              </a:solidFill>
              <a:effectLst>
                <a:outerShdw dist="38100" dir="2700000" algn="tl" rotWithShape="0">
                  <a:schemeClr val="accent2"/>
                </a:outerShdw>
              </a:effectLst>
            </a:endParaRPr>
          </a:p>
        </p:txBody>
      </p:sp>
      <p:sp>
        <p:nvSpPr>
          <p:cNvPr id="7" name="Прямоугольник 6"/>
          <p:cNvSpPr/>
          <p:nvPr/>
        </p:nvSpPr>
        <p:spPr>
          <a:xfrm>
            <a:off x="2616989" y="4108085"/>
            <a:ext cx="1638590" cy="707886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r>
              <a:rPr lang="en-US" sz="4000" b="1" dirty="0" smtClean="0">
                <a:ln/>
                <a:pattFill prst="dkUpDiag">
                  <a:fgClr>
                    <a:schemeClr val="bg1">
                      <a:lumMod val="50000"/>
                    </a:schemeClr>
                  </a:fgClr>
                  <a:bgClr>
                    <a:schemeClr val="tx1">
                      <a:lumMod val="75000"/>
                      <a:lumOff val="25000"/>
                    </a:schemeClr>
                  </a:bgClr>
                </a:pattFill>
                <a:effectLst>
                  <a:outerShdw blurRad="38100" dist="19050" dir="2700000" algn="tl" rotWithShape="0">
                    <a:schemeClr val="dk1">
                      <a:lumMod val="50000"/>
                      <a:alpha val="40000"/>
                    </a:schemeClr>
                  </a:outerShdw>
                </a:effectLst>
              </a:rPr>
              <a:t>Stripe</a:t>
            </a:r>
            <a:endParaRPr lang="en-US" sz="4000" b="1" dirty="0">
              <a:ln/>
              <a:pattFill prst="dkUpDiag">
                <a:fgClr>
                  <a:schemeClr val="bg1">
                    <a:lumMod val="50000"/>
                  </a:schemeClr>
                </a:fgClr>
                <a:bgClr>
                  <a:schemeClr val="tx1">
                    <a:lumMod val="75000"/>
                    <a:lumOff val="25000"/>
                  </a:schemeClr>
                </a:bgClr>
              </a:pattFill>
              <a:effectLst>
                <a:outerShdw blurRad="38100" dist="19050" dir="2700000" algn="tl" rotWithShape="0">
                  <a:schemeClr val="dk1">
                    <a:lumMod val="50000"/>
                    <a:alpha val="40000"/>
                  </a:schemeClr>
                </a:outerShdw>
              </a:effectLst>
            </a:endParaRPr>
          </a:p>
        </p:txBody>
      </p:sp>
      <p:sp>
        <p:nvSpPr>
          <p:cNvPr id="8" name="Прямоугольник 7"/>
          <p:cNvSpPr/>
          <p:nvPr/>
        </p:nvSpPr>
        <p:spPr>
          <a:xfrm>
            <a:off x="6455868" y="4108085"/>
            <a:ext cx="5114680" cy="646331"/>
          </a:xfrm>
          <a:prstGeom prst="rect">
            <a:avLst/>
          </a:prstGeom>
          <a:noFill/>
        </p:spPr>
        <p:txBody>
          <a:bodyPr wrap="square" lIns="91440" tIns="45720" rIns="91440" bIns="45720">
            <a:spAutoFit/>
          </a:bodyPr>
          <a:lstStyle/>
          <a:p>
            <a:r>
              <a:rPr lang="en-US" sz="3600" b="1" dirty="0">
                <a:ln w="12700">
                  <a:solidFill>
                    <a:schemeClr val="tx2">
                      <a:lumMod val="75000"/>
                    </a:schemeClr>
                  </a:solidFill>
                  <a:prstDash val="solid"/>
                </a:ln>
                <a:pattFill prst="dkUpDiag">
                  <a:fgClr>
                    <a:schemeClr val="tx2"/>
                  </a:fgClr>
                  <a:bgClr>
                    <a:schemeClr val="tx2">
                      <a:lumMod val="20000"/>
                      <a:lumOff val="80000"/>
                    </a:schemeClr>
                  </a:bgClr>
                </a:pattFill>
                <a:effectLst>
                  <a:outerShdw dist="38100" dir="2640000" algn="bl" rotWithShape="0">
                    <a:schemeClr val="tx2">
                      <a:lumMod val="75000"/>
                    </a:schemeClr>
                  </a:outerShdw>
                </a:effectLst>
              </a:rPr>
              <a:t>Google </a:t>
            </a:r>
            <a:r>
              <a:rPr lang="en-US" sz="3600" b="1" dirty="0" smtClean="0">
                <a:ln w="12700">
                  <a:solidFill>
                    <a:schemeClr val="tx2">
                      <a:lumMod val="75000"/>
                    </a:schemeClr>
                  </a:solidFill>
                  <a:prstDash val="solid"/>
                </a:ln>
                <a:pattFill prst="dkUpDiag">
                  <a:fgClr>
                    <a:schemeClr val="tx2"/>
                  </a:fgClr>
                  <a:bgClr>
                    <a:schemeClr val="tx2">
                      <a:lumMod val="20000"/>
                      <a:lumOff val="80000"/>
                    </a:schemeClr>
                  </a:bgClr>
                </a:pattFill>
                <a:effectLst>
                  <a:outerShdw dist="38100" dir="2640000" algn="bl" rotWithShape="0">
                    <a:schemeClr val="tx2">
                      <a:lumMod val="75000"/>
                    </a:schemeClr>
                  </a:outerShdw>
                </a:effectLst>
              </a:rPr>
              <a:t>Gemini</a:t>
            </a:r>
            <a:endParaRPr lang="en-US" sz="3600" b="1" dirty="0">
              <a:ln w="12700">
                <a:solidFill>
                  <a:schemeClr val="tx2">
                    <a:lumMod val="75000"/>
                  </a:schemeClr>
                </a:solidFill>
                <a:prstDash val="solid"/>
              </a:ln>
              <a:pattFill prst="dkUpDiag">
                <a:fgClr>
                  <a:schemeClr val="tx2"/>
                </a:fgClr>
                <a:bgClr>
                  <a:schemeClr val="tx2">
                    <a:lumMod val="20000"/>
                    <a:lumOff val="80000"/>
                  </a:schemeClr>
                </a:bgClr>
              </a:pattFill>
              <a:effectLst>
                <a:outerShdw dist="38100" dir="2640000" algn="bl" rotWithShape="0">
                  <a:schemeClr val="tx2">
                    <a:lumMod val="75000"/>
                  </a:schemeClr>
                </a:outerShdw>
              </a:effectLst>
            </a:endParaRPr>
          </a:p>
        </p:txBody>
      </p:sp>
      <p:sp>
        <p:nvSpPr>
          <p:cNvPr id="9" name="Прямоугольник 8"/>
          <p:cNvSpPr/>
          <p:nvPr/>
        </p:nvSpPr>
        <p:spPr>
          <a:xfrm>
            <a:off x="293917" y="5241685"/>
            <a:ext cx="2929007" cy="646331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r>
              <a:rPr lang="en-US" sz="3600" b="1" dirty="0" err="1" smtClean="0">
                <a:ln w="10160">
                  <a:solidFill>
                    <a:schemeClr val="accent5"/>
                  </a:solidFill>
                  <a:prstDash val="solid"/>
                </a:ln>
                <a:solidFill>
                  <a:srgbClr val="FFFFFF"/>
                </a:solidFill>
                <a:effectLst>
                  <a:outerShdw blurRad="38100" dist="22860" dir="5400000" algn="tl" rotWithShape="0">
                    <a:srgbClr val="000000">
                      <a:alpha val="30000"/>
                    </a:srgbClr>
                  </a:outerShdw>
                </a:effectLst>
              </a:rPr>
              <a:t>WebSockets</a:t>
            </a:r>
            <a:endParaRPr lang="en-US" sz="3600" dirty="0"/>
          </a:p>
        </p:txBody>
      </p:sp>
      <p:sp>
        <p:nvSpPr>
          <p:cNvPr id="10" name="Прямоугольник 9"/>
          <p:cNvSpPr/>
          <p:nvPr/>
        </p:nvSpPr>
        <p:spPr>
          <a:xfrm>
            <a:off x="9693375" y="5241685"/>
            <a:ext cx="1178528" cy="646331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r>
              <a:rPr lang="en-US" sz="3600" b="1" dirty="0">
                <a:ln w="12700">
                  <a:solidFill>
                    <a:schemeClr val="accent1"/>
                  </a:solidFill>
                  <a:prstDash val="solid"/>
                </a:ln>
                <a:pattFill prst="pct50">
                  <a:fgClr>
                    <a:schemeClr val="accent1"/>
                  </a:fgClr>
                  <a:bgClr>
                    <a:schemeClr val="accent1">
                      <a:lumMod val="20000"/>
                      <a:lumOff val="80000"/>
                    </a:schemeClr>
                  </a:bgClr>
                </a:pattFill>
                <a:effectLst>
                  <a:outerShdw dist="38100" dir="2640000" algn="bl" rotWithShape="0">
                    <a:schemeClr val="accent1"/>
                  </a:outerShdw>
                </a:effectLst>
              </a:rPr>
              <a:t>JWT</a:t>
            </a:r>
            <a:endParaRPr lang="en-US" sz="3600" dirty="0"/>
          </a:p>
        </p:txBody>
      </p:sp>
    </p:spTree>
    <p:extLst>
      <p:ext uri="{BB962C8B-B14F-4D97-AF65-F5344CB8AC3E}">
        <p14:creationId xmlns:p14="http://schemas.microsoft.com/office/powerpoint/2010/main" val="61885183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415600" y="701040"/>
            <a:ext cx="11360700" cy="1341120"/>
          </a:xfrm>
        </p:spPr>
        <p:txBody>
          <a:bodyPr/>
          <a:lstStyle/>
          <a:p>
            <a:r>
              <a:rPr lang="ru-RU" dirty="0" smtClean="0"/>
              <a:t>Безопасность </a:t>
            </a:r>
            <a:endParaRPr lang="ru-RU" dirty="0"/>
          </a:p>
        </p:txBody>
      </p:sp>
      <p:sp>
        <p:nvSpPr>
          <p:cNvPr id="4" name="Rectangle 1"/>
          <p:cNvSpPr>
            <a:spLocks noGrp="1" noChangeArrowheads="1"/>
          </p:cNvSpPr>
          <p:nvPr>
            <p:ph type="subTitle" idx="1"/>
          </p:nvPr>
        </p:nvSpPr>
        <p:spPr bwMode="auto">
          <a:xfrm>
            <a:off x="415925" y="4125359"/>
            <a:ext cx="65" cy="482119"/>
          </a:xfrm>
          <a:prstGeom prst="rect">
            <a:avLst/>
          </a:prstGeom>
          <a:solidFill>
            <a:srgbClr val="EBEEF2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0" tIns="101568" rIns="0" bIns="101568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ru-RU" altLang="ru-RU" sz="1800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5" name="Прямоугольник 4"/>
          <p:cNvSpPr/>
          <p:nvPr/>
        </p:nvSpPr>
        <p:spPr>
          <a:xfrm>
            <a:off x="415600" y="2781368"/>
            <a:ext cx="10392589" cy="3170099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>
              <a:buFont typeface="Arial" panose="020B0604020202020204" pitchFamily="34" charset="0"/>
              <a:buChar char="•"/>
            </a:pPr>
            <a:r>
              <a:rPr lang="ru-RU" sz="4000" dirty="0">
                <a:solidFill>
                  <a:schemeClr val="bg1"/>
                </a:solidFill>
                <a:latin typeface="quote-cjk-patch"/>
              </a:rPr>
              <a:t>Пароли → </a:t>
            </a:r>
            <a:r>
              <a:rPr lang="en-US" sz="4000" dirty="0" err="1">
                <a:solidFill>
                  <a:schemeClr val="bg1"/>
                </a:solidFill>
                <a:latin typeface="quote-cjk-patch"/>
              </a:rPr>
              <a:t>bcrypt</a:t>
            </a:r>
            <a:r>
              <a:rPr lang="en-US" sz="4000" dirty="0">
                <a:solidFill>
                  <a:schemeClr val="bg1"/>
                </a:solidFill>
                <a:latin typeface="quote-cjk-patch"/>
              </a:rPr>
              <a:t> (</a:t>
            </a:r>
            <a:r>
              <a:rPr lang="ru-RU" sz="4000" dirty="0" err="1">
                <a:solidFill>
                  <a:schemeClr val="bg1"/>
                </a:solidFill>
                <a:latin typeface="quote-cjk-patch"/>
              </a:rPr>
              <a:t>хеш</a:t>
            </a:r>
            <a:r>
              <a:rPr lang="ru-RU" sz="4000" dirty="0" smtClean="0">
                <a:solidFill>
                  <a:schemeClr val="bg1"/>
                </a:solidFill>
                <a:latin typeface="quote-cjk-patch"/>
              </a:rPr>
              <a:t>)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ru-RU" sz="4000" dirty="0" err="1">
                <a:solidFill>
                  <a:schemeClr val="bg1"/>
                </a:solidFill>
              </a:rPr>
              <a:t>Токены</a:t>
            </a:r>
            <a:r>
              <a:rPr lang="ru-RU" sz="4000" dirty="0">
                <a:solidFill>
                  <a:schemeClr val="bg1"/>
                </a:solidFill>
              </a:rPr>
              <a:t> → JWT (время жизни ограничено)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ru-RU" sz="4000" dirty="0" smtClean="0">
                <a:solidFill>
                  <a:schemeClr val="bg1"/>
                </a:solidFill>
                <a:latin typeface="quote-cjk-patch"/>
              </a:rPr>
              <a:t>Все </a:t>
            </a:r>
            <a:r>
              <a:rPr lang="ru-RU" sz="4000" dirty="0" err="1" smtClean="0">
                <a:solidFill>
                  <a:schemeClr val="bg1"/>
                </a:solidFill>
                <a:latin typeface="quote-cjk-patch"/>
              </a:rPr>
              <a:t>кключи</a:t>
            </a:r>
            <a:r>
              <a:rPr lang="ru-RU" sz="4000" dirty="0" smtClean="0">
                <a:solidFill>
                  <a:schemeClr val="bg1"/>
                </a:solidFill>
                <a:latin typeface="quote-cjk-patch"/>
              </a:rPr>
              <a:t> в </a:t>
            </a:r>
            <a:r>
              <a:rPr lang="en-US" sz="4000" dirty="0" err="1" smtClean="0">
                <a:solidFill>
                  <a:schemeClr val="bg1"/>
                </a:solidFill>
                <a:latin typeface="quote-cjk-patch"/>
              </a:rPr>
              <a:t>env</a:t>
            </a:r>
            <a:endParaRPr lang="en-US" sz="4000" dirty="0" smtClean="0">
              <a:solidFill>
                <a:schemeClr val="bg1"/>
              </a:solidFill>
              <a:latin typeface="quote-cjk-patch"/>
            </a:endParaRPr>
          </a:p>
          <a:p>
            <a:pPr>
              <a:buFont typeface="Arial" panose="020B0604020202020204" pitchFamily="34" charset="0"/>
              <a:buChar char="•"/>
            </a:pPr>
            <a:r>
              <a:rPr lang="en-US" sz="4000" dirty="0">
                <a:solidFill>
                  <a:schemeClr val="bg1"/>
                </a:solidFill>
              </a:rPr>
              <a:t>CORS → </a:t>
            </a:r>
            <a:r>
              <a:rPr lang="ru-RU" sz="4000" dirty="0">
                <a:solidFill>
                  <a:schemeClr val="bg1"/>
                </a:solidFill>
              </a:rPr>
              <a:t>только разрешённый </a:t>
            </a:r>
            <a:r>
              <a:rPr lang="ru-RU" sz="4000" dirty="0" err="1">
                <a:solidFill>
                  <a:schemeClr val="bg1"/>
                </a:solidFill>
              </a:rPr>
              <a:t>фронтенд</a:t>
            </a:r>
            <a:endParaRPr lang="ru-RU" sz="4000" dirty="0">
              <a:solidFill>
                <a:schemeClr val="bg1"/>
              </a:solidFill>
            </a:endParaRPr>
          </a:p>
          <a:p>
            <a:endParaRPr lang="ru-RU" sz="4000" dirty="0">
              <a:solidFill>
                <a:schemeClr val="bg1"/>
              </a:solidFill>
              <a:latin typeface="quote-cjk-patch"/>
            </a:endParaRPr>
          </a:p>
        </p:txBody>
      </p:sp>
    </p:spTree>
    <p:extLst>
      <p:ext uri="{BB962C8B-B14F-4D97-AF65-F5344CB8AC3E}">
        <p14:creationId xmlns:p14="http://schemas.microsoft.com/office/powerpoint/2010/main" val="133948559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324216" y="1656080"/>
            <a:ext cx="11360700" cy="4541519"/>
          </a:xfrm>
        </p:spPr>
        <p:txBody>
          <a:bodyPr/>
          <a:lstStyle/>
          <a:p>
            <a:pPr algn="l"/>
            <a:r>
              <a:rPr lang="ru-RU" sz="3000" dirty="0"/>
              <a:t>Как работает:</a:t>
            </a:r>
            <a:r>
              <a:rPr lang="ru-RU" sz="3000" b="0" dirty="0"/>
              <a:t/>
            </a:r>
            <a:br>
              <a:rPr lang="ru-RU" sz="3000" b="0" dirty="0"/>
            </a:br>
            <a:r>
              <a:rPr lang="ru-RU" sz="3000" b="0" dirty="0"/>
              <a:t>Пользователь просматривает несколько кондиционеров</a:t>
            </a:r>
            <a:br>
              <a:rPr lang="ru-RU" sz="3000" b="0" dirty="0"/>
            </a:br>
            <a:r>
              <a:rPr lang="ru-RU" sz="3000" b="0" dirty="0" err="1"/>
              <a:t>Backend</a:t>
            </a:r>
            <a:r>
              <a:rPr lang="ru-RU" sz="3000" b="0" dirty="0"/>
              <a:t> отправляет историю просмотров в </a:t>
            </a:r>
            <a:r>
              <a:rPr lang="ru-RU" sz="3000" dirty="0" err="1"/>
              <a:t>Google</a:t>
            </a:r>
            <a:r>
              <a:rPr lang="ru-RU" sz="3000" dirty="0"/>
              <a:t> </a:t>
            </a:r>
            <a:r>
              <a:rPr lang="ru-RU" sz="3000" dirty="0" err="1"/>
              <a:t>Gemini</a:t>
            </a:r>
            <a:r>
              <a:rPr lang="ru-RU" sz="3000" b="0" dirty="0"/>
              <a:t/>
            </a:r>
            <a:br>
              <a:rPr lang="ru-RU" sz="3000" b="0" dirty="0"/>
            </a:br>
            <a:r>
              <a:rPr lang="ru-RU" sz="3000" b="0" dirty="0" err="1"/>
              <a:t>Gemini</a:t>
            </a:r>
            <a:r>
              <a:rPr lang="ru-RU" sz="3000" b="0" dirty="0"/>
              <a:t> анализирует: ценовой сегмент, мощность, тип, </a:t>
            </a:r>
            <a:r>
              <a:rPr lang="ru-RU" sz="3000" b="0" dirty="0" smtClean="0"/>
              <a:t>бренд</a:t>
            </a:r>
            <a:r>
              <a:rPr lang="ru-RU" sz="3000" b="0" dirty="0"/>
              <a:t/>
            </a:r>
            <a:br>
              <a:rPr lang="ru-RU" sz="3000" b="0" dirty="0"/>
            </a:br>
            <a:r>
              <a:rPr lang="ru-RU" sz="3000" b="0" dirty="0"/>
              <a:t>Пользователь видит блок </a:t>
            </a:r>
            <a:r>
              <a:rPr lang="ru-RU" sz="3000" b="0" i="1" dirty="0"/>
              <a:t>"Вам также может понравиться"</a:t>
            </a:r>
            <a:r>
              <a:rPr lang="ru-RU" sz="3000" b="0" dirty="0"/>
              <a:t/>
            </a:r>
            <a:br>
              <a:rPr lang="ru-RU" sz="3000" b="0" dirty="0"/>
            </a:br>
            <a:r>
              <a:rPr lang="ru-RU" sz="3000" b="0" dirty="0" smtClean="0"/>
              <a:t/>
            </a:r>
            <a:br>
              <a:rPr lang="ru-RU" sz="3000" b="0" dirty="0" smtClean="0"/>
            </a:br>
            <a:r>
              <a:rPr lang="ru-RU" sz="3000" dirty="0" smtClean="0"/>
              <a:t>Почему </a:t>
            </a:r>
            <a:r>
              <a:rPr lang="ru-RU" sz="3000" dirty="0"/>
              <a:t>круто:</a:t>
            </a:r>
            <a:r>
              <a:rPr lang="ru-RU" sz="3000" b="0" dirty="0"/>
              <a:t/>
            </a:r>
            <a:br>
              <a:rPr lang="ru-RU" sz="3000" b="0" dirty="0"/>
            </a:br>
            <a:r>
              <a:rPr lang="ru-RU" sz="3000" b="0" dirty="0"/>
              <a:t>Повышает шансы продажи (как на </a:t>
            </a:r>
            <a:r>
              <a:rPr lang="ru-RU" sz="3000" b="0" dirty="0" err="1"/>
              <a:t>Ozon</a:t>
            </a:r>
            <a:r>
              <a:rPr lang="ru-RU" sz="3000" b="0" dirty="0"/>
              <a:t>/</a:t>
            </a:r>
            <a:r>
              <a:rPr lang="ru-RU" sz="3000" b="0" dirty="0" err="1"/>
              <a:t>Wildberries</a:t>
            </a:r>
            <a:r>
              <a:rPr lang="ru-RU" sz="3000" b="0" dirty="0"/>
              <a:t>)</a:t>
            </a:r>
            <a:br>
              <a:rPr lang="ru-RU" sz="3000" b="0" dirty="0"/>
            </a:br>
            <a:r>
              <a:rPr lang="ru-RU" sz="3000" b="0" dirty="0"/>
              <a:t>Не требует ручной настройки от </a:t>
            </a:r>
            <a:r>
              <a:rPr lang="ru-RU" sz="3000" b="0" dirty="0" smtClean="0"/>
              <a:t>продавца</a:t>
            </a:r>
            <a:r>
              <a:rPr lang="ru-RU" sz="3000" b="0" dirty="0"/>
              <a:t/>
            </a:r>
            <a:br>
              <a:rPr lang="ru-RU" sz="3000" b="0" dirty="0"/>
            </a:br>
            <a:endParaRPr lang="ru-RU" sz="3000" dirty="0"/>
          </a:p>
        </p:txBody>
      </p:sp>
      <p:sp>
        <p:nvSpPr>
          <p:cNvPr id="3" name="Прямоугольник 2"/>
          <p:cNvSpPr/>
          <p:nvPr/>
        </p:nvSpPr>
        <p:spPr>
          <a:xfrm>
            <a:off x="83715" y="600055"/>
            <a:ext cx="11841703" cy="861774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pPr algn="ctr"/>
            <a:r>
              <a:rPr lang="ru-RU" sz="5000" b="1" dirty="0" smtClean="0">
                <a:ln/>
                <a:pattFill prst="dkUpDiag">
                  <a:fgClr>
                    <a:schemeClr val="bg1">
                      <a:lumMod val="50000"/>
                    </a:schemeClr>
                  </a:fgClr>
                  <a:bgClr>
                    <a:schemeClr val="tx1">
                      <a:lumMod val="75000"/>
                      <a:lumOff val="25000"/>
                    </a:schemeClr>
                  </a:bgClr>
                </a:pattFill>
                <a:effectLst>
                  <a:outerShdw blurRad="38100" dist="19050" dir="2700000" algn="tl" rotWithShape="0">
                    <a:schemeClr val="dk1">
                      <a:lumMod val="50000"/>
                      <a:alpha val="40000"/>
                    </a:schemeClr>
                  </a:outerShdw>
                </a:effectLst>
              </a:rPr>
              <a:t>Ключевая фишка- ИИ рекомендации</a:t>
            </a:r>
            <a:endParaRPr lang="ru-RU" sz="5000" b="1" dirty="0">
              <a:ln/>
              <a:pattFill prst="dkUpDiag">
                <a:fgClr>
                  <a:schemeClr val="bg1">
                    <a:lumMod val="50000"/>
                  </a:schemeClr>
                </a:fgClr>
                <a:bgClr>
                  <a:schemeClr val="tx1">
                    <a:lumMod val="75000"/>
                    <a:lumOff val="25000"/>
                  </a:schemeClr>
                </a:bgClr>
              </a:pattFill>
              <a:effectLst>
                <a:outerShdw blurRad="38100" dist="19050" dir="2700000" algn="tl" rotWithShape="0">
                  <a:schemeClr val="dk1">
                    <a:lumMod val="50000"/>
                    <a:alpha val="40000"/>
                  </a:schemeClr>
                </a:outerShdw>
              </a:effectLst>
            </a:endParaRPr>
          </a:p>
        </p:txBody>
      </p:sp>
    </p:spTree>
    <p:extLst>
      <p:ext uri="{BB962C8B-B14F-4D97-AF65-F5344CB8AC3E}">
        <p14:creationId xmlns:p14="http://schemas.microsoft.com/office/powerpoint/2010/main" val="192296800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9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14" name="Google Shape;914;p38"/>
          <p:cNvSpPr txBox="1">
            <a:spLocks noGrp="1"/>
          </p:cNvSpPr>
          <p:nvPr>
            <p:ph type="title"/>
          </p:nvPr>
        </p:nvSpPr>
        <p:spPr>
          <a:xfrm>
            <a:off x="415600" y="593367"/>
            <a:ext cx="11360700" cy="763500"/>
          </a:xfrm>
          <a:prstGeom prst="rect">
            <a:avLst/>
          </a:prstGeom>
        </p:spPr>
        <p:txBody>
          <a:bodyPr spcFirstLastPara="1" wrap="square" lIns="121900" tIns="121900" rIns="121900" bIns="1219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ru-RU" dirty="0" smtClean="0"/>
              <a:t>Возможности масштабирования</a:t>
            </a:r>
            <a:endParaRPr dirty="0"/>
          </a:p>
        </p:txBody>
      </p:sp>
      <p:sp>
        <p:nvSpPr>
          <p:cNvPr id="915" name="Google Shape;915;p38"/>
          <p:cNvSpPr txBox="1">
            <a:spLocks noGrp="1"/>
          </p:cNvSpPr>
          <p:nvPr>
            <p:ph type="subTitle" idx="1"/>
          </p:nvPr>
        </p:nvSpPr>
        <p:spPr>
          <a:xfrm>
            <a:off x="8378500" y="1882375"/>
            <a:ext cx="3397800" cy="606900"/>
          </a:xfrm>
          <a:prstGeom prst="rect">
            <a:avLst/>
          </a:prstGeom>
        </p:spPr>
        <p:txBody>
          <a:bodyPr spcFirstLastPara="1" wrap="square" lIns="121900" tIns="121900" rIns="121900" bIns="1219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2100"/>
              </a:spcAft>
              <a:buNone/>
            </a:pPr>
            <a:endParaRPr dirty="0">
              <a:solidFill>
                <a:schemeClr val="accent2"/>
              </a:solidFill>
            </a:endParaRPr>
          </a:p>
        </p:txBody>
      </p:sp>
      <p:sp>
        <p:nvSpPr>
          <p:cNvPr id="916" name="Google Shape;916;p38"/>
          <p:cNvSpPr txBox="1">
            <a:spLocks noGrp="1"/>
          </p:cNvSpPr>
          <p:nvPr>
            <p:ph type="subTitle" idx="2"/>
          </p:nvPr>
        </p:nvSpPr>
        <p:spPr>
          <a:xfrm>
            <a:off x="8378500" y="4102757"/>
            <a:ext cx="3397800" cy="606900"/>
          </a:xfrm>
          <a:prstGeom prst="rect">
            <a:avLst/>
          </a:prstGeom>
        </p:spPr>
        <p:txBody>
          <a:bodyPr spcFirstLastPara="1" wrap="square" lIns="121900" tIns="121900" rIns="121900" bIns="1219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2100"/>
              </a:spcAft>
              <a:buNone/>
            </a:pPr>
            <a:endParaRPr dirty="0">
              <a:solidFill>
                <a:schemeClr val="accent1"/>
              </a:solidFill>
            </a:endParaRPr>
          </a:p>
        </p:txBody>
      </p:sp>
      <p:grpSp>
        <p:nvGrpSpPr>
          <p:cNvPr id="917" name="Google Shape;917;p38"/>
          <p:cNvGrpSpPr/>
          <p:nvPr/>
        </p:nvGrpSpPr>
        <p:grpSpPr>
          <a:xfrm>
            <a:off x="5225873" y="3095075"/>
            <a:ext cx="6834047" cy="2717269"/>
            <a:chOff x="275475" y="1342375"/>
            <a:chExt cx="7012250" cy="3021400"/>
          </a:xfrm>
        </p:grpSpPr>
        <p:sp>
          <p:nvSpPr>
            <p:cNvPr id="918" name="Google Shape;918;p38"/>
            <p:cNvSpPr/>
            <p:nvPr/>
          </p:nvSpPr>
          <p:spPr>
            <a:xfrm>
              <a:off x="4871175" y="2237375"/>
              <a:ext cx="257375" cy="209425"/>
            </a:xfrm>
            <a:custGeom>
              <a:avLst/>
              <a:gdLst/>
              <a:ahLst/>
              <a:cxnLst/>
              <a:rect l="l" t="t" r="r" b="b"/>
              <a:pathLst>
                <a:path w="10295" h="8377" extrusionOk="0">
                  <a:moveTo>
                    <a:pt x="10100" y="993"/>
                  </a:moveTo>
                  <a:lnTo>
                    <a:pt x="9324" y="993"/>
                  </a:lnTo>
                  <a:lnTo>
                    <a:pt x="8788" y="913"/>
                  </a:lnTo>
                  <a:lnTo>
                    <a:pt x="8434" y="1335"/>
                  </a:lnTo>
                  <a:lnTo>
                    <a:pt x="8126" y="1427"/>
                  </a:lnTo>
                  <a:lnTo>
                    <a:pt x="7921" y="1621"/>
                  </a:lnTo>
                  <a:lnTo>
                    <a:pt x="7544" y="1313"/>
                  </a:lnTo>
                  <a:lnTo>
                    <a:pt x="7407" y="548"/>
                  </a:lnTo>
                  <a:lnTo>
                    <a:pt x="7179" y="502"/>
                  </a:lnTo>
                  <a:lnTo>
                    <a:pt x="7179" y="217"/>
                  </a:lnTo>
                  <a:lnTo>
                    <a:pt x="6722" y="0"/>
                  </a:lnTo>
                  <a:lnTo>
                    <a:pt x="6471" y="331"/>
                  </a:lnTo>
                  <a:lnTo>
                    <a:pt x="6506" y="708"/>
                  </a:lnTo>
                  <a:lnTo>
                    <a:pt x="6414" y="833"/>
                  </a:lnTo>
                  <a:lnTo>
                    <a:pt x="5958" y="822"/>
                  </a:lnTo>
                  <a:lnTo>
                    <a:pt x="5832" y="1244"/>
                  </a:lnTo>
                  <a:lnTo>
                    <a:pt x="5536" y="1061"/>
                  </a:lnTo>
                  <a:lnTo>
                    <a:pt x="5068" y="1358"/>
                  </a:lnTo>
                  <a:lnTo>
                    <a:pt x="4805" y="1244"/>
                  </a:lnTo>
                  <a:lnTo>
                    <a:pt x="4189" y="1050"/>
                  </a:lnTo>
                  <a:lnTo>
                    <a:pt x="3778" y="1050"/>
                  </a:lnTo>
                  <a:lnTo>
                    <a:pt x="3550" y="1016"/>
                  </a:lnTo>
                  <a:lnTo>
                    <a:pt x="3139" y="776"/>
                  </a:lnTo>
                  <a:lnTo>
                    <a:pt x="3093" y="1107"/>
                  </a:lnTo>
                  <a:lnTo>
                    <a:pt x="2511" y="1278"/>
                  </a:lnTo>
                  <a:lnTo>
                    <a:pt x="2523" y="2020"/>
                  </a:lnTo>
                  <a:lnTo>
                    <a:pt x="2169" y="2305"/>
                  </a:lnTo>
                  <a:lnTo>
                    <a:pt x="1598" y="2431"/>
                  </a:lnTo>
                  <a:lnTo>
                    <a:pt x="1541" y="2853"/>
                  </a:lnTo>
                  <a:lnTo>
                    <a:pt x="982" y="2967"/>
                  </a:lnTo>
                  <a:lnTo>
                    <a:pt x="138" y="2625"/>
                  </a:lnTo>
                  <a:lnTo>
                    <a:pt x="69" y="3766"/>
                  </a:lnTo>
                  <a:lnTo>
                    <a:pt x="1" y="4439"/>
                  </a:lnTo>
                  <a:lnTo>
                    <a:pt x="354" y="4565"/>
                  </a:lnTo>
                  <a:lnTo>
                    <a:pt x="126" y="5067"/>
                  </a:lnTo>
                  <a:lnTo>
                    <a:pt x="514" y="5798"/>
                  </a:lnTo>
                  <a:lnTo>
                    <a:pt x="674" y="6368"/>
                  </a:lnTo>
                  <a:lnTo>
                    <a:pt x="1279" y="6528"/>
                  </a:lnTo>
                  <a:lnTo>
                    <a:pt x="1439" y="7099"/>
                  </a:lnTo>
                  <a:lnTo>
                    <a:pt x="879" y="7920"/>
                  </a:lnTo>
                  <a:lnTo>
                    <a:pt x="2249" y="8377"/>
                  </a:lnTo>
                  <a:lnTo>
                    <a:pt x="3002" y="8251"/>
                  </a:lnTo>
                  <a:lnTo>
                    <a:pt x="3481" y="8365"/>
                  </a:lnTo>
                  <a:lnTo>
                    <a:pt x="3607" y="8160"/>
                  </a:lnTo>
                  <a:lnTo>
                    <a:pt x="4143" y="8240"/>
                  </a:lnTo>
                  <a:lnTo>
                    <a:pt x="5091" y="7863"/>
                  </a:lnTo>
                  <a:lnTo>
                    <a:pt x="4976" y="7099"/>
                  </a:lnTo>
                  <a:lnTo>
                    <a:pt x="5307" y="6585"/>
                  </a:lnTo>
                  <a:lnTo>
                    <a:pt x="5878" y="6585"/>
                  </a:lnTo>
                  <a:lnTo>
                    <a:pt x="5901" y="6334"/>
                  </a:lnTo>
                  <a:lnTo>
                    <a:pt x="6471" y="6208"/>
                  </a:lnTo>
                  <a:lnTo>
                    <a:pt x="6768" y="6300"/>
                  </a:lnTo>
                  <a:lnTo>
                    <a:pt x="7019" y="6037"/>
                  </a:lnTo>
                  <a:lnTo>
                    <a:pt x="6859" y="5501"/>
                  </a:lnTo>
                  <a:lnTo>
                    <a:pt x="7076" y="4953"/>
                  </a:lnTo>
                  <a:lnTo>
                    <a:pt x="7498" y="4725"/>
                  </a:lnTo>
                  <a:lnTo>
                    <a:pt x="7076" y="4131"/>
                  </a:lnTo>
                  <a:lnTo>
                    <a:pt x="7795" y="4154"/>
                  </a:lnTo>
                  <a:lnTo>
                    <a:pt x="7932" y="3823"/>
                  </a:lnTo>
                  <a:lnTo>
                    <a:pt x="7818" y="3469"/>
                  </a:lnTo>
                  <a:lnTo>
                    <a:pt x="8103" y="3081"/>
                  </a:lnTo>
                  <a:lnTo>
                    <a:pt x="7898" y="2625"/>
                  </a:lnTo>
                  <a:lnTo>
                    <a:pt x="7624" y="2226"/>
                  </a:lnTo>
                  <a:lnTo>
                    <a:pt x="7966" y="1826"/>
                  </a:lnTo>
                  <a:lnTo>
                    <a:pt x="8731" y="1643"/>
                  </a:lnTo>
                  <a:lnTo>
                    <a:pt x="9553" y="1529"/>
                  </a:lnTo>
                  <a:lnTo>
                    <a:pt x="9895" y="1358"/>
                  </a:lnTo>
                  <a:lnTo>
                    <a:pt x="10294" y="1255"/>
                  </a:lnTo>
                  <a:close/>
                </a:path>
              </a:pathLst>
            </a:custGeom>
            <a:solidFill>
              <a:schemeClr val="accent2"/>
            </a:solidFill>
            <a:ln w="9525" cap="flat" cmpd="sng">
              <a:solidFill>
                <a:schemeClr val="accent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162525" tIns="162525" rIns="162525" bIns="1625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3200"/>
                <a:buFont typeface="Calibri"/>
                <a:buNone/>
              </a:pPr>
              <a:endParaRPr sz="3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919" name="Google Shape;919;p38"/>
            <p:cNvSpPr/>
            <p:nvPr/>
          </p:nvSpPr>
          <p:spPr>
            <a:xfrm>
              <a:off x="3951650" y="3212825"/>
              <a:ext cx="249075" cy="306150"/>
            </a:xfrm>
            <a:custGeom>
              <a:avLst/>
              <a:gdLst/>
              <a:ahLst/>
              <a:cxnLst/>
              <a:rect l="l" t="t" r="r" b="b"/>
              <a:pathLst>
                <a:path w="9963" h="12246" extrusionOk="0">
                  <a:moveTo>
                    <a:pt x="3857" y="1313"/>
                  </a:moveTo>
                  <a:lnTo>
                    <a:pt x="1484" y="1301"/>
                  </a:lnTo>
                  <a:lnTo>
                    <a:pt x="1221" y="1404"/>
                  </a:lnTo>
                  <a:lnTo>
                    <a:pt x="970" y="1381"/>
                  </a:lnTo>
                  <a:lnTo>
                    <a:pt x="651" y="1518"/>
                  </a:lnTo>
                  <a:lnTo>
                    <a:pt x="571" y="1689"/>
                  </a:lnTo>
                  <a:lnTo>
                    <a:pt x="970" y="2260"/>
                  </a:lnTo>
                  <a:lnTo>
                    <a:pt x="1130" y="2865"/>
                  </a:lnTo>
                  <a:lnTo>
                    <a:pt x="1358" y="3744"/>
                  </a:lnTo>
                  <a:lnTo>
                    <a:pt x="1119" y="4109"/>
                  </a:lnTo>
                  <a:lnTo>
                    <a:pt x="1073" y="4291"/>
                  </a:lnTo>
                  <a:lnTo>
                    <a:pt x="1256" y="4839"/>
                  </a:lnTo>
                  <a:lnTo>
                    <a:pt x="1472" y="5387"/>
                  </a:lnTo>
                  <a:lnTo>
                    <a:pt x="1701" y="5706"/>
                  </a:lnTo>
                  <a:lnTo>
                    <a:pt x="1746" y="6220"/>
                  </a:lnTo>
                  <a:lnTo>
                    <a:pt x="1644" y="6905"/>
                  </a:lnTo>
                  <a:lnTo>
                    <a:pt x="1381" y="7304"/>
                  </a:lnTo>
                  <a:lnTo>
                    <a:pt x="913" y="7909"/>
                  </a:lnTo>
                  <a:lnTo>
                    <a:pt x="731" y="8274"/>
                  </a:lnTo>
                  <a:lnTo>
                    <a:pt x="457" y="9084"/>
                  </a:lnTo>
                  <a:lnTo>
                    <a:pt x="411" y="9472"/>
                  </a:lnTo>
                  <a:lnTo>
                    <a:pt x="126" y="10317"/>
                  </a:lnTo>
                  <a:lnTo>
                    <a:pt x="0" y="11104"/>
                  </a:lnTo>
                  <a:lnTo>
                    <a:pt x="69" y="11675"/>
                  </a:lnTo>
                  <a:lnTo>
                    <a:pt x="457" y="11504"/>
                  </a:lnTo>
                  <a:lnTo>
                    <a:pt x="925" y="11355"/>
                  </a:lnTo>
                  <a:lnTo>
                    <a:pt x="1438" y="11367"/>
                  </a:lnTo>
                  <a:lnTo>
                    <a:pt x="1895" y="11789"/>
                  </a:lnTo>
                  <a:lnTo>
                    <a:pt x="2032" y="11732"/>
                  </a:lnTo>
                  <a:lnTo>
                    <a:pt x="5238" y="11686"/>
                  </a:lnTo>
                  <a:lnTo>
                    <a:pt x="5763" y="12109"/>
                  </a:lnTo>
                  <a:lnTo>
                    <a:pt x="7681" y="12246"/>
                  </a:lnTo>
                  <a:lnTo>
                    <a:pt x="9141" y="11880"/>
                  </a:lnTo>
                  <a:lnTo>
                    <a:pt x="8651" y="11310"/>
                  </a:lnTo>
                  <a:lnTo>
                    <a:pt x="8137" y="10568"/>
                  </a:lnTo>
                  <a:lnTo>
                    <a:pt x="8251" y="7681"/>
                  </a:lnTo>
                  <a:lnTo>
                    <a:pt x="9906" y="7692"/>
                  </a:lnTo>
                  <a:lnTo>
                    <a:pt x="9826" y="7373"/>
                  </a:lnTo>
                  <a:lnTo>
                    <a:pt x="9963" y="7030"/>
                  </a:lnTo>
                  <a:lnTo>
                    <a:pt x="9826" y="6608"/>
                  </a:lnTo>
                  <a:lnTo>
                    <a:pt x="9929" y="6174"/>
                  </a:lnTo>
                  <a:lnTo>
                    <a:pt x="9860" y="5889"/>
                  </a:lnTo>
                  <a:lnTo>
                    <a:pt x="9484" y="5832"/>
                  </a:lnTo>
                  <a:lnTo>
                    <a:pt x="8993" y="5980"/>
                  </a:lnTo>
                  <a:lnTo>
                    <a:pt x="8651" y="5946"/>
                  </a:lnTo>
                  <a:lnTo>
                    <a:pt x="8445" y="6037"/>
                  </a:lnTo>
                  <a:lnTo>
                    <a:pt x="8514" y="4953"/>
                  </a:lnTo>
                  <a:lnTo>
                    <a:pt x="8251" y="4622"/>
                  </a:lnTo>
                  <a:lnTo>
                    <a:pt x="8206" y="4052"/>
                  </a:lnTo>
                  <a:lnTo>
                    <a:pt x="8331" y="3515"/>
                  </a:lnTo>
                  <a:lnTo>
                    <a:pt x="8160" y="3173"/>
                  </a:lnTo>
                  <a:lnTo>
                    <a:pt x="8160" y="2602"/>
                  </a:lnTo>
                  <a:lnTo>
                    <a:pt x="7190" y="2602"/>
                  </a:lnTo>
                  <a:lnTo>
                    <a:pt x="7258" y="2271"/>
                  </a:lnTo>
                  <a:lnTo>
                    <a:pt x="6847" y="2271"/>
                  </a:lnTo>
                  <a:lnTo>
                    <a:pt x="6802" y="2431"/>
                  </a:lnTo>
                  <a:lnTo>
                    <a:pt x="6323" y="2465"/>
                  </a:lnTo>
                  <a:lnTo>
                    <a:pt x="6106" y="3002"/>
                  </a:lnTo>
                  <a:lnTo>
                    <a:pt x="5980" y="3230"/>
                  </a:lnTo>
                  <a:lnTo>
                    <a:pt x="5546" y="3093"/>
                  </a:lnTo>
                  <a:lnTo>
                    <a:pt x="5284" y="3230"/>
                  </a:lnTo>
                  <a:lnTo>
                    <a:pt x="4748" y="3298"/>
                  </a:lnTo>
                  <a:lnTo>
                    <a:pt x="4451" y="2831"/>
                  </a:lnTo>
                  <a:lnTo>
                    <a:pt x="4268" y="2522"/>
                  </a:lnTo>
                  <a:lnTo>
                    <a:pt x="4040" y="1986"/>
                  </a:lnTo>
                  <a:close/>
                  <a:moveTo>
                    <a:pt x="742" y="1130"/>
                  </a:moveTo>
                  <a:lnTo>
                    <a:pt x="776" y="742"/>
                  </a:lnTo>
                  <a:lnTo>
                    <a:pt x="902" y="503"/>
                  </a:lnTo>
                  <a:lnTo>
                    <a:pt x="1187" y="320"/>
                  </a:lnTo>
                  <a:lnTo>
                    <a:pt x="902" y="0"/>
                  </a:lnTo>
                  <a:lnTo>
                    <a:pt x="651" y="160"/>
                  </a:lnTo>
                  <a:lnTo>
                    <a:pt x="331" y="548"/>
                  </a:lnTo>
                  <a:lnTo>
                    <a:pt x="537" y="1233"/>
                  </a:lnTo>
                  <a:close/>
                </a:path>
              </a:pathLst>
            </a:custGeom>
            <a:solidFill>
              <a:schemeClr val="accent2"/>
            </a:solidFill>
            <a:ln w="9525" cap="flat" cmpd="sng">
              <a:solidFill>
                <a:schemeClr val="accent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162525" tIns="162525" rIns="162525" bIns="1625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3200"/>
                <a:buFont typeface="Calibri"/>
                <a:buNone/>
              </a:pPr>
              <a:endParaRPr sz="3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920" name="Google Shape;920;p38"/>
            <p:cNvSpPr/>
            <p:nvPr/>
          </p:nvSpPr>
          <p:spPr>
            <a:xfrm>
              <a:off x="4073750" y="2143225"/>
              <a:ext cx="34275" cy="68200"/>
            </a:xfrm>
            <a:custGeom>
              <a:avLst/>
              <a:gdLst/>
              <a:ahLst/>
              <a:cxnLst/>
              <a:rect l="l" t="t" r="r" b="b"/>
              <a:pathLst>
                <a:path w="1371" h="2728" extrusionOk="0">
                  <a:moveTo>
                    <a:pt x="286" y="0"/>
                  </a:moveTo>
                  <a:lnTo>
                    <a:pt x="1" y="445"/>
                  </a:lnTo>
                  <a:lnTo>
                    <a:pt x="69" y="719"/>
                  </a:lnTo>
                  <a:lnTo>
                    <a:pt x="69" y="719"/>
                  </a:lnTo>
                  <a:lnTo>
                    <a:pt x="217" y="856"/>
                  </a:lnTo>
                  <a:lnTo>
                    <a:pt x="138" y="1130"/>
                  </a:lnTo>
                  <a:lnTo>
                    <a:pt x="126" y="1746"/>
                  </a:lnTo>
                  <a:lnTo>
                    <a:pt x="229" y="2168"/>
                  </a:lnTo>
                  <a:lnTo>
                    <a:pt x="651" y="2477"/>
                  </a:lnTo>
                  <a:lnTo>
                    <a:pt x="685" y="2671"/>
                  </a:lnTo>
                  <a:lnTo>
                    <a:pt x="822" y="2728"/>
                  </a:lnTo>
                  <a:lnTo>
                    <a:pt x="1130" y="2294"/>
                  </a:lnTo>
                  <a:lnTo>
                    <a:pt x="1142" y="1997"/>
                  </a:lnTo>
                  <a:lnTo>
                    <a:pt x="1370" y="1872"/>
                  </a:lnTo>
                  <a:lnTo>
                    <a:pt x="1370" y="1643"/>
                  </a:lnTo>
                  <a:lnTo>
                    <a:pt x="1039" y="1415"/>
                  </a:lnTo>
                  <a:lnTo>
                    <a:pt x="914" y="1039"/>
                  </a:lnTo>
                  <a:lnTo>
                    <a:pt x="971" y="742"/>
                  </a:lnTo>
                  <a:lnTo>
                    <a:pt x="971" y="742"/>
                  </a:lnTo>
                  <a:lnTo>
                    <a:pt x="902" y="411"/>
                  </a:lnTo>
                  <a:lnTo>
                    <a:pt x="708" y="331"/>
                  </a:lnTo>
                  <a:lnTo>
                    <a:pt x="526" y="103"/>
                  </a:lnTo>
                  <a:lnTo>
                    <a:pt x="343" y="171"/>
                  </a:lnTo>
                  <a:close/>
                </a:path>
              </a:pathLst>
            </a:custGeom>
            <a:solidFill>
              <a:schemeClr val="accent2"/>
            </a:solidFill>
            <a:ln w="9525" cap="flat" cmpd="sng">
              <a:solidFill>
                <a:schemeClr val="accent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162525" tIns="162525" rIns="162525" bIns="1625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3200"/>
                <a:buFont typeface="Calibri"/>
                <a:buNone/>
              </a:pPr>
              <a:endParaRPr sz="3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921" name="Google Shape;921;p38"/>
            <p:cNvSpPr/>
            <p:nvPr/>
          </p:nvSpPr>
          <p:spPr>
            <a:xfrm>
              <a:off x="4728800" y="2520950"/>
              <a:ext cx="92750" cy="80775"/>
            </a:xfrm>
            <a:custGeom>
              <a:avLst/>
              <a:gdLst/>
              <a:ahLst/>
              <a:cxnLst/>
              <a:rect l="l" t="t" r="r" b="b"/>
              <a:pathLst>
                <a:path w="3710" h="3231" extrusionOk="0">
                  <a:moveTo>
                    <a:pt x="3527" y="320"/>
                  </a:moveTo>
                  <a:lnTo>
                    <a:pt x="3345" y="1"/>
                  </a:lnTo>
                  <a:lnTo>
                    <a:pt x="2911" y="560"/>
                  </a:lnTo>
                  <a:lnTo>
                    <a:pt x="2386" y="1142"/>
                  </a:lnTo>
                  <a:lnTo>
                    <a:pt x="1918" y="1758"/>
                  </a:lnTo>
                  <a:lnTo>
                    <a:pt x="1439" y="1724"/>
                  </a:lnTo>
                  <a:lnTo>
                    <a:pt x="788" y="1701"/>
                  </a:lnTo>
                  <a:lnTo>
                    <a:pt x="184" y="1838"/>
                  </a:lnTo>
                  <a:lnTo>
                    <a:pt x="149" y="1599"/>
                  </a:lnTo>
                  <a:lnTo>
                    <a:pt x="1" y="1644"/>
                  </a:lnTo>
                  <a:lnTo>
                    <a:pt x="58" y="1861"/>
                  </a:lnTo>
                  <a:lnTo>
                    <a:pt x="435" y="2774"/>
                  </a:lnTo>
                  <a:lnTo>
                    <a:pt x="2831" y="3230"/>
                  </a:lnTo>
                  <a:lnTo>
                    <a:pt x="2968" y="3036"/>
                  </a:lnTo>
                  <a:lnTo>
                    <a:pt x="2957" y="2671"/>
                  </a:lnTo>
                  <a:lnTo>
                    <a:pt x="3151" y="2295"/>
                  </a:lnTo>
                  <a:lnTo>
                    <a:pt x="3117" y="1930"/>
                  </a:lnTo>
                  <a:lnTo>
                    <a:pt x="3459" y="1747"/>
                  </a:lnTo>
                  <a:lnTo>
                    <a:pt x="3299" y="1621"/>
                  </a:lnTo>
                  <a:lnTo>
                    <a:pt x="3311" y="1028"/>
                  </a:lnTo>
                  <a:lnTo>
                    <a:pt x="3710" y="1028"/>
                  </a:lnTo>
                  <a:close/>
                </a:path>
              </a:pathLst>
            </a:custGeom>
            <a:solidFill>
              <a:schemeClr val="accent2"/>
            </a:solidFill>
            <a:ln w="9525" cap="flat" cmpd="sng">
              <a:solidFill>
                <a:schemeClr val="accent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162525" tIns="162525" rIns="162525" bIns="1625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3200"/>
                <a:buFont typeface="Calibri"/>
                <a:buNone/>
              </a:pPr>
              <a:endParaRPr sz="3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922" name="Google Shape;922;p38"/>
            <p:cNvSpPr/>
            <p:nvPr/>
          </p:nvSpPr>
          <p:spPr>
            <a:xfrm>
              <a:off x="2369900" y="3607675"/>
              <a:ext cx="310150" cy="748675"/>
            </a:xfrm>
            <a:custGeom>
              <a:avLst/>
              <a:gdLst/>
              <a:ahLst/>
              <a:cxnLst/>
              <a:rect l="l" t="t" r="r" b="b"/>
              <a:pathLst>
                <a:path w="12406" h="29947" extrusionOk="0">
                  <a:moveTo>
                    <a:pt x="10283" y="29901"/>
                  </a:moveTo>
                  <a:lnTo>
                    <a:pt x="10409" y="29467"/>
                  </a:lnTo>
                  <a:lnTo>
                    <a:pt x="9370" y="29262"/>
                  </a:lnTo>
                  <a:lnTo>
                    <a:pt x="8263" y="28748"/>
                  </a:lnTo>
                  <a:lnTo>
                    <a:pt x="7659" y="28086"/>
                  </a:lnTo>
                  <a:lnTo>
                    <a:pt x="7225" y="27687"/>
                  </a:lnTo>
                  <a:lnTo>
                    <a:pt x="8069" y="29615"/>
                  </a:lnTo>
                  <a:lnTo>
                    <a:pt x="8777" y="29615"/>
                  </a:lnTo>
                  <a:lnTo>
                    <a:pt x="9199" y="29638"/>
                  </a:lnTo>
                  <a:lnTo>
                    <a:pt x="9667" y="29946"/>
                  </a:lnTo>
                  <a:close/>
                  <a:moveTo>
                    <a:pt x="3094" y="218"/>
                  </a:moveTo>
                  <a:lnTo>
                    <a:pt x="2032" y="1"/>
                  </a:lnTo>
                  <a:lnTo>
                    <a:pt x="1462" y="811"/>
                  </a:lnTo>
                  <a:lnTo>
                    <a:pt x="1587" y="1039"/>
                  </a:lnTo>
                  <a:lnTo>
                    <a:pt x="1427" y="1987"/>
                  </a:lnTo>
                  <a:lnTo>
                    <a:pt x="629" y="2443"/>
                  </a:lnTo>
                  <a:lnTo>
                    <a:pt x="857" y="3949"/>
                  </a:lnTo>
                  <a:lnTo>
                    <a:pt x="731" y="4235"/>
                  </a:lnTo>
                  <a:lnTo>
                    <a:pt x="1017" y="4589"/>
                  </a:lnTo>
                  <a:lnTo>
                    <a:pt x="560" y="5159"/>
                  </a:lnTo>
                  <a:lnTo>
                    <a:pt x="195" y="6004"/>
                  </a:lnTo>
                  <a:lnTo>
                    <a:pt x="58" y="6837"/>
                  </a:lnTo>
                  <a:lnTo>
                    <a:pt x="309" y="7715"/>
                  </a:lnTo>
                  <a:lnTo>
                    <a:pt x="1" y="8640"/>
                  </a:lnTo>
                  <a:lnTo>
                    <a:pt x="708" y="10203"/>
                  </a:lnTo>
                  <a:lnTo>
                    <a:pt x="937" y="10374"/>
                  </a:lnTo>
                  <a:lnTo>
                    <a:pt x="1119" y="11208"/>
                  </a:lnTo>
                  <a:lnTo>
                    <a:pt x="891" y="12098"/>
                  </a:lnTo>
                  <a:lnTo>
                    <a:pt x="1085" y="12862"/>
                  </a:lnTo>
                  <a:lnTo>
                    <a:pt x="674" y="13479"/>
                  </a:lnTo>
                  <a:lnTo>
                    <a:pt x="891" y="14323"/>
                  </a:lnTo>
                  <a:lnTo>
                    <a:pt x="1359" y="15225"/>
                  </a:lnTo>
                  <a:lnTo>
                    <a:pt x="1005" y="15567"/>
                  </a:lnTo>
                  <a:lnTo>
                    <a:pt x="1051" y="16377"/>
                  </a:lnTo>
                  <a:lnTo>
                    <a:pt x="1142" y="17290"/>
                  </a:lnTo>
                  <a:lnTo>
                    <a:pt x="1621" y="18374"/>
                  </a:lnTo>
                  <a:lnTo>
                    <a:pt x="1393" y="18546"/>
                  </a:lnTo>
                  <a:lnTo>
                    <a:pt x="1907" y="19561"/>
                  </a:lnTo>
                  <a:lnTo>
                    <a:pt x="2340" y="19881"/>
                  </a:lnTo>
                  <a:lnTo>
                    <a:pt x="2226" y="20257"/>
                  </a:lnTo>
                  <a:lnTo>
                    <a:pt x="2626" y="20440"/>
                  </a:lnTo>
                  <a:lnTo>
                    <a:pt x="2820" y="20771"/>
                  </a:lnTo>
                  <a:lnTo>
                    <a:pt x="2557" y="20931"/>
                  </a:lnTo>
                  <a:lnTo>
                    <a:pt x="2820" y="21456"/>
                  </a:lnTo>
                  <a:lnTo>
                    <a:pt x="2968" y="22620"/>
                  </a:lnTo>
                  <a:lnTo>
                    <a:pt x="2877" y="23384"/>
                  </a:lnTo>
                  <a:lnTo>
                    <a:pt x="3128" y="23841"/>
                  </a:lnTo>
                  <a:lnTo>
                    <a:pt x="3116" y="24389"/>
                  </a:lnTo>
                  <a:lnTo>
                    <a:pt x="2728" y="24777"/>
                  </a:lnTo>
                  <a:lnTo>
                    <a:pt x="3174" y="25724"/>
                  </a:lnTo>
                  <a:lnTo>
                    <a:pt x="3539" y="26032"/>
                  </a:lnTo>
                  <a:lnTo>
                    <a:pt x="3984" y="25975"/>
                  </a:lnTo>
                  <a:lnTo>
                    <a:pt x="4246" y="26637"/>
                  </a:lnTo>
                  <a:lnTo>
                    <a:pt x="4737" y="27150"/>
                  </a:lnTo>
                  <a:lnTo>
                    <a:pt x="6449" y="27265"/>
                  </a:lnTo>
                  <a:lnTo>
                    <a:pt x="7134" y="27390"/>
                  </a:lnTo>
                  <a:lnTo>
                    <a:pt x="7453" y="27447"/>
                  </a:lnTo>
                  <a:lnTo>
                    <a:pt x="6780" y="26934"/>
                  </a:lnTo>
                  <a:lnTo>
                    <a:pt x="6198" y="26032"/>
                  </a:lnTo>
                  <a:lnTo>
                    <a:pt x="6323" y="25621"/>
                  </a:lnTo>
                  <a:lnTo>
                    <a:pt x="6825" y="25267"/>
                  </a:lnTo>
                  <a:lnTo>
                    <a:pt x="6894" y="24240"/>
                  </a:lnTo>
                  <a:lnTo>
                    <a:pt x="7567" y="23738"/>
                  </a:lnTo>
                  <a:lnTo>
                    <a:pt x="7533" y="22939"/>
                  </a:lnTo>
                  <a:lnTo>
                    <a:pt x="6791" y="22757"/>
                  </a:lnTo>
                  <a:lnTo>
                    <a:pt x="5878" y="22106"/>
                  </a:lnTo>
                  <a:lnTo>
                    <a:pt x="5867" y="21444"/>
                  </a:lnTo>
                  <a:lnTo>
                    <a:pt x="6278" y="20999"/>
                  </a:lnTo>
                  <a:lnTo>
                    <a:pt x="6951" y="20988"/>
                  </a:lnTo>
                  <a:lnTo>
                    <a:pt x="6985" y="20508"/>
                  </a:lnTo>
                  <a:lnTo>
                    <a:pt x="6814" y="19641"/>
                  </a:lnTo>
                  <a:lnTo>
                    <a:pt x="7225" y="19082"/>
                  </a:lnTo>
                  <a:lnTo>
                    <a:pt x="7807" y="18819"/>
                  </a:lnTo>
                  <a:lnTo>
                    <a:pt x="7453" y="18363"/>
                  </a:lnTo>
                  <a:lnTo>
                    <a:pt x="7134" y="18648"/>
                  </a:lnTo>
                  <a:lnTo>
                    <a:pt x="6563" y="18374"/>
                  </a:lnTo>
                  <a:lnTo>
                    <a:pt x="6209" y="17484"/>
                  </a:lnTo>
                  <a:lnTo>
                    <a:pt x="6426" y="17256"/>
                  </a:lnTo>
                  <a:lnTo>
                    <a:pt x="7225" y="17587"/>
                  </a:lnTo>
                  <a:lnTo>
                    <a:pt x="7932" y="17461"/>
                  </a:lnTo>
                  <a:lnTo>
                    <a:pt x="8298" y="17142"/>
                  </a:lnTo>
                  <a:lnTo>
                    <a:pt x="8035" y="16708"/>
                  </a:lnTo>
                  <a:lnTo>
                    <a:pt x="8024" y="16024"/>
                  </a:lnTo>
                  <a:lnTo>
                    <a:pt x="7738" y="15476"/>
                  </a:lnTo>
                  <a:lnTo>
                    <a:pt x="8560" y="15567"/>
                  </a:lnTo>
                  <a:lnTo>
                    <a:pt x="10021" y="15373"/>
                  </a:lnTo>
                  <a:lnTo>
                    <a:pt x="11002" y="14894"/>
                  </a:lnTo>
                  <a:lnTo>
                    <a:pt x="11470" y="13707"/>
                  </a:lnTo>
                  <a:lnTo>
                    <a:pt x="11436" y="13250"/>
                  </a:lnTo>
                  <a:lnTo>
                    <a:pt x="10877" y="12851"/>
                  </a:lnTo>
                  <a:lnTo>
                    <a:pt x="10865" y="12212"/>
                  </a:lnTo>
                  <a:lnTo>
                    <a:pt x="9747" y="11424"/>
                  </a:lnTo>
                  <a:lnTo>
                    <a:pt x="9701" y="10957"/>
                  </a:lnTo>
                  <a:lnTo>
                    <a:pt x="9644" y="10352"/>
                  </a:lnTo>
                  <a:lnTo>
                    <a:pt x="9781" y="10158"/>
                  </a:lnTo>
                  <a:lnTo>
                    <a:pt x="9621" y="9256"/>
                  </a:lnTo>
                  <a:lnTo>
                    <a:pt x="9667" y="8332"/>
                  </a:lnTo>
                  <a:lnTo>
                    <a:pt x="9736" y="7601"/>
                  </a:lnTo>
                  <a:lnTo>
                    <a:pt x="10580" y="6380"/>
                  </a:lnTo>
                  <a:lnTo>
                    <a:pt x="11333" y="5490"/>
                  </a:lnTo>
                  <a:lnTo>
                    <a:pt x="11801" y="5125"/>
                  </a:lnTo>
                  <a:lnTo>
                    <a:pt x="12406" y="4623"/>
                  </a:lnTo>
                  <a:lnTo>
                    <a:pt x="12326" y="3892"/>
                  </a:lnTo>
                  <a:lnTo>
                    <a:pt x="11892" y="3367"/>
                  </a:lnTo>
                  <a:lnTo>
                    <a:pt x="11516" y="3539"/>
                  </a:lnTo>
                  <a:lnTo>
                    <a:pt x="11470" y="4349"/>
                  </a:lnTo>
                  <a:lnTo>
                    <a:pt x="10865" y="5034"/>
                  </a:lnTo>
                  <a:lnTo>
                    <a:pt x="10261" y="5193"/>
                  </a:lnTo>
                  <a:lnTo>
                    <a:pt x="9382" y="5045"/>
                  </a:lnTo>
                  <a:lnTo>
                    <a:pt x="8560" y="4794"/>
                  </a:lnTo>
                  <a:lnTo>
                    <a:pt x="9165" y="3424"/>
                  </a:lnTo>
                  <a:lnTo>
                    <a:pt x="9005" y="3025"/>
                  </a:lnTo>
                  <a:lnTo>
                    <a:pt x="8161" y="2671"/>
                  </a:lnTo>
                  <a:lnTo>
                    <a:pt x="7134" y="1998"/>
                  </a:lnTo>
                  <a:lnTo>
                    <a:pt x="6483" y="1850"/>
                  </a:lnTo>
                  <a:lnTo>
                    <a:pt x="4885" y="366"/>
                  </a:lnTo>
                  <a:lnTo>
                    <a:pt x="4737" y="183"/>
                  </a:lnTo>
                  <a:lnTo>
                    <a:pt x="3847" y="138"/>
                  </a:lnTo>
                  <a:lnTo>
                    <a:pt x="3619" y="868"/>
                  </a:lnTo>
                  <a:close/>
                </a:path>
              </a:pathLst>
            </a:custGeom>
            <a:solidFill>
              <a:schemeClr val="accent2"/>
            </a:solidFill>
            <a:ln w="9525" cap="flat" cmpd="sng">
              <a:solidFill>
                <a:schemeClr val="accent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162525" tIns="162525" rIns="162525" bIns="1625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3200"/>
                <a:buFont typeface="Calibri"/>
                <a:buNone/>
              </a:pPr>
              <a:endParaRPr sz="3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923" name="Google Shape;923;p38"/>
            <p:cNvSpPr/>
            <p:nvPr/>
          </p:nvSpPr>
          <p:spPr>
            <a:xfrm>
              <a:off x="4521975" y="2175175"/>
              <a:ext cx="63650" cy="56500"/>
            </a:xfrm>
            <a:custGeom>
              <a:avLst/>
              <a:gdLst/>
              <a:ahLst/>
              <a:cxnLst/>
              <a:rect l="l" t="t" r="r" b="b"/>
              <a:pathLst>
                <a:path w="2546" h="2260" extrusionOk="0">
                  <a:moveTo>
                    <a:pt x="2545" y="2237"/>
                  </a:moveTo>
                  <a:lnTo>
                    <a:pt x="2408" y="1609"/>
                  </a:lnTo>
                  <a:lnTo>
                    <a:pt x="2054" y="1450"/>
                  </a:lnTo>
                  <a:lnTo>
                    <a:pt x="1701" y="1210"/>
                  </a:lnTo>
                  <a:lnTo>
                    <a:pt x="1838" y="925"/>
                  </a:lnTo>
                  <a:lnTo>
                    <a:pt x="1404" y="605"/>
                  </a:lnTo>
                  <a:lnTo>
                    <a:pt x="1495" y="400"/>
                  </a:lnTo>
                  <a:lnTo>
                    <a:pt x="1187" y="240"/>
                  </a:lnTo>
                  <a:lnTo>
                    <a:pt x="982" y="0"/>
                  </a:lnTo>
                  <a:lnTo>
                    <a:pt x="0" y="137"/>
                  </a:lnTo>
                  <a:lnTo>
                    <a:pt x="183" y="457"/>
                  </a:lnTo>
                  <a:lnTo>
                    <a:pt x="183" y="890"/>
                  </a:lnTo>
                  <a:lnTo>
                    <a:pt x="788" y="1107"/>
                  </a:lnTo>
                  <a:lnTo>
                    <a:pt x="1130" y="1381"/>
                  </a:lnTo>
                  <a:lnTo>
                    <a:pt x="1267" y="1347"/>
                  </a:lnTo>
                  <a:lnTo>
                    <a:pt x="1529" y="1598"/>
                  </a:lnTo>
                  <a:lnTo>
                    <a:pt x="1849" y="1598"/>
                  </a:lnTo>
                  <a:lnTo>
                    <a:pt x="1883" y="1735"/>
                  </a:lnTo>
                  <a:lnTo>
                    <a:pt x="2283" y="2260"/>
                  </a:lnTo>
                  <a:close/>
                </a:path>
              </a:pathLst>
            </a:custGeom>
            <a:solidFill>
              <a:schemeClr val="accent2"/>
            </a:solidFill>
            <a:ln w="9525" cap="flat" cmpd="sng">
              <a:solidFill>
                <a:schemeClr val="accent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162525" tIns="162525" rIns="162525" bIns="1625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3200"/>
                <a:buFont typeface="Calibri"/>
                <a:buNone/>
              </a:pPr>
              <a:endParaRPr sz="3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924" name="Google Shape;924;p38"/>
            <p:cNvSpPr/>
            <p:nvPr/>
          </p:nvSpPr>
          <p:spPr>
            <a:xfrm>
              <a:off x="5901700" y="3354050"/>
              <a:ext cx="798875" cy="747525"/>
            </a:xfrm>
            <a:custGeom>
              <a:avLst/>
              <a:gdLst/>
              <a:ahLst/>
              <a:cxnLst/>
              <a:rect l="l" t="t" r="r" b="b"/>
              <a:pathLst>
                <a:path w="31955" h="29901" extrusionOk="0">
                  <a:moveTo>
                    <a:pt x="19778" y="27390"/>
                  </a:moveTo>
                  <a:lnTo>
                    <a:pt x="19344" y="27321"/>
                  </a:lnTo>
                  <a:lnTo>
                    <a:pt x="19082" y="27732"/>
                  </a:lnTo>
                  <a:lnTo>
                    <a:pt x="18990" y="28508"/>
                  </a:lnTo>
                  <a:lnTo>
                    <a:pt x="18694" y="29079"/>
                  </a:lnTo>
                  <a:lnTo>
                    <a:pt x="18625" y="29832"/>
                  </a:lnTo>
                  <a:lnTo>
                    <a:pt x="19047" y="29855"/>
                  </a:lnTo>
                  <a:lnTo>
                    <a:pt x="19162" y="29900"/>
                  </a:lnTo>
                  <a:lnTo>
                    <a:pt x="20109" y="29284"/>
                  </a:lnTo>
                  <a:lnTo>
                    <a:pt x="20189" y="29535"/>
                  </a:lnTo>
                  <a:lnTo>
                    <a:pt x="20759" y="28828"/>
                  </a:lnTo>
                  <a:lnTo>
                    <a:pt x="21216" y="28519"/>
                  </a:lnTo>
                  <a:lnTo>
                    <a:pt x="21855" y="27481"/>
                  </a:lnTo>
                  <a:lnTo>
                    <a:pt x="21455" y="27401"/>
                  </a:lnTo>
                  <a:lnTo>
                    <a:pt x="20771" y="27572"/>
                  </a:lnTo>
                  <a:lnTo>
                    <a:pt x="20291" y="27709"/>
                  </a:lnTo>
                  <a:close/>
                  <a:moveTo>
                    <a:pt x="26922" y="2808"/>
                  </a:moveTo>
                  <a:lnTo>
                    <a:pt x="26990" y="2488"/>
                  </a:lnTo>
                  <a:lnTo>
                    <a:pt x="27013" y="1975"/>
                  </a:lnTo>
                  <a:lnTo>
                    <a:pt x="26785" y="1518"/>
                  </a:lnTo>
                  <a:lnTo>
                    <a:pt x="26796" y="1130"/>
                  </a:lnTo>
                  <a:lnTo>
                    <a:pt x="26614" y="1016"/>
                  </a:lnTo>
                  <a:lnTo>
                    <a:pt x="26625" y="457"/>
                  </a:lnTo>
                  <a:lnTo>
                    <a:pt x="26454" y="0"/>
                  </a:lnTo>
                  <a:lnTo>
                    <a:pt x="26123" y="343"/>
                  </a:lnTo>
                  <a:lnTo>
                    <a:pt x="26066" y="594"/>
                  </a:lnTo>
                  <a:lnTo>
                    <a:pt x="25849" y="1096"/>
                  </a:lnTo>
                  <a:lnTo>
                    <a:pt x="25598" y="1587"/>
                  </a:lnTo>
                  <a:lnTo>
                    <a:pt x="25678" y="1883"/>
                  </a:lnTo>
                  <a:lnTo>
                    <a:pt x="25507" y="2066"/>
                  </a:lnTo>
                  <a:lnTo>
                    <a:pt x="25290" y="2751"/>
                  </a:lnTo>
                  <a:lnTo>
                    <a:pt x="25313" y="3276"/>
                  </a:lnTo>
                  <a:lnTo>
                    <a:pt x="25210" y="3538"/>
                  </a:lnTo>
                  <a:lnTo>
                    <a:pt x="25256" y="3983"/>
                  </a:lnTo>
                  <a:lnTo>
                    <a:pt x="24879" y="4691"/>
                  </a:lnTo>
                  <a:lnTo>
                    <a:pt x="24697" y="5193"/>
                  </a:lnTo>
                  <a:lnTo>
                    <a:pt x="24457" y="5604"/>
                  </a:lnTo>
                  <a:lnTo>
                    <a:pt x="24206" y="6094"/>
                  </a:lnTo>
                  <a:lnTo>
                    <a:pt x="23624" y="6391"/>
                  </a:lnTo>
                  <a:lnTo>
                    <a:pt x="22928" y="6094"/>
                  </a:lnTo>
                  <a:lnTo>
                    <a:pt x="22859" y="5809"/>
                  </a:lnTo>
                  <a:lnTo>
                    <a:pt x="22494" y="5581"/>
                  </a:lnTo>
                  <a:lnTo>
                    <a:pt x="22266" y="5581"/>
                  </a:lnTo>
                  <a:lnTo>
                    <a:pt x="21798" y="5033"/>
                  </a:lnTo>
                  <a:lnTo>
                    <a:pt x="21444" y="4725"/>
                  </a:lnTo>
                  <a:lnTo>
                    <a:pt x="20885" y="4440"/>
                  </a:lnTo>
                  <a:lnTo>
                    <a:pt x="20326" y="3938"/>
                  </a:lnTo>
                  <a:lnTo>
                    <a:pt x="20314" y="3675"/>
                  </a:lnTo>
                  <a:lnTo>
                    <a:pt x="20668" y="3241"/>
                  </a:lnTo>
                  <a:lnTo>
                    <a:pt x="20976" y="2785"/>
                  </a:lnTo>
                  <a:lnTo>
                    <a:pt x="20930" y="2408"/>
                  </a:lnTo>
                  <a:lnTo>
                    <a:pt x="21204" y="2386"/>
                  </a:lnTo>
                  <a:lnTo>
                    <a:pt x="21558" y="2020"/>
                  </a:lnTo>
                  <a:lnTo>
                    <a:pt x="21843" y="1541"/>
                  </a:lnTo>
                  <a:lnTo>
                    <a:pt x="21524" y="1085"/>
                  </a:lnTo>
                  <a:lnTo>
                    <a:pt x="21319" y="1256"/>
                  </a:lnTo>
                  <a:lnTo>
                    <a:pt x="21033" y="1187"/>
                  </a:lnTo>
                  <a:lnTo>
                    <a:pt x="20531" y="1438"/>
                  </a:lnTo>
                  <a:lnTo>
                    <a:pt x="20075" y="1153"/>
                  </a:lnTo>
                  <a:lnTo>
                    <a:pt x="19835" y="1256"/>
                  </a:lnTo>
                  <a:lnTo>
                    <a:pt x="19184" y="1027"/>
                  </a:lnTo>
                  <a:lnTo>
                    <a:pt x="18808" y="639"/>
                  </a:lnTo>
                  <a:lnTo>
                    <a:pt x="18306" y="423"/>
                  </a:lnTo>
                  <a:lnTo>
                    <a:pt x="17861" y="560"/>
                  </a:lnTo>
                  <a:lnTo>
                    <a:pt x="18420" y="856"/>
                  </a:lnTo>
                  <a:lnTo>
                    <a:pt x="18374" y="1313"/>
                  </a:lnTo>
                  <a:lnTo>
                    <a:pt x="17689" y="1484"/>
                  </a:lnTo>
                  <a:lnTo>
                    <a:pt x="17290" y="1381"/>
                  </a:lnTo>
                  <a:lnTo>
                    <a:pt x="16776" y="1701"/>
                  </a:lnTo>
                  <a:lnTo>
                    <a:pt x="16366" y="2226"/>
                  </a:lnTo>
                  <a:lnTo>
                    <a:pt x="16446" y="2443"/>
                  </a:lnTo>
                  <a:lnTo>
                    <a:pt x="16069" y="2682"/>
                  </a:lnTo>
                  <a:lnTo>
                    <a:pt x="15578" y="3413"/>
                  </a:lnTo>
                  <a:lnTo>
                    <a:pt x="15669" y="3903"/>
                  </a:lnTo>
                  <a:lnTo>
                    <a:pt x="15179" y="3823"/>
                  </a:lnTo>
                  <a:lnTo>
                    <a:pt x="14677" y="3823"/>
                  </a:lnTo>
                  <a:lnTo>
                    <a:pt x="14323" y="3276"/>
                  </a:lnTo>
                  <a:lnTo>
                    <a:pt x="13798" y="2865"/>
                  </a:lnTo>
                  <a:lnTo>
                    <a:pt x="13398" y="2979"/>
                  </a:lnTo>
                  <a:lnTo>
                    <a:pt x="13022" y="3105"/>
                  </a:lnTo>
                  <a:lnTo>
                    <a:pt x="12988" y="3333"/>
                  </a:lnTo>
                  <a:lnTo>
                    <a:pt x="12645" y="3241"/>
                  </a:lnTo>
                  <a:lnTo>
                    <a:pt x="12600" y="3493"/>
                  </a:lnTo>
                  <a:lnTo>
                    <a:pt x="12166" y="3652"/>
                  </a:lnTo>
                  <a:lnTo>
                    <a:pt x="11926" y="4006"/>
                  </a:lnTo>
                  <a:lnTo>
                    <a:pt x="11424" y="4451"/>
                  </a:lnTo>
                  <a:lnTo>
                    <a:pt x="11230" y="5136"/>
                  </a:lnTo>
                  <a:lnTo>
                    <a:pt x="10899" y="4953"/>
                  </a:lnTo>
                  <a:lnTo>
                    <a:pt x="10591" y="5387"/>
                  </a:lnTo>
                  <a:lnTo>
                    <a:pt x="10796" y="5821"/>
                  </a:lnTo>
                  <a:lnTo>
                    <a:pt x="10431" y="5992"/>
                  </a:lnTo>
                  <a:lnTo>
                    <a:pt x="10226" y="5204"/>
                  </a:lnTo>
                  <a:lnTo>
                    <a:pt x="9541" y="5980"/>
                  </a:lnTo>
                  <a:lnTo>
                    <a:pt x="9427" y="6471"/>
                  </a:lnTo>
                  <a:lnTo>
                    <a:pt x="9336" y="6836"/>
                  </a:lnTo>
                  <a:lnTo>
                    <a:pt x="8788" y="7304"/>
                  </a:lnTo>
                  <a:lnTo>
                    <a:pt x="8503" y="7783"/>
                  </a:lnTo>
                  <a:lnTo>
                    <a:pt x="8000" y="8183"/>
                  </a:lnTo>
                  <a:lnTo>
                    <a:pt x="7133" y="8457"/>
                  </a:lnTo>
                  <a:lnTo>
                    <a:pt x="6688" y="8434"/>
                  </a:lnTo>
                  <a:lnTo>
                    <a:pt x="6483" y="8514"/>
                  </a:lnTo>
                  <a:lnTo>
                    <a:pt x="6323" y="8719"/>
                  </a:lnTo>
                  <a:lnTo>
                    <a:pt x="5821" y="8811"/>
                  </a:lnTo>
                  <a:lnTo>
                    <a:pt x="5147" y="9153"/>
                  </a:lnTo>
                  <a:lnTo>
                    <a:pt x="4953" y="9039"/>
                  </a:lnTo>
                  <a:lnTo>
                    <a:pt x="4577" y="9119"/>
                  </a:lnTo>
                  <a:lnTo>
                    <a:pt x="3926" y="9438"/>
                  </a:lnTo>
                  <a:lnTo>
                    <a:pt x="3470" y="9826"/>
                  </a:lnTo>
                  <a:lnTo>
                    <a:pt x="2785" y="10123"/>
                  </a:lnTo>
                  <a:lnTo>
                    <a:pt x="2340" y="10751"/>
                  </a:lnTo>
                  <a:lnTo>
                    <a:pt x="2397" y="10066"/>
                  </a:lnTo>
                  <a:lnTo>
                    <a:pt x="1963" y="10728"/>
                  </a:lnTo>
                  <a:lnTo>
                    <a:pt x="1941" y="11253"/>
                  </a:lnTo>
                  <a:lnTo>
                    <a:pt x="1758" y="11709"/>
                  </a:lnTo>
                  <a:lnTo>
                    <a:pt x="1541" y="11926"/>
                  </a:lnTo>
                  <a:lnTo>
                    <a:pt x="1359" y="12451"/>
                  </a:lnTo>
                  <a:lnTo>
                    <a:pt x="1484" y="12725"/>
                  </a:lnTo>
                  <a:lnTo>
                    <a:pt x="1507" y="13010"/>
                  </a:lnTo>
                  <a:lnTo>
                    <a:pt x="1735" y="13729"/>
                  </a:lnTo>
                  <a:lnTo>
                    <a:pt x="1632" y="14197"/>
                  </a:lnTo>
                  <a:lnTo>
                    <a:pt x="1484" y="13832"/>
                  </a:lnTo>
                  <a:lnTo>
                    <a:pt x="1165" y="13581"/>
                  </a:lnTo>
                  <a:lnTo>
                    <a:pt x="1222" y="14425"/>
                  </a:lnTo>
                  <a:lnTo>
                    <a:pt x="971" y="14026"/>
                  </a:lnTo>
                  <a:lnTo>
                    <a:pt x="993" y="14425"/>
                  </a:lnTo>
                  <a:lnTo>
                    <a:pt x="1244" y="15133"/>
                  </a:lnTo>
                  <a:lnTo>
                    <a:pt x="1165" y="15852"/>
                  </a:lnTo>
                  <a:lnTo>
                    <a:pt x="1404" y="16206"/>
                  </a:lnTo>
                  <a:lnTo>
                    <a:pt x="1347" y="16480"/>
                  </a:lnTo>
                  <a:lnTo>
                    <a:pt x="1473" y="17062"/>
                  </a:lnTo>
                  <a:lnTo>
                    <a:pt x="1290" y="17575"/>
                  </a:lnTo>
                  <a:lnTo>
                    <a:pt x="1244" y="18089"/>
                  </a:lnTo>
                  <a:lnTo>
                    <a:pt x="1347" y="19013"/>
                  </a:lnTo>
                  <a:lnTo>
                    <a:pt x="1244" y="19549"/>
                  </a:lnTo>
                  <a:lnTo>
                    <a:pt x="936" y="20177"/>
                  </a:lnTo>
                  <a:lnTo>
                    <a:pt x="845" y="20497"/>
                  </a:lnTo>
                  <a:lnTo>
                    <a:pt x="628" y="20713"/>
                  </a:lnTo>
                  <a:lnTo>
                    <a:pt x="217" y="20828"/>
                  </a:lnTo>
                  <a:lnTo>
                    <a:pt x="1" y="21353"/>
                  </a:lnTo>
                  <a:lnTo>
                    <a:pt x="343" y="21524"/>
                  </a:lnTo>
                  <a:lnTo>
                    <a:pt x="914" y="22117"/>
                  </a:lnTo>
                  <a:lnTo>
                    <a:pt x="1427" y="22117"/>
                  </a:lnTo>
                  <a:lnTo>
                    <a:pt x="1975" y="22151"/>
                  </a:lnTo>
                  <a:lnTo>
                    <a:pt x="2443" y="21855"/>
                  </a:lnTo>
                  <a:lnTo>
                    <a:pt x="2933" y="21604"/>
                  </a:lnTo>
                  <a:lnTo>
                    <a:pt x="3127" y="21638"/>
                  </a:lnTo>
                  <a:lnTo>
                    <a:pt x="3767" y="21159"/>
                  </a:lnTo>
                  <a:lnTo>
                    <a:pt x="4314" y="21113"/>
                  </a:lnTo>
                  <a:lnTo>
                    <a:pt x="4896" y="21010"/>
                  </a:lnTo>
                  <a:lnTo>
                    <a:pt x="5501" y="21181"/>
                  </a:lnTo>
                  <a:lnTo>
                    <a:pt x="6015" y="21102"/>
                  </a:lnTo>
                  <a:lnTo>
                    <a:pt x="6665" y="21067"/>
                  </a:lnTo>
                  <a:lnTo>
                    <a:pt x="7099" y="20702"/>
                  </a:lnTo>
                  <a:lnTo>
                    <a:pt x="7418" y="20234"/>
                  </a:lnTo>
                  <a:lnTo>
                    <a:pt x="8160" y="20017"/>
                  </a:lnTo>
                  <a:lnTo>
                    <a:pt x="9153" y="19561"/>
                  </a:lnTo>
                  <a:lnTo>
                    <a:pt x="9861" y="19618"/>
                  </a:lnTo>
                  <a:lnTo>
                    <a:pt x="10842" y="19310"/>
                  </a:lnTo>
                  <a:lnTo>
                    <a:pt x="11961" y="18990"/>
                  </a:lnTo>
                  <a:lnTo>
                    <a:pt x="13353" y="18899"/>
                  </a:lnTo>
                  <a:lnTo>
                    <a:pt x="13923" y="19344"/>
                  </a:lnTo>
                  <a:lnTo>
                    <a:pt x="14460" y="19378"/>
                  </a:lnTo>
                  <a:lnTo>
                    <a:pt x="15213" y="19915"/>
                  </a:lnTo>
                  <a:lnTo>
                    <a:pt x="14985" y="20131"/>
                  </a:lnTo>
                  <a:lnTo>
                    <a:pt x="15236" y="20474"/>
                  </a:lnTo>
                  <a:lnTo>
                    <a:pt x="15430" y="21124"/>
                  </a:lnTo>
                  <a:lnTo>
                    <a:pt x="15202" y="21615"/>
                  </a:lnTo>
                  <a:lnTo>
                    <a:pt x="15612" y="21980"/>
                  </a:lnTo>
                  <a:lnTo>
                    <a:pt x="16229" y="21250"/>
                  </a:lnTo>
                  <a:lnTo>
                    <a:pt x="16834" y="20953"/>
                  </a:lnTo>
                  <a:lnTo>
                    <a:pt x="17792" y="20166"/>
                  </a:lnTo>
                  <a:lnTo>
                    <a:pt x="17564" y="20839"/>
                  </a:lnTo>
                  <a:lnTo>
                    <a:pt x="17085" y="21296"/>
                  </a:lnTo>
                  <a:lnTo>
                    <a:pt x="16719" y="21832"/>
                  </a:lnTo>
                  <a:lnTo>
                    <a:pt x="16092" y="22323"/>
                  </a:lnTo>
                  <a:lnTo>
                    <a:pt x="16834" y="22151"/>
                  </a:lnTo>
                  <a:lnTo>
                    <a:pt x="17507" y="21524"/>
                  </a:lnTo>
                  <a:lnTo>
                    <a:pt x="17381" y="22208"/>
                  </a:lnTo>
                  <a:lnTo>
                    <a:pt x="16925" y="22654"/>
                  </a:lnTo>
                  <a:lnTo>
                    <a:pt x="17598" y="22768"/>
                  </a:lnTo>
                  <a:lnTo>
                    <a:pt x="17781" y="23144"/>
                  </a:lnTo>
                  <a:lnTo>
                    <a:pt x="17724" y="23612"/>
                  </a:lnTo>
                  <a:lnTo>
                    <a:pt x="17507" y="24308"/>
                  </a:lnTo>
                  <a:lnTo>
                    <a:pt x="17712" y="24879"/>
                  </a:lnTo>
                  <a:lnTo>
                    <a:pt x="18283" y="25153"/>
                  </a:lnTo>
                  <a:lnTo>
                    <a:pt x="18682" y="25210"/>
                  </a:lnTo>
                  <a:lnTo>
                    <a:pt x="19025" y="25347"/>
                  </a:lnTo>
                  <a:lnTo>
                    <a:pt x="19515" y="25609"/>
                  </a:lnTo>
                  <a:lnTo>
                    <a:pt x="20542" y="24936"/>
                  </a:lnTo>
                  <a:lnTo>
                    <a:pt x="21045" y="24765"/>
                  </a:lnTo>
                  <a:lnTo>
                    <a:pt x="20657" y="25244"/>
                  </a:lnTo>
                  <a:lnTo>
                    <a:pt x="21033" y="25404"/>
                  </a:lnTo>
                  <a:lnTo>
                    <a:pt x="21421" y="25803"/>
                  </a:lnTo>
                  <a:lnTo>
                    <a:pt x="22083" y="25415"/>
                  </a:lnTo>
                  <a:lnTo>
                    <a:pt x="22631" y="25062"/>
                  </a:lnTo>
                  <a:lnTo>
                    <a:pt x="23532" y="24674"/>
                  </a:lnTo>
                  <a:lnTo>
                    <a:pt x="24388" y="24651"/>
                  </a:lnTo>
                  <a:lnTo>
                    <a:pt x="24982" y="24320"/>
                  </a:lnTo>
                  <a:lnTo>
                    <a:pt x="25107" y="24034"/>
                  </a:lnTo>
                  <a:lnTo>
                    <a:pt x="25541" y="23395"/>
                  </a:lnTo>
                  <a:lnTo>
                    <a:pt x="26100" y="22711"/>
                  </a:lnTo>
                  <a:lnTo>
                    <a:pt x="26614" y="22254"/>
                  </a:lnTo>
                  <a:lnTo>
                    <a:pt x="27241" y="21455"/>
                  </a:lnTo>
                  <a:lnTo>
                    <a:pt x="27709" y="21010"/>
                  </a:lnTo>
                  <a:lnTo>
                    <a:pt x="28337" y="20303"/>
                  </a:lnTo>
                  <a:lnTo>
                    <a:pt x="29102" y="19858"/>
                  </a:lnTo>
                  <a:lnTo>
                    <a:pt x="29821" y="19024"/>
                  </a:lnTo>
                  <a:lnTo>
                    <a:pt x="30266" y="18385"/>
                  </a:lnTo>
                  <a:lnTo>
                    <a:pt x="30460" y="17872"/>
                  </a:lnTo>
                  <a:lnTo>
                    <a:pt x="31007" y="17062"/>
                  </a:lnTo>
                  <a:lnTo>
                    <a:pt x="31304" y="16651"/>
                  </a:lnTo>
                  <a:lnTo>
                    <a:pt x="31658" y="15829"/>
                  </a:lnTo>
                  <a:lnTo>
                    <a:pt x="31555" y="15064"/>
                  </a:lnTo>
                  <a:lnTo>
                    <a:pt x="31806" y="14505"/>
                  </a:lnTo>
                  <a:lnTo>
                    <a:pt x="31955" y="13980"/>
                  </a:lnTo>
                  <a:lnTo>
                    <a:pt x="31955" y="13250"/>
                  </a:lnTo>
                  <a:lnTo>
                    <a:pt x="31555" y="12520"/>
                  </a:lnTo>
                  <a:lnTo>
                    <a:pt x="31293" y="12166"/>
                  </a:lnTo>
                  <a:lnTo>
                    <a:pt x="30871" y="11607"/>
                  </a:lnTo>
                  <a:lnTo>
                    <a:pt x="30973" y="10659"/>
                  </a:lnTo>
                  <a:lnTo>
                    <a:pt x="30756" y="10796"/>
                  </a:lnTo>
                  <a:lnTo>
                    <a:pt x="30528" y="10397"/>
                  </a:lnTo>
                  <a:lnTo>
                    <a:pt x="30174" y="10602"/>
                  </a:lnTo>
                  <a:lnTo>
                    <a:pt x="30095" y="9609"/>
                  </a:lnTo>
                  <a:lnTo>
                    <a:pt x="29775" y="9039"/>
                  </a:lnTo>
                  <a:lnTo>
                    <a:pt x="29923" y="8833"/>
                  </a:lnTo>
                  <a:lnTo>
                    <a:pt x="29478" y="8434"/>
                  </a:lnTo>
                  <a:lnTo>
                    <a:pt x="29022" y="8000"/>
                  </a:lnTo>
                  <a:lnTo>
                    <a:pt x="28269" y="7532"/>
                  </a:lnTo>
                  <a:lnTo>
                    <a:pt x="28132" y="6916"/>
                  </a:lnTo>
                  <a:lnTo>
                    <a:pt x="28326" y="6448"/>
                  </a:lnTo>
                  <a:lnTo>
                    <a:pt x="28269" y="5661"/>
                  </a:lnTo>
                  <a:lnTo>
                    <a:pt x="28075" y="5558"/>
                  </a:lnTo>
                  <a:lnTo>
                    <a:pt x="28052" y="5102"/>
                  </a:lnTo>
                  <a:lnTo>
                    <a:pt x="28017" y="4326"/>
                  </a:lnTo>
                  <a:lnTo>
                    <a:pt x="28177" y="3926"/>
                  </a:lnTo>
                  <a:lnTo>
                    <a:pt x="27846" y="3561"/>
                  </a:lnTo>
                  <a:lnTo>
                    <a:pt x="27652" y="3184"/>
                  </a:lnTo>
                  <a:lnTo>
                    <a:pt x="27093" y="3527"/>
                  </a:lnTo>
                  <a:close/>
                </a:path>
              </a:pathLst>
            </a:custGeom>
            <a:solidFill>
              <a:schemeClr val="accent2"/>
            </a:solidFill>
            <a:ln w="9525" cap="flat" cmpd="sng">
              <a:solidFill>
                <a:schemeClr val="accent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162525" tIns="162525" rIns="162525" bIns="1625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3200"/>
                <a:buFont typeface="Calibri"/>
                <a:buNone/>
              </a:pPr>
              <a:endParaRPr sz="3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925" name="Google Shape;925;p38"/>
            <p:cNvSpPr/>
            <p:nvPr/>
          </p:nvSpPr>
          <p:spPr>
            <a:xfrm>
              <a:off x="3889450" y="2003125"/>
              <a:ext cx="130975" cy="57950"/>
            </a:xfrm>
            <a:custGeom>
              <a:avLst/>
              <a:gdLst/>
              <a:ahLst/>
              <a:cxnLst/>
              <a:rect l="l" t="t" r="r" b="b"/>
              <a:pathLst>
                <a:path w="5239" h="2318" extrusionOk="0">
                  <a:moveTo>
                    <a:pt x="5193" y="400"/>
                  </a:moveTo>
                  <a:lnTo>
                    <a:pt x="4862" y="229"/>
                  </a:lnTo>
                  <a:lnTo>
                    <a:pt x="4531" y="275"/>
                  </a:lnTo>
                  <a:lnTo>
                    <a:pt x="3960" y="1"/>
                  </a:lnTo>
                  <a:lnTo>
                    <a:pt x="3721" y="69"/>
                  </a:lnTo>
                  <a:lnTo>
                    <a:pt x="3344" y="434"/>
                  </a:lnTo>
                  <a:lnTo>
                    <a:pt x="2808" y="149"/>
                  </a:lnTo>
                  <a:lnTo>
                    <a:pt x="2591" y="560"/>
                  </a:lnTo>
                  <a:lnTo>
                    <a:pt x="2351" y="674"/>
                  </a:lnTo>
                  <a:lnTo>
                    <a:pt x="2488" y="1245"/>
                  </a:lnTo>
                  <a:lnTo>
                    <a:pt x="2431" y="1404"/>
                  </a:lnTo>
                  <a:lnTo>
                    <a:pt x="2191" y="1210"/>
                  </a:lnTo>
                  <a:lnTo>
                    <a:pt x="1849" y="1188"/>
                  </a:lnTo>
                  <a:lnTo>
                    <a:pt x="1358" y="1359"/>
                  </a:lnTo>
                  <a:lnTo>
                    <a:pt x="731" y="1313"/>
                  </a:lnTo>
                  <a:lnTo>
                    <a:pt x="651" y="1541"/>
                  </a:lnTo>
                  <a:lnTo>
                    <a:pt x="286" y="1302"/>
                  </a:lnTo>
                  <a:lnTo>
                    <a:pt x="69" y="1347"/>
                  </a:lnTo>
                  <a:lnTo>
                    <a:pt x="92" y="1496"/>
                  </a:lnTo>
                  <a:lnTo>
                    <a:pt x="0" y="1724"/>
                  </a:lnTo>
                  <a:lnTo>
                    <a:pt x="320" y="1884"/>
                  </a:lnTo>
                  <a:lnTo>
                    <a:pt x="696" y="1918"/>
                  </a:lnTo>
                  <a:lnTo>
                    <a:pt x="1130" y="2044"/>
                  </a:lnTo>
                  <a:lnTo>
                    <a:pt x="1210" y="1872"/>
                  </a:lnTo>
                  <a:lnTo>
                    <a:pt x="1895" y="1713"/>
                  </a:lnTo>
                  <a:lnTo>
                    <a:pt x="2077" y="2032"/>
                  </a:lnTo>
                  <a:lnTo>
                    <a:pt x="3104" y="2260"/>
                  </a:lnTo>
                  <a:lnTo>
                    <a:pt x="3698" y="2317"/>
                  </a:lnTo>
                  <a:lnTo>
                    <a:pt x="4040" y="2112"/>
                  </a:lnTo>
                  <a:lnTo>
                    <a:pt x="4656" y="2101"/>
                  </a:lnTo>
                  <a:lnTo>
                    <a:pt x="4782" y="1941"/>
                  </a:lnTo>
                  <a:lnTo>
                    <a:pt x="4976" y="1370"/>
                  </a:lnTo>
                  <a:lnTo>
                    <a:pt x="4816" y="1188"/>
                  </a:lnTo>
                  <a:lnTo>
                    <a:pt x="5216" y="1188"/>
                  </a:lnTo>
                  <a:lnTo>
                    <a:pt x="5239" y="811"/>
                  </a:lnTo>
                  <a:lnTo>
                    <a:pt x="5147" y="514"/>
                  </a:lnTo>
                  <a:close/>
                </a:path>
              </a:pathLst>
            </a:custGeom>
            <a:solidFill>
              <a:schemeClr val="accent2"/>
            </a:solidFill>
            <a:ln w="9525" cap="flat" cmpd="sng">
              <a:solidFill>
                <a:schemeClr val="accent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162525" tIns="162525" rIns="162525" bIns="1625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3200"/>
                <a:buFont typeface="Calibri"/>
                <a:buNone/>
              </a:pPr>
              <a:endParaRPr sz="3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926" name="Google Shape;926;p38"/>
            <p:cNvSpPr/>
            <p:nvPr/>
          </p:nvSpPr>
          <p:spPr>
            <a:xfrm>
              <a:off x="4546500" y="2161475"/>
              <a:ext cx="104725" cy="81050"/>
            </a:xfrm>
            <a:custGeom>
              <a:avLst/>
              <a:gdLst/>
              <a:ahLst/>
              <a:cxnLst/>
              <a:rect l="l" t="t" r="r" b="b"/>
              <a:pathLst>
                <a:path w="4189" h="3242" extrusionOk="0">
                  <a:moveTo>
                    <a:pt x="286" y="1895"/>
                  </a:moveTo>
                  <a:lnTo>
                    <a:pt x="149" y="1929"/>
                  </a:lnTo>
                  <a:lnTo>
                    <a:pt x="320" y="2272"/>
                  </a:lnTo>
                  <a:lnTo>
                    <a:pt x="777" y="2682"/>
                  </a:lnTo>
                  <a:lnTo>
                    <a:pt x="1302" y="2808"/>
                  </a:lnTo>
                  <a:lnTo>
                    <a:pt x="902" y="2283"/>
                  </a:lnTo>
                  <a:lnTo>
                    <a:pt x="879" y="2135"/>
                  </a:lnTo>
                  <a:lnTo>
                    <a:pt x="548" y="2135"/>
                  </a:lnTo>
                  <a:close/>
                  <a:moveTo>
                    <a:pt x="1769" y="571"/>
                  </a:moveTo>
                  <a:lnTo>
                    <a:pt x="1165" y="23"/>
                  </a:lnTo>
                  <a:lnTo>
                    <a:pt x="948" y="1"/>
                  </a:lnTo>
                  <a:lnTo>
                    <a:pt x="788" y="126"/>
                  </a:lnTo>
                  <a:lnTo>
                    <a:pt x="1245" y="617"/>
                  </a:lnTo>
                  <a:lnTo>
                    <a:pt x="1165" y="708"/>
                  </a:lnTo>
                  <a:lnTo>
                    <a:pt x="765" y="651"/>
                  </a:lnTo>
                  <a:lnTo>
                    <a:pt x="160" y="400"/>
                  </a:lnTo>
                  <a:lnTo>
                    <a:pt x="1" y="537"/>
                  </a:lnTo>
                  <a:lnTo>
                    <a:pt x="206" y="788"/>
                  </a:lnTo>
                  <a:lnTo>
                    <a:pt x="514" y="936"/>
                  </a:lnTo>
                  <a:lnTo>
                    <a:pt x="423" y="1153"/>
                  </a:lnTo>
                  <a:lnTo>
                    <a:pt x="857" y="1473"/>
                  </a:lnTo>
                  <a:lnTo>
                    <a:pt x="720" y="1758"/>
                  </a:lnTo>
                  <a:lnTo>
                    <a:pt x="1073" y="1998"/>
                  </a:lnTo>
                  <a:lnTo>
                    <a:pt x="1427" y="2157"/>
                  </a:lnTo>
                  <a:lnTo>
                    <a:pt x="1564" y="2785"/>
                  </a:lnTo>
                  <a:lnTo>
                    <a:pt x="2317" y="2112"/>
                  </a:lnTo>
                  <a:lnTo>
                    <a:pt x="2591" y="2043"/>
                  </a:lnTo>
                  <a:lnTo>
                    <a:pt x="2854" y="2306"/>
                  </a:lnTo>
                  <a:lnTo>
                    <a:pt x="2682" y="2751"/>
                  </a:lnTo>
                  <a:lnTo>
                    <a:pt x="3230" y="3242"/>
                  </a:lnTo>
                  <a:lnTo>
                    <a:pt x="3413" y="3196"/>
                  </a:lnTo>
                  <a:lnTo>
                    <a:pt x="3299" y="2739"/>
                  </a:lnTo>
                  <a:lnTo>
                    <a:pt x="3538" y="2523"/>
                  </a:lnTo>
                  <a:lnTo>
                    <a:pt x="3595" y="2214"/>
                  </a:lnTo>
                  <a:lnTo>
                    <a:pt x="3584" y="1496"/>
                  </a:lnTo>
                  <a:lnTo>
                    <a:pt x="4189" y="1427"/>
                  </a:lnTo>
                  <a:lnTo>
                    <a:pt x="3904" y="1187"/>
                  </a:lnTo>
                  <a:lnTo>
                    <a:pt x="3538" y="1153"/>
                  </a:lnTo>
                  <a:lnTo>
                    <a:pt x="3048" y="514"/>
                  </a:lnTo>
                  <a:lnTo>
                    <a:pt x="2557" y="58"/>
                  </a:lnTo>
                  <a:lnTo>
                    <a:pt x="2557" y="58"/>
                  </a:lnTo>
                  <a:lnTo>
                    <a:pt x="2192" y="411"/>
                  </a:lnTo>
                  <a:lnTo>
                    <a:pt x="2112" y="628"/>
                  </a:lnTo>
                  <a:close/>
                </a:path>
              </a:pathLst>
            </a:custGeom>
            <a:solidFill>
              <a:schemeClr val="accent2"/>
            </a:solidFill>
            <a:ln w="9525" cap="flat" cmpd="sng">
              <a:solidFill>
                <a:schemeClr val="accent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162525" tIns="162525" rIns="162525" bIns="1625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3200"/>
                <a:buFont typeface="Calibri"/>
                <a:buNone/>
              </a:pPr>
              <a:endParaRPr sz="3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927" name="Google Shape;927;p38"/>
            <p:cNvSpPr/>
            <p:nvPr/>
          </p:nvSpPr>
          <p:spPr>
            <a:xfrm>
              <a:off x="4302575" y="3165450"/>
              <a:ext cx="34825" cy="48250"/>
            </a:xfrm>
            <a:custGeom>
              <a:avLst/>
              <a:gdLst/>
              <a:ahLst/>
              <a:cxnLst/>
              <a:rect l="l" t="t" r="r" b="b"/>
              <a:pathLst>
                <a:path w="1393" h="1930" extrusionOk="0">
                  <a:moveTo>
                    <a:pt x="1221" y="412"/>
                  </a:moveTo>
                  <a:lnTo>
                    <a:pt x="1176" y="58"/>
                  </a:lnTo>
                  <a:lnTo>
                    <a:pt x="1176" y="58"/>
                  </a:lnTo>
                  <a:lnTo>
                    <a:pt x="742" y="1"/>
                  </a:lnTo>
                  <a:lnTo>
                    <a:pt x="502" y="514"/>
                  </a:lnTo>
                  <a:lnTo>
                    <a:pt x="0" y="446"/>
                  </a:lnTo>
                  <a:lnTo>
                    <a:pt x="206" y="857"/>
                  </a:lnTo>
                  <a:lnTo>
                    <a:pt x="217" y="1017"/>
                  </a:lnTo>
                  <a:lnTo>
                    <a:pt x="502" y="1884"/>
                  </a:lnTo>
                  <a:lnTo>
                    <a:pt x="491" y="1930"/>
                  </a:lnTo>
                  <a:lnTo>
                    <a:pt x="571" y="1907"/>
                  </a:lnTo>
                  <a:lnTo>
                    <a:pt x="879" y="1587"/>
                  </a:lnTo>
                  <a:lnTo>
                    <a:pt x="1187" y="1108"/>
                  </a:lnTo>
                  <a:lnTo>
                    <a:pt x="1392" y="914"/>
                  </a:lnTo>
                  <a:lnTo>
                    <a:pt x="1392" y="629"/>
                  </a:lnTo>
                  <a:close/>
                </a:path>
              </a:pathLst>
            </a:custGeom>
            <a:solidFill>
              <a:schemeClr val="accent2"/>
            </a:solidFill>
            <a:ln w="9525" cap="flat" cmpd="sng">
              <a:solidFill>
                <a:schemeClr val="accent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162525" tIns="162525" rIns="162525" bIns="1625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3200"/>
                <a:buFont typeface="Calibri"/>
                <a:buNone/>
              </a:pPr>
              <a:endParaRPr sz="3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928" name="Google Shape;928;p38"/>
            <p:cNvSpPr/>
            <p:nvPr/>
          </p:nvSpPr>
          <p:spPr>
            <a:xfrm>
              <a:off x="3764775" y="1949775"/>
              <a:ext cx="63350" cy="42825"/>
            </a:xfrm>
            <a:custGeom>
              <a:avLst/>
              <a:gdLst/>
              <a:ahLst/>
              <a:cxnLst/>
              <a:rect l="l" t="t" r="r" b="b"/>
              <a:pathLst>
                <a:path w="2534" h="1713" extrusionOk="0">
                  <a:moveTo>
                    <a:pt x="1689" y="1"/>
                  </a:moveTo>
                  <a:lnTo>
                    <a:pt x="1062" y="183"/>
                  </a:lnTo>
                  <a:lnTo>
                    <a:pt x="548" y="115"/>
                  </a:lnTo>
                  <a:lnTo>
                    <a:pt x="548" y="115"/>
                  </a:lnTo>
                  <a:lnTo>
                    <a:pt x="0" y="286"/>
                  </a:lnTo>
                  <a:lnTo>
                    <a:pt x="103" y="594"/>
                  </a:lnTo>
                  <a:lnTo>
                    <a:pt x="422" y="606"/>
                  </a:lnTo>
                  <a:lnTo>
                    <a:pt x="765" y="948"/>
                  </a:lnTo>
                  <a:lnTo>
                    <a:pt x="1244" y="1370"/>
                  </a:lnTo>
                  <a:lnTo>
                    <a:pt x="1598" y="1302"/>
                  </a:lnTo>
                  <a:lnTo>
                    <a:pt x="2226" y="1712"/>
                  </a:lnTo>
                  <a:lnTo>
                    <a:pt x="2283" y="1210"/>
                  </a:lnTo>
                  <a:lnTo>
                    <a:pt x="2477" y="1176"/>
                  </a:lnTo>
                  <a:lnTo>
                    <a:pt x="2534" y="583"/>
                  </a:lnTo>
                  <a:lnTo>
                    <a:pt x="2134" y="377"/>
                  </a:lnTo>
                  <a:close/>
                </a:path>
              </a:pathLst>
            </a:custGeom>
            <a:solidFill>
              <a:schemeClr val="accent2"/>
            </a:solidFill>
            <a:ln w="9525" cap="flat" cmpd="sng">
              <a:solidFill>
                <a:schemeClr val="accent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162525" tIns="162525" rIns="162525" bIns="1625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3200"/>
                <a:buFont typeface="Calibri"/>
                <a:buNone/>
              </a:pPr>
              <a:endParaRPr sz="3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929" name="Google Shape;929;p38"/>
            <p:cNvSpPr/>
            <p:nvPr/>
          </p:nvSpPr>
          <p:spPr>
            <a:xfrm>
              <a:off x="3736525" y="2834500"/>
              <a:ext cx="60500" cy="138400"/>
            </a:xfrm>
            <a:custGeom>
              <a:avLst/>
              <a:gdLst/>
              <a:ahLst/>
              <a:cxnLst/>
              <a:rect l="l" t="t" r="r" b="b"/>
              <a:pathLst>
                <a:path w="2420" h="5536" extrusionOk="0">
                  <a:moveTo>
                    <a:pt x="2271" y="526"/>
                  </a:moveTo>
                  <a:lnTo>
                    <a:pt x="1667" y="1"/>
                  </a:lnTo>
                  <a:lnTo>
                    <a:pt x="1381" y="1"/>
                  </a:lnTo>
                  <a:lnTo>
                    <a:pt x="1107" y="275"/>
                  </a:lnTo>
                  <a:lnTo>
                    <a:pt x="936" y="537"/>
                  </a:lnTo>
                  <a:lnTo>
                    <a:pt x="548" y="628"/>
                  </a:lnTo>
                  <a:lnTo>
                    <a:pt x="377" y="1028"/>
                  </a:lnTo>
                  <a:lnTo>
                    <a:pt x="103" y="1131"/>
                  </a:lnTo>
                  <a:lnTo>
                    <a:pt x="0" y="1599"/>
                  </a:lnTo>
                  <a:lnTo>
                    <a:pt x="251" y="1872"/>
                  </a:lnTo>
                  <a:lnTo>
                    <a:pt x="537" y="2192"/>
                  </a:lnTo>
                  <a:lnTo>
                    <a:pt x="560" y="2637"/>
                  </a:lnTo>
                  <a:lnTo>
                    <a:pt x="719" y="2820"/>
                  </a:lnTo>
                  <a:lnTo>
                    <a:pt x="697" y="4908"/>
                  </a:lnTo>
                  <a:lnTo>
                    <a:pt x="891" y="5536"/>
                  </a:lnTo>
                  <a:lnTo>
                    <a:pt x="1552" y="5422"/>
                  </a:lnTo>
                  <a:lnTo>
                    <a:pt x="1587" y="3961"/>
                  </a:lnTo>
                  <a:lnTo>
                    <a:pt x="1575" y="3379"/>
                  </a:lnTo>
                  <a:lnTo>
                    <a:pt x="1712" y="2808"/>
                  </a:lnTo>
                  <a:lnTo>
                    <a:pt x="1963" y="2534"/>
                  </a:lnTo>
                  <a:lnTo>
                    <a:pt x="2351" y="1964"/>
                  </a:lnTo>
                  <a:lnTo>
                    <a:pt x="2260" y="1724"/>
                  </a:lnTo>
                  <a:lnTo>
                    <a:pt x="2420" y="1370"/>
                  </a:lnTo>
                  <a:lnTo>
                    <a:pt x="2249" y="823"/>
                  </a:lnTo>
                  <a:close/>
                </a:path>
              </a:pathLst>
            </a:custGeom>
            <a:solidFill>
              <a:schemeClr val="accent2"/>
            </a:solidFill>
            <a:ln w="9525" cap="flat" cmpd="sng">
              <a:solidFill>
                <a:schemeClr val="accent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162525" tIns="162525" rIns="162525" bIns="1625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3200"/>
                <a:buFont typeface="Calibri"/>
                <a:buNone/>
              </a:pPr>
              <a:endParaRPr sz="3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930" name="Google Shape;930;p38"/>
            <p:cNvSpPr/>
            <p:nvPr/>
          </p:nvSpPr>
          <p:spPr>
            <a:xfrm>
              <a:off x="3612125" y="2769175"/>
              <a:ext cx="152375" cy="124975"/>
            </a:xfrm>
            <a:custGeom>
              <a:avLst/>
              <a:gdLst/>
              <a:ahLst/>
              <a:cxnLst/>
              <a:rect l="l" t="t" r="r" b="b"/>
              <a:pathLst>
                <a:path w="6095" h="4999" extrusionOk="0">
                  <a:moveTo>
                    <a:pt x="4668" y="172"/>
                  </a:moveTo>
                  <a:lnTo>
                    <a:pt x="4155" y="172"/>
                  </a:lnTo>
                  <a:lnTo>
                    <a:pt x="3961" y="0"/>
                  </a:lnTo>
                  <a:lnTo>
                    <a:pt x="3527" y="126"/>
                  </a:lnTo>
                  <a:lnTo>
                    <a:pt x="2785" y="503"/>
                  </a:lnTo>
                  <a:lnTo>
                    <a:pt x="2625" y="788"/>
                  </a:lnTo>
                  <a:lnTo>
                    <a:pt x="2021" y="1199"/>
                  </a:lnTo>
                  <a:lnTo>
                    <a:pt x="1906" y="1427"/>
                  </a:lnTo>
                  <a:lnTo>
                    <a:pt x="1576" y="1610"/>
                  </a:lnTo>
                  <a:lnTo>
                    <a:pt x="1188" y="1484"/>
                  </a:lnTo>
                  <a:lnTo>
                    <a:pt x="959" y="1712"/>
                  </a:lnTo>
                  <a:lnTo>
                    <a:pt x="845" y="2340"/>
                  </a:lnTo>
                  <a:lnTo>
                    <a:pt x="206" y="3082"/>
                  </a:lnTo>
                  <a:lnTo>
                    <a:pt x="229" y="3401"/>
                  </a:lnTo>
                  <a:lnTo>
                    <a:pt x="1" y="3778"/>
                  </a:lnTo>
                  <a:lnTo>
                    <a:pt x="58" y="4314"/>
                  </a:lnTo>
                  <a:lnTo>
                    <a:pt x="423" y="4508"/>
                  </a:lnTo>
                  <a:lnTo>
                    <a:pt x="560" y="4805"/>
                  </a:lnTo>
                  <a:lnTo>
                    <a:pt x="914" y="4999"/>
                  </a:lnTo>
                  <a:lnTo>
                    <a:pt x="1188" y="4771"/>
                  </a:lnTo>
                  <a:lnTo>
                    <a:pt x="1576" y="4736"/>
                  </a:lnTo>
                  <a:lnTo>
                    <a:pt x="2112" y="4965"/>
                  </a:lnTo>
                  <a:lnTo>
                    <a:pt x="1998" y="4280"/>
                  </a:lnTo>
                  <a:lnTo>
                    <a:pt x="2032" y="3766"/>
                  </a:lnTo>
                  <a:lnTo>
                    <a:pt x="3413" y="3721"/>
                  </a:lnTo>
                  <a:lnTo>
                    <a:pt x="3755" y="3801"/>
                  </a:lnTo>
                  <a:lnTo>
                    <a:pt x="4018" y="3652"/>
                  </a:lnTo>
                  <a:lnTo>
                    <a:pt x="4383" y="3721"/>
                  </a:lnTo>
                  <a:lnTo>
                    <a:pt x="5079" y="3744"/>
                  </a:lnTo>
                  <a:lnTo>
                    <a:pt x="5353" y="3641"/>
                  </a:lnTo>
                  <a:lnTo>
                    <a:pt x="5524" y="3241"/>
                  </a:lnTo>
                  <a:lnTo>
                    <a:pt x="5912" y="3150"/>
                  </a:lnTo>
                  <a:lnTo>
                    <a:pt x="6083" y="2888"/>
                  </a:lnTo>
                  <a:lnTo>
                    <a:pt x="6095" y="2260"/>
                  </a:lnTo>
                  <a:lnTo>
                    <a:pt x="5182" y="2055"/>
                  </a:lnTo>
                  <a:lnTo>
                    <a:pt x="5159" y="1610"/>
                  </a:lnTo>
                  <a:lnTo>
                    <a:pt x="4714" y="1028"/>
                  </a:lnTo>
                  <a:lnTo>
                    <a:pt x="4600" y="617"/>
                  </a:lnTo>
                  <a:close/>
                </a:path>
              </a:pathLst>
            </a:custGeom>
            <a:solidFill>
              <a:schemeClr val="accent2"/>
            </a:solidFill>
            <a:ln w="9525" cap="flat" cmpd="sng">
              <a:solidFill>
                <a:schemeClr val="accent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162525" tIns="162525" rIns="162525" bIns="1625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3200"/>
                <a:buFont typeface="Calibri"/>
                <a:buNone/>
              </a:pPr>
              <a:endParaRPr sz="3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931" name="Google Shape;931;p38"/>
            <p:cNvSpPr/>
            <p:nvPr/>
          </p:nvSpPr>
          <p:spPr>
            <a:xfrm>
              <a:off x="5438375" y="2512125"/>
              <a:ext cx="102725" cy="130975"/>
            </a:xfrm>
            <a:custGeom>
              <a:avLst/>
              <a:gdLst/>
              <a:ahLst/>
              <a:cxnLst/>
              <a:rect l="l" t="t" r="r" b="b"/>
              <a:pathLst>
                <a:path w="4109" h="5239" extrusionOk="0">
                  <a:moveTo>
                    <a:pt x="4040" y="3994"/>
                  </a:moveTo>
                  <a:lnTo>
                    <a:pt x="3401" y="2545"/>
                  </a:lnTo>
                  <a:lnTo>
                    <a:pt x="3184" y="2568"/>
                  </a:lnTo>
                  <a:lnTo>
                    <a:pt x="3161" y="3138"/>
                  </a:lnTo>
                  <a:lnTo>
                    <a:pt x="2659" y="2671"/>
                  </a:lnTo>
                  <a:lnTo>
                    <a:pt x="2819" y="2146"/>
                  </a:lnTo>
                  <a:lnTo>
                    <a:pt x="3161" y="2100"/>
                  </a:lnTo>
                  <a:lnTo>
                    <a:pt x="3390" y="1335"/>
                  </a:lnTo>
                  <a:lnTo>
                    <a:pt x="2899" y="1176"/>
                  </a:lnTo>
                  <a:lnTo>
                    <a:pt x="2191" y="1198"/>
                  </a:lnTo>
                  <a:lnTo>
                    <a:pt x="1415" y="1073"/>
                  </a:lnTo>
                  <a:lnTo>
                    <a:pt x="1244" y="445"/>
                  </a:lnTo>
                  <a:lnTo>
                    <a:pt x="856" y="388"/>
                  </a:lnTo>
                  <a:lnTo>
                    <a:pt x="171" y="0"/>
                  </a:lnTo>
                  <a:lnTo>
                    <a:pt x="0" y="616"/>
                  </a:lnTo>
                  <a:lnTo>
                    <a:pt x="662" y="1096"/>
                  </a:lnTo>
                  <a:lnTo>
                    <a:pt x="217" y="1438"/>
                  </a:lnTo>
                  <a:lnTo>
                    <a:pt x="103" y="1769"/>
                  </a:lnTo>
                  <a:lnTo>
                    <a:pt x="628" y="2009"/>
                  </a:lnTo>
                  <a:lnTo>
                    <a:pt x="571" y="2556"/>
                  </a:lnTo>
                  <a:lnTo>
                    <a:pt x="947" y="3241"/>
                  </a:lnTo>
                  <a:lnTo>
                    <a:pt x="1176" y="3983"/>
                  </a:lnTo>
                  <a:lnTo>
                    <a:pt x="1484" y="4063"/>
                  </a:lnTo>
                  <a:lnTo>
                    <a:pt x="1735" y="4166"/>
                  </a:lnTo>
                  <a:lnTo>
                    <a:pt x="1815" y="3994"/>
                  </a:lnTo>
                  <a:lnTo>
                    <a:pt x="2168" y="4177"/>
                  </a:lnTo>
                  <a:lnTo>
                    <a:pt x="2362" y="3675"/>
                  </a:lnTo>
                  <a:lnTo>
                    <a:pt x="2226" y="3310"/>
                  </a:lnTo>
                  <a:lnTo>
                    <a:pt x="2956" y="3332"/>
                  </a:lnTo>
                  <a:lnTo>
                    <a:pt x="3355" y="3869"/>
                  </a:lnTo>
                  <a:lnTo>
                    <a:pt x="3572" y="4302"/>
                  </a:lnTo>
                  <a:lnTo>
                    <a:pt x="3686" y="4759"/>
                  </a:lnTo>
                  <a:lnTo>
                    <a:pt x="3972" y="5238"/>
                  </a:lnTo>
                  <a:lnTo>
                    <a:pt x="3812" y="4508"/>
                  </a:lnTo>
                  <a:lnTo>
                    <a:pt x="4109" y="4645"/>
                  </a:lnTo>
                  <a:close/>
                </a:path>
              </a:pathLst>
            </a:custGeom>
            <a:solidFill>
              <a:schemeClr val="accent2"/>
            </a:solidFill>
            <a:ln w="9525" cap="flat" cmpd="sng">
              <a:solidFill>
                <a:schemeClr val="accent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162525" tIns="162525" rIns="162525" bIns="1625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3200"/>
                <a:buFont typeface="Calibri"/>
                <a:buNone/>
              </a:pPr>
              <a:endParaRPr sz="3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932" name="Google Shape;932;p38"/>
            <p:cNvSpPr/>
            <p:nvPr/>
          </p:nvSpPr>
          <p:spPr>
            <a:xfrm>
              <a:off x="4126250" y="2109550"/>
              <a:ext cx="111850" cy="65925"/>
            </a:xfrm>
            <a:custGeom>
              <a:avLst/>
              <a:gdLst/>
              <a:ahLst/>
              <a:cxnLst/>
              <a:rect l="l" t="t" r="r" b="b"/>
              <a:pathLst>
                <a:path w="4474" h="2637" extrusionOk="0">
                  <a:moveTo>
                    <a:pt x="4474" y="468"/>
                  </a:moveTo>
                  <a:lnTo>
                    <a:pt x="4040" y="366"/>
                  </a:lnTo>
                  <a:lnTo>
                    <a:pt x="3470" y="58"/>
                  </a:lnTo>
                  <a:lnTo>
                    <a:pt x="2648" y="252"/>
                  </a:lnTo>
                  <a:lnTo>
                    <a:pt x="2317" y="480"/>
                  </a:lnTo>
                  <a:lnTo>
                    <a:pt x="1256" y="434"/>
                  </a:lnTo>
                  <a:lnTo>
                    <a:pt x="685" y="297"/>
                  </a:lnTo>
                  <a:lnTo>
                    <a:pt x="411" y="366"/>
                  </a:lnTo>
                  <a:lnTo>
                    <a:pt x="149" y="0"/>
                  </a:lnTo>
                  <a:lnTo>
                    <a:pt x="0" y="194"/>
                  </a:lnTo>
                  <a:lnTo>
                    <a:pt x="92" y="525"/>
                  </a:lnTo>
                  <a:lnTo>
                    <a:pt x="491" y="891"/>
                  </a:lnTo>
                  <a:lnTo>
                    <a:pt x="251" y="1165"/>
                  </a:lnTo>
                  <a:lnTo>
                    <a:pt x="149" y="1450"/>
                  </a:lnTo>
                  <a:lnTo>
                    <a:pt x="240" y="1553"/>
                  </a:lnTo>
                  <a:lnTo>
                    <a:pt x="137" y="1678"/>
                  </a:lnTo>
                  <a:lnTo>
                    <a:pt x="537" y="1963"/>
                  </a:lnTo>
                  <a:lnTo>
                    <a:pt x="651" y="2545"/>
                  </a:lnTo>
                  <a:lnTo>
                    <a:pt x="1187" y="2580"/>
                  </a:lnTo>
                  <a:lnTo>
                    <a:pt x="1746" y="2329"/>
                  </a:lnTo>
                  <a:lnTo>
                    <a:pt x="2306" y="2637"/>
                  </a:lnTo>
                  <a:lnTo>
                    <a:pt x="2956" y="2545"/>
                  </a:lnTo>
                  <a:lnTo>
                    <a:pt x="2922" y="2123"/>
                  </a:lnTo>
                  <a:lnTo>
                    <a:pt x="3630" y="1838"/>
                  </a:lnTo>
                  <a:lnTo>
                    <a:pt x="4269" y="1952"/>
                  </a:lnTo>
                  <a:lnTo>
                    <a:pt x="3972" y="1450"/>
                  </a:lnTo>
                  <a:lnTo>
                    <a:pt x="4154" y="822"/>
                  </a:lnTo>
                  <a:close/>
                </a:path>
              </a:pathLst>
            </a:custGeom>
            <a:solidFill>
              <a:schemeClr val="accent2"/>
            </a:solidFill>
            <a:ln w="9525" cap="flat" cmpd="sng">
              <a:solidFill>
                <a:schemeClr val="accent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162525" tIns="162525" rIns="162525" bIns="1625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3200"/>
                <a:buFont typeface="Calibri"/>
                <a:buNone/>
              </a:pPr>
              <a:endParaRPr sz="3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933" name="Google Shape;933;p38"/>
            <p:cNvSpPr/>
            <p:nvPr/>
          </p:nvSpPr>
          <p:spPr>
            <a:xfrm>
              <a:off x="4004425" y="2087575"/>
              <a:ext cx="71075" cy="56800"/>
            </a:xfrm>
            <a:custGeom>
              <a:avLst/>
              <a:gdLst/>
              <a:ahLst/>
              <a:cxnLst/>
              <a:rect l="l" t="t" r="r" b="b"/>
              <a:pathLst>
                <a:path w="2843" h="2272" extrusionOk="0">
                  <a:moveTo>
                    <a:pt x="879" y="1"/>
                  </a:moveTo>
                  <a:lnTo>
                    <a:pt x="548" y="24"/>
                  </a:lnTo>
                  <a:lnTo>
                    <a:pt x="400" y="206"/>
                  </a:lnTo>
                  <a:lnTo>
                    <a:pt x="137" y="1"/>
                  </a:lnTo>
                  <a:lnTo>
                    <a:pt x="0" y="366"/>
                  </a:lnTo>
                  <a:lnTo>
                    <a:pt x="388" y="777"/>
                  </a:lnTo>
                  <a:lnTo>
                    <a:pt x="571" y="1051"/>
                  </a:lnTo>
                  <a:lnTo>
                    <a:pt x="925" y="1370"/>
                  </a:lnTo>
                  <a:lnTo>
                    <a:pt x="1210" y="1576"/>
                  </a:lnTo>
                  <a:lnTo>
                    <a:pt x="1530" y="1929"/>
                  </a:lnTo>
                  <a:lnTo>
                    <a:pt x="2203" y="2272"/>
                  </a:lnTo>
                  <a:lnTo>
                    <a:pt x="2260" y="1781"/>
                  </a:lnTo>
                  <a:lnTo>
                    <a:pt x="2477" y="1587"/>
                  </a:lnTo>
                  <a:lnTo>
                    <a:pt x="2602" y="1496"/>
                  </a:lnTo>
                  <a:lnTo>
                    <a:pt x="2774" y="1462"/>
                  </a:lnTo>
                  <a:lnTo>
                    <a:pt x="2842" y="1051"/>
                  </a:lnTo>
                  <a:lnTo>
                    <a:pt x="2454" y="720"/>
                  </a:lnTo>
                  <a:lnTo>
                    <a:pt x="2602" y="332"/>
                  </a:lnTo>
                  <a:lnTo>
                    <a:pt x="2340" y="332"/>
                  </a:lnTo>
                  <a:lnTo>
                    <a:pt x="2340" y="332"/>
                  </a:lnTo>
                  <a:lnTo>
                    <a:pt x="1998" y="138"/>
                  </a:lnTo>
                  <a:lnTo>
                    <a:pt x="1507" y="149"/>
                  </a:lnTo>
                  <a:close/>
                </a:path>
              </a:pathLst>
            </a:custGeom>
            <a:solidFill>
              <a:schemeClr val="accent2"/>
            </a:solidFill>
            <a:ln w="9525" cap="flat" cmpd="sng">
              <a:solidFill>
                <a:schemeClr val="accent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162525" tIns="162525" rIns="162525" bIns="1625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3200"/>
                <a:buFont typeface="Calibri"/>
                <a:buNone/>
              </a:pPr>
              <a:endParaRPr sz="3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934" name="Google Shape;934;p38"/>
            <p:cNvSpPr/>
            <p:nvPr/>
          </p:nvSpPr>
          <p:spPr>
            <a:xfrm>
              <a:off x="4117700" y="1848775"/>
              <a:ext cx="158350" cy="104450"/>
            </a:xfrm>
            <a:custGeom>
              <a:avLst/>
              <a:gdLst/>
              <a:ahLst/>
              <a:cxnLst/>
              <a:rect l="l" t="t" r="r" b="b"/>
              <a:pathLst>
                <a:path w="6334" h="4178" extrusionOk="0">
                  <a:moveTo>
                    <a:pt x="3561" y="218"/>
                  </a:moveTo>
                  <a:lnTo>
                    <a:pt x="2819" y="1"/>
                  </a:lnTo>
                  <a:lnTo>
                    <a:pt x="2168" y="332"/>
                  </a:lnTo>
                  <a:lnTo>
                    <a:pt x="1792" y="469"/>
                  </a:lnTo>
                  <a:lnTo>
                    <a:pt x="1917" y="845"/>
                  </a:lnTo>
                  <a:lnTo>
                    <a:pt x="1427" y="1131"/>
                  </a:lnTo>
                  <a:lnTo>
                    <a:pt x="1347" y="1610"/>
                  </a:lnTo>
                  <a:lnTo>
                    <a:pt x="662" y="1929"/>
                  </a:lnTo>
                  <a:lnTo>
                    <a:pt x="11" y="1929"/>
                  </a:lnTo>
                  <a:lnTo>
                    <a:pt x="91" y="2306"/>
                  </a:lnTo>
                  <a:lnTo>
                    <a:pt x="342" y="2637"/>
                  </a:lnTo>
                  <a:lnTo>
                    <a:pt x="377" y="2979"/>
                  </a:lnTo>
                  <a:lnTo>
                    <a:pt x="0" y="3151"/>
                  </a:lnTo>
                  <a:lnTo>
                    <a:pt x="263" y="3561"/>
                  </a:lnTo>
                  <a:lnTo>
                    <a:pt x="342" y="3949"/>
                  </a:lnTo>
                  <a:lnTo>
                    <a:pt x="651" y="3904"/>
                  </a:lnTo>
                  <a:lnTo>
                    <a:pt x="993" y="3675"/>
                  </a:lnTo>
                  <a:lnTo>
                    <a:pt x="1518" y="3653"/>
                  </a:lnTo>
                  <a:lnTo>
                    <a:pt x="2237" y="3721"/>
                  </a:lnTo>
                  <a:lnTo>
                    <a:pt x="3036" y="3938"/>
                  </a:lnTo>
                  <a:lnTo>
                    <a:pt x="3572" y="3949"/>
                  </a:lnTo>
                  <a:lnTo>
                    <a:pt x="3857" y="4075"/>
                  </a:lnTo>
                  <a:lnTo>
                    <a:pt x="4086" y="3927"/>
                  </a:lnTo>
                  <a:lnTo>
                    <a:pt x="4302" y="4132"/>
                  </a:lnTo>
                  <a:lnTo>
                    <a:pt x="4919" y="4098"/>
                  </a:lnTo>
                  <a:lnTo>
                    <a:pt x="5204" y="4178"/>
                  </a:lnTo>
                  <a:lnTo>
                    <a:pt x="5170" y="3733"/>
                  </a:lnTo>
                  <a:lnTo>
                    <a:pt x="5341" y="3539"/>
                  </a:lnTo>
                  <a:lnTo>
                    <a:pt x="5934" y="3493"/>
                  </a:lnTo>
                  <a:lnTo>
                    <a:pt x="5934" y="3493"/>
                  </a:lnTo>
                  <a:lnTo>
                    <a:pt x="5649" y="2934"/>
                  </a:lnTo>
                  <a:lnTo>
                    <a:pt x="5432" y="2648"/>
                  </a:lnTo>
                  <a:lnTo>
                    <a:pt x="5546" y="2569"/>
                  </a:lnTo>
                  <a:lnTo>
                    <a:pt x="6106" y="2591"/>
                  </a:lnTo>
                  <a:lnTo>
                    <a:pt x="6334" y="2409"/>
                  </a:lnTo>
                  <a:lnTo>
                    <a:pt x="6083" y="2180"/>
                  </a:lnTo>
                  <a:lnTo>
                    <a:pt x="5603" y="2021"/>
                  </a:lnTo>
                  <a:lnTo>
                    <a:pt x="5615" y="1861"/>
                  </a:lnTo>
                  <a:lnTo>
                    <a:pt x="5295" y="1713"/>
                  </a:lnTo>
                  <a:lnTo>
                    <a:pt x="4770" y="1153"/>
                  </a:lnTo>
                  <a:lnTo>
                    <a:pt x="4862" y="925"/>
                  </a:lnTo>
                  <a:lnTo>
                    <a:pt x="4713" y="514"/>
                  </a:lnTo>
                  <a:lnTo>
                    <a:pt x="4029" y="309"/>
                  </a:lnTo>
                  <a:lnTo>
                    <a:pt x="3698" y="412"/>
                  </a:lnTo>
                  <a:close/>
                </a:path>
              </a:pathLst>
            </a:custGeom>
            <a:solidFill>
              <a:schemeClr val="accent2"/>
            </a:solidFill>
            <a:ln w="9525" cap="flat" cmpd="sng">
              <a:solidFill>
                <a:schemeClr val="accent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162525" tIns="162525" rIns="162525" bIns="1625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3200"/>
                <a:buFont typeface="Calibri"/>
                <a:buNone/>
              </a:pPr>
              <a:endParaRPr sz="3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935" name="Google Shape;935;p38"/>
            <p:cNvSpPr/>
            <p:nvPr/>
          </p:nvSpPr>
          <p:spPr>
            <a:xfrm>
              <a:off x="1953075" y="2692425"/>
              <a:ext cx="29125" cy="59375"/>
            </a:xfrm>
            <a:custGeom>
              <a:avLst/>
              <a:gdLst/>
              <a:ahLst/>
              <a:cxnLst/>
              <a:rect l="l" t="t" r="r" b="b"/>
              <a:pathLst>
                <a:path w="1165" h="2375" extrusionOk="0">
                  <a:moveTo>
                    <a:pt x="229" y="2374"/>
                  </a:moveTo>
                  <a:lnTo>
                    <a:pt x="434" y="2055"/>
                  </a:lnTo>
                  <a:lnTo>
                    <a:pt x="571" y="2032"/>
                  </a:lnTo>
                  <a:lnTo>
                    <a:pt x="765" y="1792"/>
                  </a:lnTo>
                  <a:lnTo>
                    <a:pt x="902" y="1336"/>
                  </a:lnTo>
                  <a:lnTo>
                    <a:pt x="857" y="1244"/>
                  </a:lnTo>
                  <a:lnTo>
                    <a:pt x="982" y="914"/>
                  </a:lnTo>
                  <a:lnTo>
                    <a:pt x="937" y="777"/>
                  </a:lnTo>
                  <a:lnTo>
                    <a:pt x="1119" y="389"/>
                  </a:lnTo>
                  <a:lnTo>
                    <a:pt x="1165" y="138"/>
                  </a:lnTo>
                  <a:lnTo>
                    <a:pt x="1005" y="138"/>
                  </a:lnTo>
                  <a:lnTo>
                    <a:pt x="1016" y="1"/>
                  </a:lnTo>
                  <a:lnTo>
                    <a:pt x="879" y="1"/>
                  </a:lnTo>
                  <a:lnTo>
                    <a:pt x="514" y="560"/>
                  </a:lnTo>
                  <a:lnTo>
                    <a:pt x="389" y="446"/>
                  </a:lnTo>
                  <a:lnTo>
                    <a:pt x="286" y="491"/>
                  </a:lnTo>
                  <a:lnTo>
                    <a:pt x="275" y="628"/>
                  </a:lnTo>
                  <a:lnTo>
                    <a:pt x="172" y="1347"/>
                  </a:lnTo>
                  <a:lnTo>
                    <a:pt x="1" y="2374"/>
                  </a:lnTo>
                  <a:close/>
                </a:path>
              </a:pathLst>
            </a:custGeom>
            <a:solidFill>
              <a:schemeClr val="accent2"/>
            </a:solidFill>
            <a:ln w="9525" cap="flat" cmpd="sng">
              <a:solidFill>
                <a:schemeClr val="accent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162525" tIns="162525" rIns="162525" bIns="1625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3200"/>
                <a:buFont typeface="Calibri"/>
                <a:buNone/>
              </a:pPr>
              <a:endParaRPr sz="3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936" name="Google Shape;936;p38"/>
            <p:cNvSpPr/>
            <p:nvPr/>
          </p:nvSpPr>
          <p:spPr>
            <a:xfrm>
              <a:off x="2335100" y="3333800"/>
              <a:ext cx="250800" cy="297300"/>
            </a:xfrm>
            <a:custGeom>
              <a:avLst/>
              <a:gdLst/>
              <a:ahLst/>
              <a:cxnLst/>
              <a:rect l="l" t="t" r="r" b="b"/>
              <a:pathLst>
                <a:path w="10032" h="11892" extrusionOk="0">
                  <a:moveTo>
                    <a:pt x="9655" y="9438"/>
                  </a:moveTo>
                  <a:lnTo>
                    <a:pt x="9884" y="9255"/>
                  </a:lnTo>
                  <a:lnTo>
                    <a:pt x="9769" y="8742"/>
                  </a:lnTo>
                  <a:lnTo>
                    <a:pt x="9963" y="8342"/>
                  </a:lnTo>
                  <a:lnTo>
                    <a:pt x="10032" y="7635"/>
                  </a:lnTo>
                  <a:lnTo>
                    <a:pt x="9804" y="7064"/>
                  </a:lnTo>
                  <a:lnTo>
                    <a:pt x="9347" y="6813"/>
                  </a:lnTo>
                  <a:lnTo>
                    <a:pt x="9233" y="6448"/>
                  </a:lnTo>
                  <a:lnTo>
                    <a:pt x="9313" y="5934"/>
                  </a:lnTo>
                  <a:lnTo>
                    <a:pt x="7795" y="5889"/>
                  </a:lnTo>
                  <a:lnTo>
                    <a:pt x="7407" y="4839"/>
                  </a:lnTo>
                  <a:lnTo>
                    <a:pt x="7635" y="4816"/>
                  </a:lnTo>
                  <a:lnTo>
                    <a:pt x="7590" y="4417"/>
                  </a:lnTo>
                  <a:lnTo>
                    <a:pt x="7419" y="4166"/>
                  </a:lnTo>
                  <a:lnTo>
                    <a:pt x="7350" y="3641"/>
                  </a:lnTo>
                  <a:lnTo>
                    <a:pt x="6882" y="3367"/>
                  </a:lnTo>
                  <a:lnTo>
                    <a:pt x="6380" y="3378"/>
                  </a:lnTo>
                  <a:lnTo>
                    <a:pt x="6026" y="3104"/>
                  </a:lnTo>
                  <a:lnTo>
                    <a:pt x="5479" y="2933"/>
                  </a:lnTo>
                  <a:lnTo>
                    <a:pt x="5136" y="2591"/>
                  </a:lnTo>
                  <a:lnTo>
                    <a:pt x="4235" y="2454"/>
                  </a:lnTo>
                  <a:lnTo>
                    <a:pt x="3322" y="1643"/>
                  </a:lnTo>
                  <a:lnTo>
                    <a:pt x="3367" y="1027"/>
                  </a:lnTo>
                  <a:lnTo>
                    <a:pt x="3242" y="673"/>
                  </a:lnTo>
                  <a:lnTo>
                    <a:pt x="3299" y="0"/>
                  </a:lnTo>
                  <a:lnTo>
                    <a:pt x="2260" y="160"/>
                  </a:lnTo>
                  <a:lnTo>
                    <a:pt x="1861" y="479"/>
                  </a:lnTo>
                  <a:lnTo>
                    <a:pt x="1176" y="856"/>
                  </a:lnTo>
                  <a:lnTo>
                    <a:pt x="1016" y="1130"/>
                  </a:lnTo>
                  <a:lnTo>
                    <a:pt x="605" y="1153"/>
                  </a:lnTo>
                  <a:lnTo>
                    <a:pt x="1" y="1073"/>
                  </a:lnTo>
                  <a:lnTo>
                    <a:pt x="788" y="2534"/>
                  </a:lnTo>
                  <a:lnTo>
                    <a:pt x="628" y="2842"/>
                  </a:lnTo>
                  <a:lnTo>
                    <a:pt x="640" y="3481"/>
                  </a:lnTo>
                  <a:lnTo>
                    <a:pt x="685" y="4245"/>
                  </a:lnTo>
                  <a:lnTo>
                    <a:pt x="411" y="4702"/>
                  </a:lnTo>
                  <a:lnTo>
                    <a:pt x="583" y="5044"/>
                  </a:lnTo>
                  <a:lnTo>
                    <a:pt x="434" y="5352"/>
                  </a:lnTo>
                  <a:lnTo>
                    <a:pt x="834" y="6106"/>
                  </a:lnTo>
                  <a:lnTo>
                    <a:pt x="434" y="7087"/>
                  </a:lnTo>
                  <a:lnTo>
                    <a:pt x="868" y="7703"/>
                  </a:lnTo>
                  <a:lnTo>
                    <a:pt x="1039" y="8354"/>
                  </a:lnTo>
                  <a:lnTo>
                    <a:pt x="1496" y="8742"/>
                  </a:lnTo>
                  <a:lnTo>
                    <a:pt x="1347" y="9632"/>
                  </a:lnTo>
                  <a:lnTo>
                    <a:pt x="1872" y="10636"/>
                  </a:lnTo>
                  <a:lnTo>
                    <a:pt x="2317" y="11892"/>
                  </a:lnTo>
                  <a:lnTo>
                    <a:pt x="2854" y="11766"/>
                  </a:lnTo>
                  <a:lnTo>
                    <a:pt x="3424" y="10956"/>
                  </a:lnTo>
                  <a:lnTo>
                    <a:pt x="4486" y="11173"/>
                  </a:lnTo>
                  <a:lnTo>
                    <a:pt x="5011" y="11823"/>
                  </a:lnTo>
                  <a:lnTo>
                    <a:pt x="5239" y="11093"/>
                  </a:lnTo>
                  <a:lnTo>
                    <a:pt x="6140" y="11138"/>
                  </a:lnTo>
                  <a:lnTo>
                    <a:pt x="6277" y="11321"/>
                  </a:lnTo>
                  <a:lnTo>
                    <a:pt x="6494" y="10237"/>
                  </a:lnTo>
                  <a:lnTo>
                    <a:pt x="6460" y="9758"/>
                  </a:lnTo>
                  <a:lnTo>
                    <a:pt x="6768" y="8959"/>
                  </a:lnTo>
                  <a:lnTo>
                    <a:pt x="8115" y="8685"/>
                  </a:lnTo>
                  <a:lnTo>
                    <a:pt x="8845" y="8696"/>
                  </a:lnTo>
                  <a:lnTo>
                    <a:pt x="9621" y="9164"/>
                  </a:lnTo>
                  <a:close/>
                </a:path>
              </a:pathLst>
            </a:custGeom>
            <a:solidFill>
              <a:schemeClr val="accent2"/>
            </a:solidFill>
            <a:ln w="9525" cap="flat" cmpd="sng">
              <a:solidFill>
                <a:schemeClr val="accent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162525" tIns="162525" rIns="162525" bIns="1625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3200"/>
                <a:buFont typeface="Calibri"/>
                <a:buNone/>
              </a:pPr>
              <a:endParaRPr sz="3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937" name="Google Shape;937;p38"/>
            <p:cNvSpPr/>
            <p:nvPr/>
          </p:nvSpPr>
          <p:spPr>
            <a:xfrm>
              <a:off x="2242375" y="2993125"/>
              <a:ext cx="784625" cy="885325"/>
            </a:xfrm>
            <a:custGeom>
              <a:avLst/>
              <a:gdLst/>
              <a:ahLst/>
              <a:cxnLst/>
              <a:rect l="l" t="t" r="r" b="b"/>
              <a:pathLst>
                <a:path w="31385" h="35413" extrusionOk="0">
                  <a:moveTo>
                    <a:pt x="13844" y="3037"/>
                  </a:moveTo>
                  <a:lnTo>
                    <a:pt x="13638" y="3071"/>
                  </a:lnTo>
                  <a:lnTo>
                    <a:pt x="13193" y="3002"/>
                  </a:lnTo>
                  <a:lnTo>
                    <a:pt x="12942" y="3242"/>
                  </a:lnTo>
                  <a:lnTo>
                    <a:pt x="12566" y="3402"/>
                  </a:lnTo>
                  <a:lnTo>
                    <a:pt x="12326" y="3425"/>
                  </a:lnTo>
                  <a:lnTo>
                    <a:pt x="12223" y="3607"/>
                  </a:lnTo>
                  <a:lnTo>
                    <a:pt x="11835" y="3573"/>
                  </a:lnTo>
                  <a:lnTo>
                    <a:pt x="11344" y="3139"/>
                  </a:lnTo>
                  <a:lnTo>
                    <a:pt x="11299" y="2729"/>
                  </a:lnTo>
                  <a:lnTo>
                    <a:pt x="11093" y="2261"/>
                  </a:lnTo>
                  <a:lnTo>
                    <a:pt x="11242" y="1485"/>
                  </a:lnTo>
                  <a:lnTo>
                    <a:pt x="11470" y="1176"/>
                  </a:lnTo>
                  <a:lnTo>
                    <a:pt x="11299" y="743"/>
                  </a:lnTo>
                  <a:lnTo>
                    <a:pt x="11025" y="617"/>
                  </a:lnTo>
                  <a:lnTo>
                    <a:pt x="11139" y="218"/>
                  </a:lnTo>
                  <a:lnTo>
                    <a:pt x="10956" y="1"/>
                  </a:lnTo>
                  <a:lnTo>
                    <a:pt x="10546" y="47"/>
                  </a:lnTo>
                  <a:lnTo>
                    <a:pt x="10648" y="298"/>
                  </a:lnTo>
                  <a:lnTo>
                    <a:pt x="10340" y="640"/>
                  </a:lnTo>
                  <a:lnTo>
                    <a:pt x="9427" y="982"/>
                  </a:lnTo>
                  <a:lnTo>
                    <a:pt x="8857" y="1131"/>
                  </a:lnTo>
                  <a:lnTo>
                    <a:pt x="8617" y="1348"/>
                  </a:lnTo>
                  <a:lnTo>
                    <a:pt x="7989" y="1119"/>
                  </a:lnTo>
                  <a:lnTo>
                    <a:pt x="7384" y="1005"/>
                  </a:lnTo>
                  <a:lnTo>
                    <a:pt x="7247" y="1085"/>
                  </a:lnTo>
                  <a:lnTo>
                    <a:pt x="7590" y="1313"/>
                  </a:lnTo>
                  <a:lnTo>
                    <a:pt x="7544" y="1930"/>
                  </a:lnTo>
                  <a:lnTo>
                    <a:pt x="7647" y="2500"/>
                  </a:lnTo>
                  <a:lnTo>
                    <a:pt x="8332" y="2569"/>
                  </a:lnTo>
                  <a:lnTo>
                    <a:pt x="8377" y="2774"/>
                  </a:lnTo>
                  <a:lnTo>
                    <a:pt x="7784" y="3025"/>
                  </a:lnTo>
                  <a:lnTo>
                    <a:pt x="7693" y="3413"/>
                  </a:lnTo>
                  <a:lnTo>
                    <a:pt x="7362" y="3550"/>
                  </a:lnTo>
                  <a:lnTo>
                    <a:pt x="6757" y="3767"/>
                  </a:lnTo>
                  <a:lnTo>
                    <a:pt x="6608" y="4041"/>
                  </a:lnTo>
                  <a:lnTo>
                    <a:pt x="5981" y="4109"/>
                  </a:lnTo>
                  <a:lnTo>
                    <a:pt x="5547" y="3630"/>
                  </a:lnTo>
                  <a:lnTo>
                    <a:pt x="5387" y="3744"/>
                  </a:lnTo>
                  <a:lnTo>
                    <a:pt x="5250" y="3196"/>
                  </a:lnTo>
                  <a:lnTo>
                    <a:pt x="5022" y="2911"/>
                  </a:lnTo>
                  <a:lnTo>
                    <a:pt x="4748" y="3231"/>
                  </a:lnTo>
                  <a:lnTo>
                    <a:pt x="3196" y="3208"/>
                  </a:lnTo>
                  <a:lnTo>
                    <a:pt x="3196" y="3767"/>
                  </a:lnTo>
                  <a:lnTo>
                    <a:pt x="3664" y="3870"/>
                  </a:lnTo>
                  <a:lnTo>
                    <a:pt x="3641" y="4212"/>
                  </a:lnTo>
                  <a:lnTo>
                    <a:pt x="3481" y="4121"/>
                  </a:lnTo>
                  <a:lnTo>
                    <a:pt x="3025" y="4269"/>
                  </a:lnTo>
                  <a:lnTo>
                    <a:pt x="3025" y="4920"/>
                  </a:lnTo>
                  <a:lnTo>
                    <a:pt x="3379" y="5262"/>
                  </a:lnTo>
                  <a:lnTo>
                    <a:pt x="3504" y="5776"/>
                  </a:lnTo>
                  <a:lnTo>
                    <a:pt x="3493" y="6175"/>
                  </a:lnTo>
                  <a:lnTo>
                    <a:pt x="3185" y="8663"/>
                  </a:lnTo>
                  <a:lnTo>
                    <a:pt x="2454" y="8617"/>
                  </a:lnTo>
                  <a:lnTo>
                    <a:pt x="2352" y="8766"/>
                  </a:lnTo>
                  <a:lnTo>
                    <a:pt x="1701" y="8937"/>
                  </a:lnTo>
                  <a:lnTo>
                    <a:pt x="811" y="9542"/>
                  </a:lnTo>
                  <a:lnTo>
                    <a:pt x="754" y="9975"/>
                  </a:lnTo>
                  <a:lnTo>
                    <a:pt x="571" y="10283"/>
                  </a:lnTo>
                  <a:lnTo>
                    <a:pt x="674" y="10774"/>
                  </a:lnTo>
                  <a:lnTo>
                    <a:pt x="195" y="11048"/>
                  </a:lnTo>
                  <a:lnTo>
                    <a:pt x="218" y="11425"/>
                  </a:lnTo>
                  <a:lnTo>
                    <a:pt x="1" y="11584"/>
                  </a:lnTo>
                  <a:lnTo>
                    <a:pt x="366" y="12417"/>
                  </a:lnTo>
                  <a:lnTo>
                    <a:pt x="845" y="12954"/>
                  </a:lnTo>
                  <a:lnTo>
                    <a:pt x="697" y="13353"/>
                  </a:lnTo>
                  <a:lnTo>
                    <a:pt x="1222" y="13399"/>
                  </a:lnTo>
                  <a:lnTo>
                    <a:pt x="1553" y="13878"/>
                  </a:lnTo>
                  <a:lnTo>
                    <a:pt x="2249" y="13912"/>
                  </a:lnTo>
                  <a:lnTo>
                    <a:pt x="2877" y="13365"/>
                  </a:lnTo>
                  <a:lnTo>
                    <a:pt x="2911" y="14757"/>
                  </a:lnTo>
                  <a:lnTo>
                    <a:pt x="3276" y="14848"/>
                  </a:lnTo>
                  <a:lnTo>
                    <a:pt x="3710" y="14700"/>
                  </a:lnTo>
                  <a:lnTo>
                    <a:pt x="4303" y="14780"/>
                  </a:lnTo>
                  <a:lnTo>
                    <a:pt x="4725" y="14757"/>
                  </a:lnTo>
                  <a:lnTo>
                    <a:pt x="4874" y="14483"/>
                  </a:lnTo>
                  <a:lnTo>
                    <a:pt x="5558" y="14106"/>
                  </a:lnTo>
                  <a:lnTo>
                    <a:pt x="5958" y="13787"/>
                  </a:lnTo>
                  <a:lnTo>
                    <a:pt x="7008" y="13627"/>
                  </a:lnTo>
                  <a:lnTo>
                    <a:pt x="6951" y="14300"/>
                  </a:lnTo>
                  <a:lnTo>
                    <a:pt x="7076" y="14654"/>
                  </a:lnTo>
                  <a:lnTo>
                    <a:pt x="7031" y="15270"/>
                  </a:lnTo>
                  <a:lnTo>
                    <a:pt x="7944" y="16081"/>
                  </a:lnTo>
                  <a:lnTo>
                    <a:pt x="8845" y="16218"/>
                  </a:lnTo>
                  <a:lnTo>
                    <a:pt x="9188" y="16560"/>
                  </a:lnTo>
                  <a:lnTo>
                    <a:pt x="9724" y="16731"/>
                  </a:lnTo>
                  <a:lnTo>
                    <a:pt x="10089" y="17005"/>
                  </a:lnTo>
                  <a:lnTo>
                    <a:pt x="10580" y="16994"/>
                  </a:lnTo>
                  <a:lnTo>
                    <a:pt x="11059" y="17268"/>
                  </a:lnTo>
                  <a:lnTo>
                    <a:pt x="11128" y="17793"/>
                  </a:lnTo>
                  <a:lnTo>
                    <a:pt x="11299" y="18044"/>
                  </a:lnTo>
                  <a:lnTo>
                    <a:pt x="11344" y="18443"/>
                  </a:lnTo>
                  <a:lnTo>
                    <a:pt x="11116" y="18466"/>
                  </a:lnTo>
                  <a:lnTo>
                    <a:pt x="11493" y="19516"/>
                  </a:lnTo>
                  <a:lnTo>
                    <a:pt x="13022" y="19561"/>
                  </a:lnTo>
                  <a:lnTo>
                    <a:pt x="12942" y="20075"/>
                  </a:lnTo>
                  <a:lnTo>
                    <a:pt x="13056" y="20440"/>
                  </a:lnTo>
                  <a:lnTo>
                    <a:pt x="13513" y="20691"/>
                  </a:lnTo>
                  <a:lnTo>
                    <a:pt x="13741" y="21262"/>
                  </a:lnTo>
                  <a:lnTo>
                    <a:pt x="13661" y="21969"/>
                  </a:lnTo>
                  <a:lnTo>
                    <a:pt x="13478" y="22369"/>
                  </a:lnTo>
                  <a:lnTo>
                    <a:pt x="13593" y="22882"/>
                  </a:lnTo>
                  <a:lnTo>
                    <a:pt x="13364" y="23065"/>
                  </a:lnTo>
                  <a:lnTo>
                    <a:pt x="13638" y="23579"/>
                  </a:lnTo>
                  <a:lnTo>
                    <a:pt x="13695" y="24811"/>
                  </a:lnTo>
                  <a:lnTo>
                    <a:pt x="14551" y="24982"/>
                  </a:lnTo>
                  <a:lnTo>
                    <a:pt x="14848" y="24811"/>
                  </a:lnTo>
                  <a:lnTo>
                    <a:pt x="15407" y="25051"/>
                  </a:lnTo>
                  <a:lnTo>
                    <a:pt x="15578" y="25325"/>
                  </a:lnTo>
                  <a:lnTo>
                    <a:pt x="15715" y="26146"/>
                  </a:lnTo>
                  <a:lnTo>
                    <a:pt x="15852" y="26511"/>
                  </a:lnTo>
                  <a:lnTo>
                    <a:pt x="16138" y="26546"/>
                  </a:lnTo>
                  <a:lnTo>
                    <a:pt x="16423" y="26397"/>
                  </a:lnTo>
                  <a:lnTo>
                    <a:pt x="16720" y="26569"/>
                  </a:lnTo>
                  <a:lnTo>
                    <a:pt x="16765" y="27059"/>
                  </a:lnTo>
                  <a:lnTo>
                    <a:pt x="16720" y="27607"/>
                  </a:lnTo>
                  <a:lnTo>
                    <a:pt x="16617" y="28121"/>
                  </a:lnTo>
                  <a:lnTo>
                    <a:pt x="16993" y="27949"/>
                  </a:lnTo>
                  <a:lnTo>
                    <a:pt x="17427" y="28474"/>
                  </a:lnTo>
                  <a:lnTo>
                    <a:pt x="17507" y="29205"/>
                  </a:lnTo>
                  <a:lnTo>
                    <a:pt x="16902" y="29707"/>
                  </a:lnTo>
                  <a:lnTo>
                    <a:pt x="16434" y="30072"/>
                  </a:lnTo>
                  <a:lnTo>
                    <a:pt x="15681" y="30962"/>
                  </a:lnTo>
                  <a:lnTo>
                    <a:pt x="14837" y="32183"/>
                  </a:lnTo>
                  <a:lnTo>
                    <a:pt x="15316" y="32081"/>
                  </a:lnTo>
                  <a:lnTo>
                    <a:pt x="16206" y="32788"/>
                  </a:lnTo>
                  <a:lnTo>
                    <a:pt x="16480" y="32754"/>
                  </a:lnTo>
                  <a:lnTo>
                    <a:pt x="17359" y="33336"/>
                  </a:lnTo>
                  <a:lnTo>
                    <a:pt x="18043" y="33838"/>
                  </a:lnTo>
                  <a:lnTo>
                    <a:pt x="18591" y="34454"/>
                  </a:lnTo>
                  <a:lnTo>
                    <a:pt x="18317" y="34877"/>
                  </a:lnTo>
                  <a:lnTo>
                    <a:pt x="18614" y="35413"/>
                  </a:lnTo>
                  <a:lnTo>
                    <a:pt x="19025" y="34877"/>
                  </a:lnTo>
                  <a:lnTo>
                    <a:pt x="19242" y="34021"/>
                  </a:lnTo>
                  <a:lnTo>
                    <a:pt x="19698" y="33598"/>
                  </a:lnTo>
                  <a:lnTo>
                    <a:pt x="20257" y="32879"/>
                  </a:lnTo>
                  <a:lnTo>
                    <a:pt x="20896" y="31282"/>
                  </a:lnTo>
                  <a:lnTo>
                    <a:pt x="21387" y="30791"/>
                  </a:lnTo>
                  <a:lnTo>
                    <a:pt x="21501" y="30346"/>
                  </a:lnTo>
                  <a:lnTo>
                    <a:pt x="21536" y="29433"/>
                  </a:lnTo>
                  <a:lnTo>
                    <a:pt x="21353" y="28931"/>
                  </a:lnTo>
                  <a:lnTo>
                    <a:pt x="21399" y="28246"/>
                  </a:lnTo>
                  <a:lnTo>
                    <a:pt x="21981" y="27345"/>
                  </a:lnTo>
                  <a:lnTo>
                    <a:pt x="22836" y="26626"/>
                  </a:lnTo>
                  <a:lnTo>
                    <a:pt x="23692" y="26363"/>
                  </a:lnTo>
                  <a:lnTo>
                    <a:pt x="24206" y="25952"/>
                  </a:lnTo>
                  <a:lnTo>
                    <a:pt x="25416" y="25610"/>
                  </a:lnTo>
                  <a:lnTo>
                    <a:pt x="26260" y="25610"/>
                  </a:lnTo>
                  <a:lnTo>
                    <a:pt x="26420" y="25062"/>
                  </a:lnTo>
                  <a:lnTo>
                    <a:pt x="27013" y="24663"/>
                  </a:lnTo>
                  <a:lnTo>
                    <a:pt x="27105" y="23738"/>
                  </a:lnTo>
                  <a:lnTo>
                    <a:pt x="27835" y="22551"/>
                  </a:lnTo>
                  <a:lnTo>
                    <a:pt x="27904" y="21342"/>
                  </a:lnTo>
                  <a:lnTo>
                    <a:pt x="28132" y="20977"/>
                  </a:lnTo>
                  <a:lnTo>
                    <a:pt x="28177" y="20383"/>
                  </a:lnTo>
                  <a:lnTo>
                    <a:pt x="28326" y="18979"/>
                  </a:lnTo>
                  <a:lnTo>
                    <a:pt x="28189" y="17279"/>
                  </a:lnTo>
                  <a:lnTo>
                    <a:pt x="28383" y="16606"/>
                  </a:lnTo>
                  <a:lnTo>
                    <a:pt x="28588" y="16594"/>
                  </a:lnTo>
                  <a:lnTo>
                    <a:pt x="29147" y="15807"/>
                  </a:lnTo>
                  <a:lnTo>
                    <a:pt x="29615" y="14780"/>
                  </a:lnTo>
                  <a:lnTo>
                    <a:pt x="30711" y="13524"/>
                  </a:lnTo>
                  <a:lnTo>
                    <a:pt x="31099" y="12931"/>
                  </a:lnTo>
                  <a:lnTo>
                    <a:pt x="31384" y="11425"/>
                  </a:lnTo>
                  <a:lnTo>
                    <a:pt x="31236" y="10877"/>
                  </a:lnTo>
                  <a:lnTo>
                    <a:pt x="30951" y="9713"/>
                  </a:lnTo>
                  <a:lnTo>
                    <a:pt x="30654" y="9427"/>
                  </a:lnTo>
                  <a:lnTo>
                    <a:pt x="29969" y="9405"/>
                  </a:lnTo>
                  <a:lnTo>
                    <a:pt x="29353" y="9131"/>
                  </a:lnTo>
                  <a:lnTo>
                    <a:pt x="28314" y="8115"/>
                  </a:lnTo>
                  <a:lnTo>
                    <a:pt x="27116" y="7362"/>
                  </a:lnTo>
                  <a:lnTo>
                    <a:pt x="25918" y="7407"/>
                  </a:lnTo>
                  <a:lnTo>
                    <a:pt x="24366" y="6917"/>
                  </a:lnTo>
                  <a:lnTo>
                    <a:pt x="23441" y="7202"/>
                  </a:lnTo>
                  <a:lnTo>
                    <a:pt x="23555" y="6711"/>
                  </a:lnTo>
                  <a:lnTo>
                    <a:pt x="23167" y="6164"/>
                  </a:lnTo>
                  <a:lnTo>
                    <a:pt x="21821" y="5627"/>
                  </a:lnTo>
                  <a:lnTo>
                    <a:pt x="20817" y="5296"/>
                  </a:lnTo>
                  <a:lnTo>
                    <a:pt x="20212" y="5878"/>
                  </a:lnTo>
                  <a:lnTo>
                    <a:pt x="20166" y="4977"/>
                  </a:lnTo>
                  <a:lnTo>
                    <a:pt x="18762" y="4840"/>
                  </a:lnTo>
                  <a:lnTo>
                    <a:pt x="18511" y="4554"/>
                  </a:lnTo>
                  <a:lnTo>
                    <a:pt x="19116" y="3813"/>
                  </a:lnTo>
                  <a:lnTo>
                    <a:pt x="19105" y="3185"/>
                  </a:lnTo>
                  <a:lnTo>
                    <a:pt x="18671" y="3037"/>
                  </a:lnTo>
                  <a:lnTo>
                    <a:pt x="18249" y="1439"/>
                  </a:lnTo>
                  <a:lnTo>
                    <a:pt x="18055" y="948"/>
                  </a:lnTo>
                  <a:lnTo>
                    <a:pt x="17792" y="982"/>
                  </a:lnTo>
                  <a:lnTo>
                    <a:pt x="17290" y="1816"/>
                  </a:lnTo>
                  <a:lnTo>
                    <a:pt x="17028" y="2489"/>
                  </a:lnTo>
                  <a:lnTo>
                    <a:pt x="16731" y="2831"/>
                  </a:lnTo>
                  <a:lnTo>
                    <a:pt x="16343" y="2900"/>
                  </a:lnTo>
                  <a:lnTo>
                    <a:pt x="16229" y="2637"/>
                  </a:lnTo>
                  <a:lnTo>
                    <a:pt x="16058" y="2603"/>
                  </a:lnTo>
                  <a:lnTo>
                    <a:pt x="15807" y="2854"/>
                  </a:lnTo>
                  <a:lnTo>
                    <a:pt x="15464" y="2671"/>
                  </a:lnTo>
                  <a:lnTo>
                    <a:pt x="15008" y="2466"/>
                  </a:lnTo>
                  <a:lnTo>
                    <a:pt x="14620" y="2569"/>
                  </a:lnTo>
                  <a:lnTo>
                    <a:pt x="14289" y="2489"/>
                  </a:lnTo>
                  <a:lnTo>
                    <a:pt x="14220" y="2740"/>
                  </a:lnTo>
                  <a:lnTo>
                    <a:pt x="14346" y="2923"/>
                  </a:lnTo>
                  <a:lnTo>
                    <a:pt x="14277" y="3117"/>
                  </a:lnTo>
                  <a:close/>
                </a:path>
              </a:pathLst>
            </a:custGeom>
            <a:solidFill>
              <a:schemeClr val="accent2"/>
            </a:solidFill>
            <a:ln w="9525" cap="flat" cmpd="sng">
              <a:solidFill>
                <a:schemeClr val="accent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162525" tIns="162525" rIns="162525" bIns="1625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3200"/>
                <a:buFont typeface="Calibri"/>
                <a:buNone/>
              </a:pPr>
              <a:endParaRPr sz="3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938" name="Google Shape;938;p38"/>
            <p:cNvSpPr/>
            <p:nvPr/>
          </p:nvSpPr>
          <p:spPr>
            <a:xfrm>
              <a:off x="6007825" y="2988575"/>
              <a:ext cx="23725" cy="32825"/>
            </a:xfrm>
            <a:custGeom>
              <a:avLst/>
              <a:gdLst/>
              <a:ahLst/>
              <a:cxnLst/>
              <a:rect l="l" t="t" r="r" b="b"/>
              <a:pathLst>
                <a:path w="949" h="1313" extrusionOk="0">
                  <a:moveTo>
                    <a:pt x="1" y="845"/>
                  </a:moveTo>
                  <a:lnTo>
                    <a:pt x="377" y="1313"/>
                  </a:lnTo>
                  <a:lnTo>
                    <a:pt x="537" y="993"/>
                  </a:lnTo>
                  <a:lnTo>
                    <a:pt x="925" y="1027"/>
                  </a:lnTo>
                  <a:lnTo>
                    <a:pt x="937" y="434"/>
                  </a:lnTo>
                  <a:lnTo>
                    <a:pt x="948" y="0"/>
                  </a:lnTo>
                  <a:lnTo>
                    <a:pt x="298" y="491"/>
                  </a:lnTo>
                  <a:close/>
                </a:path>
              </a:pathLst>
            </a:custGeom>
            <a:solidFill>
              <a:schemeClr val="accent2"/>
            </a:solidFill>
            <a:ln w="9525" cap="flat" cmpd="sng">
              <a:solidFill>
                <a:schemeClr val="accent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162525" tIns="162525" rIns="162525" bIns="1625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3200"/>
                <a:buFont typeface="Calibri"/>
                <a:buNone/>
              </a:pPr>
              <a:endParaRPr sz="3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939" name="Google Shape;939;p38"/>
            <p:cNvSpPr/>
            <p:nvPr/>
          </p:nvSpPr>
          <p:spPr>
            <a:xfrm>
              <a:off x="5443775" y="2469900"/>
              <a:ext cx="64800" cy="36250"/>
            </a:xfrm>
            <a:custGeom>
              <a:avLst/>
              <a:gdLst/>
              <a:ahLst/>
              <a:cxnLst/>
              <a:rect l="l" t="t" r="r" b="b"/>
              <a:pathLst>
                <a:path w="2592" h="1450" extrusionOk="0">
                  <a:moveTo>
                    <a:pt x="2146" y="491"/>
                  </a:moveTo>
                  <a:lnTo>
                    <a:pt x="1758" y="228"/>
                  </a:lnTo>
                  <a:lnTo>
                    <a:pt x="1348" y="217"/>
                  </a:lnTo>
                  <a:lnTo>
                    <a:pt x="743" y="0"/>
                  </a:lnTo>
                  <a:lnTo>
                    <a:pt x="378" y="228"/>
                  </a:lnTo>
                  <a:lnTo>
                    <a:pt x="1" y="913"/>
                  </a:lnTo>
                  <a:lnTo>
                    <a:pt x="47" y="1084"/>
                  </a:lnTo>
                  <a:lnTo>
                    <a:pt x="834" y="1449"/>
                  </a:lnTo>
                  <a:lnTo>
                    <a:pt x="1291" y="1301"/>
                  </a:lnTo>
                  <a:lnTo>
                    <a:pt x="1964" y="1358"/>
                  </a:lnTo>
                  <a:lnTo>
                    <a:pt x="2592" y="1335"/>
                  </a:lnTo>
                  <a:lnTo>
                    <a:pt x="2534" y="776"/>
                  </a:lnTo>
                  <a:close/>
                </a:path>
              </a:pathLst>
            </a:custGeom>
            <a:solidFill>
              <a:schemeClr val="accent2"/>
            </a:solidFill>
            <a:ln w="9525" cap="flat" cmpd="sng">
              <a:solidFill>
                <a:schemeClr val="accent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162525" tIns="162525" rIns="162525" bIns="1625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3200"/>
                <a:buFont typeface="Calibri"/>
                <a:buNone/>
              </a:pPr>
              <a:endParaRPr sz="3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940" name="Google Shape;940;p38"/>
            <p:cNvSpPr/>
            <p:nvPr/>
          </p:nvSpPr>
          <p:spPr>
            <a:xfrm>
              <a:off x="4109700" y="3512675"/>
              <a:ext cx="189175" cy="208300"/>
            </a:xfrm>
            <a:custGeom>
              <a:avLst/>
              <a:gdLst/>
              <a:ahLst/>
              <a:cxnLst/>
              <a:rect l="l" t="t" r="r" b="b"/>
              <a:pathLst>
                <a:path w="7567" h="8332" extrusionOk="0">
                  <a:moveTo>
                    <a:pt x="4440" y="80"/>
                  </a:moveTo>
                  <a:lnTo>
                    <a:pt x="4292" y="1"/>
                  </a:lnTo>
                  <a:lnTo>
                    <a:pt x="3835" y="217"/>
                  </a:lnTo>
                  <a:lnTo>
                    <a:pt x="3607" y="217"/>
                  </a:lnTo>
                  <a:lnTo>
                    <a:pt x="3082" y="571"/>
                  </a:lnTo>
                  <a:lnTo>
                    <a:pt x="2797" y="206"/>
                  </a:lnTo>
                  <a:lnTo>
                    <a:pt x="1575" y="514"/>
                  </a:lnTo>
                  <a:lnTo>
                    <a:pt x="982" y="548"/>
                  </a:lnTo>
                  <a:lnTo>
                    <a:pt x="856" y="3789"/>
                  </a:lnTo>
                  <a:lnTo>
                    <a:pt x="92" y="3812"/>
                  </a:lnTo>
                  <a:lnTo>
                    <a:pt x="1" y="6448"/>
                  </a:lnTo>
                  <a:lnTo>
                    <a:pt x="206" y="6597"/>
                  </a:lnTo>
                  <a:lnTo>
                    <a:pt x="628" y="7464"/>
                  </a:lnTo>
                  <a:lnTo>
                    <a:pt x="525" y="8012"/>
                  </a:lnTo>
                  <a:lnTo>
                    <a:pt x="685" y="8331"/>
                  </a:lnTo>
                  <a:lnTo>
                    <a:pt x="1256" y="8240"/>
                  </a:lnTo>
                  <a:lnTo>
                    <a:pt x="1655" y="7841"/>
                  </a:lnTo>
                  <a:lnTo>
                    <a:pt x="2043" y="7567"/>
                  </a:lnTo>
                  <a:lnTo>
                    <a:pt x="2260" y="7122"/>
                  </a:lnTo>
                  <a:lnTo>
                    <a:pt x="2637" y="6905"/>
                  </a:lnTo>
                  <a:lnTo>
                    <a:pt x="2968" y="7019"/>
                  </a:lnTo>
                  <a:lnTo>
                    <a:pt x="3321" y="7282"/>
                  </a:lnTo>
                  <a:lnTo>
                    <a:pt x="3949" y="7327"/>
                  </a:lnTo>
                  <a:lnTo>
                    <a:pt x="4463" y="7110"/>
                  </a:lnTo>
                  <a:lnTo>
                    <a:pt x="4554" y="6825"/>
                  </a:lnTo>
                  <a:lnTo>
                    <a:pt x="4725" y="6391"/>
                  </a:lnTo>
                  <a:lnTo>
                    <a:pt x="5147" y="6323"/>
                  </a:lnTo>
                  <a:lnTo>
                    <a:pt x="5398" y="5981"/>
                  </a:lnTo>
                  <a:lnTo>
                    <a:pt x="5684" y="5364"/>
                  </a:lnTo>
                  <a:lnTo>
                    <a:pt x="6426" y="4702"/>
                  </a:lnTo>
                  <a:lnTo>
                    <a:pt x="7567" y="4029"/>
                  </a:lnTo>
                  <a:lnTo>
                    <a:pt x="7076" y="3618"/>
                  </a:lnTo>
                  <a:lnTo>
                    <a:pt x="6483" y="3481"/>
                  </a:lnTo>
                  <a:lnTo>
                    <a:pt x="6266" y="2899"/>
                  </a:lnTo>
                  <a:lnTo>
                    <a:pt x="6277" y="2580"/>
                  </a:lnTo>
                  <a:lnTo>
                    <a:pt x="5946" y="2488"/>
                  </a:lnTo>
                  <a:lnTo>
                    <a:pt x="5090" y="1484"/>
                  </a:lnTo>
                  <a:lnTo>
                    <a:pt x="4862" y="959"/>
                  </a:lnTo>
                  <a:lnTo>
                    <a:pt x="4714" y="799"/>
                  </a:lnTo>
                  <a:close/>
                </a:path>
              </a:pathLst>
            </a:custGeom>
            <a:solidFill>
              <a:schemeClr val="accent2"/>
            </a:solidFill>
            <a:ln w="9525" cap="flat" cmpd="sng">
              <a:solidFill>
                <a:schemeClr val="accent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162525" tIns="162525" rIns="162525" bIns="1625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3200"/>
                <a:buFont typeface="Calibri"/>
                <a:buNone/>
              </a:pPr>
              <a:endParaRPr sz="3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941" name="Google Shape;941;p38"/>
            <p:cNvSpPr/>
            <p:nvPr/>
          </p:nvSpPr>
          <p:spPr>
            <a:xfrm>
              <a:off x="4010425" y="2859325"/>
              <a:ext cx="258775" cy="201175"/>
            </a:xfrm>
            <a:custGeom>
              <a:avLst/>
              <a:gdLst/>
              <a:ahLst/>
              <a:cxnLst/>
              <a:rect l="l" t="t" r="r" b="b"/>
              <a:pathLst>
                <a:path w="10351" h="8047" extrusionOk="0">
                  <a:moveTo>
                    <a:pt x="7521" y="2283"/>
                  </a:moveTo>
                  <a:lnTo>
                    <a:pt x="7452" y="2249"/>
                  </a:lnTo>
                  <a:lnTo>
                    <a:pt x="7167" y="1986"/>
                  </a:lnTo>
                  <a:lnTo>
                    <a:pt x="7121" y="1701"/>
                  </a:lnTo>
                  <a:lnTo>
                    <a:pt x="7235" y="1336"/>
                  </a:lnTo>
                  <a:lnTo>
                    <a:pt x="7235" y="959"/>
                  </a:lnTo>
                  <a:lnTo>
                    <a:pt x="6768" y="389"/>
                  </a:lnTo>
                  <a:lnTo>
                    <a:pt x="6665" y="1"/>
                  </a:lnTo>
                  <a:lnTo>
                    <a:pt x="6174" y="160"/>
                  </a:lnTo>
                  <a:lnTo>
                    <a:pt x="5775" y="514"/>
                  </a:lnTo>
                  <a:lnTo>
                    <a:pt x="5204" y="1519"/>
                  </a:lnTo>
                  <a:lnTo>
                    <a:pt x="4462" y="1929"/>
                  </a:lnTo>
                  <a:lnTo>
                    <a:pt x="3686" y="1872"/>
                  </a:lnTo>
                  <a:lnTo>
                    <a:pt x="3458" y="1964"/>
                  </a:lnTo>
                  <a:lnTo>
                    <a:pt x="3538" y="2283"/>
                  </a:lnTo>
                  <a:lnTo>
                    <a:pt x="3127" y="2603"/>
                  </a:lnTo>
                  <a:lnTo>
                    <a:pt x="2796" y="2956"/>
                  </a:lnTo>
                  <a:lnTo>
                    <a:pt x="1792" y="3299"/>
                  </a:lnTo>
                  <a:lnTo>
                    <a:pt x="1586" y="3105"/>
                  </a:lnTo>
                  <a:lnTo>
                    <a:pt x="1461" y="3071"/>
                  </a:lnTo>
                  <a:lnTo>
                    <a:pt x="1312" y="3310"/>
                  </a:lnTo>
                  <a:lnTo>
                    <a:pt x="651" y="3367"/>
                  </a:lnTo>
                  <a:lnTo>
                    <a:pt x="263" y="4303"/>
                  </a:lnTo>
                  <a:lnTo>
                    <a:pt x="57" y="4451"/>
                  </a:lnTo>
                  <a:lnTo>
                    <a:pt x="0" y="5170"/>
                  </a:lnTo>
                  <a:lnTo>
                    <a:pt x="91" y="5558"/>
                  </a:lnTo>
                  <a:lnTo>
                    <a:pt x="34" y="5821"/>
                  </a:lnTo>
                  <a:lnTo>
                    <a:pt x="400" y="6300"/>
                  </a:lnTo>
                  <a:lnTo>
                    <a:pt x="479" y="6620"/>
                  </a:lnTo>
                  <a:lnTo>
                    <a:pt x="776" y="7076"/>
                  </a:lnTo>
                  <a:lnTo>
                    <a:pt x="1141" y="7384"/>
                  </a:lnTo>
                  <a:lnTo>
                    <a:pt x="1187" y="7795"/>
                  </a:lnTo>
                  <a:lnTo>
                    <a:pt x="1278" y="8046"/>
                  </a:lnTo>
                  <a:lnTo>
                    <a:pt x="1689" y="7213"/>
                  </a:lnTo>
                  <a:lnTo>
                    <a:pt x="2157" y="6722"/>
                  </a:lnTo>
                  <a:lnTo>
                    <a:pt x="2705" y="6882"/>
                  </a:lnTo>
                  <a:lnTo>
                    <a:pt x="3218" y="6939"/>
                  </a:lnTo>
                  <a:lnTo>
                    <a:pt x="3287" y="6300"/>
                  </a:lnTo>
                  <a:lnTo>
                    <a:pt x="3595" y="5844"/>
                  </a:lnTo>
                  <a:lnTo>
                    <a:pt x="4029" y="5558"/>
                  </a:lnTo>
                  <a:lnTo>
                    <a:pt x="4679" y="5855"/>
                  </a:lnTo>
                  <a:lnTo>
                    <a:pt x="5193" y="6197"/>
                  </a:lnTo>
                  <a:lnTo>
                    <a:pt x="5786" y="6277"/>
                  </a:lnTo>
                  <a:lnTo>
                    <a:pt x="6379" y="6449"/>
                  </a:lnTo>
                  <a:lnTo>
                    <a:pt x="6608" y="5912"/>
                  </a:lnTo>
                  <a:lnTo>
                    <a:pt x="6722" y="5844"/>
                  </a:lnTo>
                  <a:lnTo>
                    <a:pt x="7098" y="5924"/>
                  </a:lnTo>
                  <a:lnTo>
                    <a:pt x="7977" y="5479"/>
                  </a:lnTo>
                  <a:lnTo>
                    <a:pt x="8297" y="5673"/>
                  </a:lnTo>
                  <a:lnTo>
                    <a:pt x="8548" y="5638"/>
                  </a:lnTo>
                  <a:lnTo>
                    <a:pt x="8673" y="5421"/>
                  </a:lnTo>
                  <a:lnTo>
                    <a:pt x="8959" y="5342"/>
                  </a:lnTo>
                  <a:lnTo>
                    <a:pt x="9575" y="5444"/>
                  </a:lnTo>
                  <a:lnTo>
                    <a:pt x="10088" y="5456"/>
                  </a:lnTo>
                  <a:lnTo>
                    <a:pt x="10351" y="5364"/>
                  </a:lnTo>
                  <a:lnTo>
                    <a:pt x="10214" y="5068"/>
                  </a:lnTo>
                  <a:lnTo>
                    <a:pt x="9621" y="4714"/>
                  </a:lnTo>
                  <a:lnTo>
                    <a:pt x="9404" y="4166"/>
                  </a:lnTo>
                  <a:lnTo>
                    <a:pt x="9061" y="3790"/>
                  </a:lnTo>
                  <a:lnTo>
                    <a:pt x="8525" y="3299"/>
                  </a:lnTo>
                  <a:lnTo>
                    <a:pt x="8502" y="3013"/>
                  </a:lnTo>
                  <a:lnTo>
                    <a:pt x="8068" y="2648"/>
                  </a:lnTo>
                  <a:close/>
                </a:path>
              </a:pathLst>
            </a:custGeom>
            <a:solidFill>
              <a:schemeClr val="accent2"/>
            </a:solidFill>
            <a:ln w="9525" cap="flat" cmpd="sng">
              <a:solidFill>
                <a:schemeClr val="accent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162525" tIns="162525" rIns="162525" bIns="1625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3200"/>
                <a:buFont typeface="Calibri"/>
                <a:buNone/>
              </a:pPr>
              <a:endParaRPr sz="3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942" name="Google Shape;942;p38"/>
            <p:cNvSpPr/>
            <p:nvPr/>
          </p:nvSpPr>
          <p:spPr>
            <a:xfrm>
              <a:off x="1465200" y="1347225"/>
              <a:ext cx="1519000" cy="811125"/>
            </a:xfrm>
            <a:custGeom>
              <a:avLst/>
              <a:gdLst/>
              <a:ahLst/>
              <a:cxnLst/>
              <a:rect l="l" t="t" r="r" b="b"/>
              <a:pathLst>
                <a:path w="60760" h="32445" extrusionOk="0">
                  <a:moveTo>
                    <a:pt x="44931" y="28451"/>
                  </a:moveTo>
                  <a:lnTo>
                    <a:pt x="44828" y="28017"/>
                  </a:lnTo>
                  <a:lnTo>
                    <a:pt x="44474" y="28291"/>
                  </a:lnTo>
                  <a:lnTo>
                    <a:pt x="44543" y="28588"/>
                  </a:lnTo>
                  <a:lnTo>
                    <a:pt x="45342" y="28964"/>
                  </a:lnTo>
                  <a:lnTo>
                    <a:pt x="45615" y="28907"/>
                  </a:lnTo>
                  <a:lnTo>
                    <a:pt x="46083" y="28553"/>
                  </a:lnTo>
                  <a:lnTo>
                    <a:pt x="45410" y="28565"/>
                  </a:lnTo>
                  <a:close/>
                  <a:moveTo>
                    <a:pt x="46985" y="26180"/>
                  </a:moveTo>
                  <a:lnTo>
                    <a:pt x="47008" y="26020"/>
                  </a:lnTo>
                  <a:lnTo>
                    <a:pt x="46426" y="25655"/>
                  </a:lnTo>
                  <a:lnTo>
                    <a:pt x="45581" y="25426"/>
                  </a:lnTo>
                  <a:lnTo>
                    <a:pt x="45307" y="25506"/>
                  </a:lnTo>
                  <a:lnTo>
                    <a:pt x="45809" y="25917"/>
                  </a:lnTo>
                  <a:lnTo>
                    <a:pt x="46620" y="26191"/>
                  </a:lnTo>
                  <a:close/>
                  <a:moveTo>
                    <a:pt x="3425" y="26705"/>
                  </a:moveTo>
                  <a:lnTo>
                    <a:pt x="3459" y="26225"/>
                  </a:lnTo>
                  <a:lnTo>
                    <a:pt x="3002" y="25849"/>
                  </a:lnTo>
                  <a:lnTo>
                    <a:pt x="2945" y="25438"/>
                  </a:lnTo>
                  <a:lnTo>
                    <a:pt x="2934" y="25141"/>
                  </a:lnTo>
                  <a:lnTo>
                    <a:pt x="2340" y="25038"/>
                  </a:lnTo>
                  <a:lnTo>
                    <a:pt x="1998" y="24913"/>
                  </a:lnTo>
                  <a:lnTo>
                    <a:pt x="1416" y="24708"/>
                  </a:lnTo>
                  <a:lnTo>
                    <a:pt x="1222" y="24924"/>
                  </a:lnTo>
                  <a:lnTo>
                    <a:pt x="1131" y="25392"/>
                  </a:lnTo>
                  <a:lnTo>
                    <a:pt x="1747" y="25552"/>
                  </a:lnTo>
                  <a:lnTo>
                    <a:pt x="1690" y="25814"/>
                  </a:lnTo>
                  <a:lnTo>
                    <a:pt x="2101" y="26123"/>
                  </a:lnTo>
                  <a:lnTo>
                    <a:pt x="2101" y="26442"/>
                  </a:lnTo>
                  <a:lnTo>
                    <a:pt x="3002" y="26842"/>
                  </a:lnTo>
                  <a:close/>
                  <a:moveTo>
                    <a:pt x="51379" y="24787"/>
                  </a:moveTo>
                  <a:lnTo>
                    <a:pt x="51926" y="24240"/>
                  </a:lnTo>
                  <a:lnTo>
                    <a:pt x="52132" y="24000"/>
                  </a:lnTo>
                  <a:lnTo>
                    <a:pt x="51835" y="23954"/>
                  </a:lnTo>
                  <a:lnTo>
                    <a:pt x="51128" y="24262"/>
                  </a:lnTo>
                  <a:lnTo>
                    <a:pt x="50534" y="24765"/>
                  </a:lnTo>
                  <a:lnTo>
                    <a:pt x="49381" y="26168"/>
                  </a:lnTo>
                  <a:lnTo>
                    <a:pt x="48617" y="26693"/>
                  </a:lnTo>
                  <a:lnTo>
                    <a:pt x="48845" y="26933"/>
                  </a:lnTo>
                  <a:lnTo>
                    <a:pt x="48309" y="27252"/>
                  </a:lnTo>
                  <a:lnTo>
                    <a:pt x="48332" y="27515"/>
                  </a:lnTo>
                  <a:lnTo>
                    <a:pt x="49701" y="27538"/>
                  </a:lnTo>
                  <a:lnTo>
                    <a:pt x="50477" y="27492"/>
                  </a:lnTo>
                  <a:lnTo>
                    <a:pt x="51105" y="27709"/>
                  </a:lnTo>
                  <a:lnTo>
                    <a:pt x="50477" y="28120"/>
                  </a:lnTo>
                  <a:lnTo>
                    <a:pt x="50888" y="28143"/>
                  </a:lnTo>
                  <a:lnTo>
                    <a:pt x="51926" y="27378"/>
                  </a:lnTo>
                  <a:lnTo>
                    <a:pt x="52098" y="27492"/>
                  </a:lnTo>
                  <a:lnTo>
                    <a:pt x="51744" y="28222"/>
                  </a:lnTo>
                  <a:lnTo>
                    <a:pt x="52177" y="28394"/>
                  </a:lnTo>
                  <a:lnTo>
                    <a:pt x="52497" y="28359"/>
                  </a:lnTo>
                  <a:lnTo>
                    <a:pt x="52999" y="27572"/>
                  </a:lnTo>
                  <a:lnTo>
                    <a:pt x="52931" y="27024"/>
                  </a:lnTo>
                  <a:lnTo>
                    <a:pt x="52976" y="26545"/>
                  </a:lnTo>
                  <a:lnTo>
                    <a:pt x="52440" y="26705"/>
                  </a:lnTo>
                  <a:lnTo>
                    <a:pt x="52839" y="26054"/>
                  </a:lnTo>
                  <a:lnTo>
                    <a:pt x="52234" y="25780"/>
                  </a:lnTo>
                  <a:lnTo>
                    <a:pt x="51846" y="25997"/>
                  </a:lnTo>
                  <a:lnTo>
                    <a:pt x="51287" y="25757"/>
                  </a:lnTo>
                  <a:lnTo>
                    <a:pt x="51630" y="25449"/>
                  </a:lnTo>
                  <a:lnTo>
                    <a:pt x="51219" y="25267"/>
                  </a:lnTo>
                  <a:lnTo>
                    <a:pt x="50671" y="25552"/>
                  </a:lnTo>
                  <a:close/>
                  <a:moveTo>
                    <a:pt x="480" y="21763"/>
                  </a:moveTo>
                  <a:lnTo>
                    <a:pt x="206" y="22048"/>
                  </a:lnTo>
                  <a:lnTo>
                    <a:pt x="1" y="22414"/>
                  </a:lnTo>
                  <a:lnTo>
                    <a:pt x="138" y="22688"/>
                  </a:lnTo>
                  <a:lnTo>
                    <a:pt x="47" y="23087"/>
                  </a:lnTo>
                  <a:lnTo>
                    <a:pt x="149" y="23486"/>
                  </a:lnTo>
                  <a:lnTo>
                    <a:pt x="423" y="23486"/>
                  </a:lnTo>
                  <a:lnTo>
                    <a:pt x="389" y="22790"/>
                  </a:lnTo>
                  <a:lnTo>
                    <a:pt x="1405" y="21797"/>
                  </a:lnTo>
                  <a:lnTo>
                    <a:pt x="708" y="21877"/>
                  </a:lnTo>
                  <a:close/>
                  <a:moveTo>
                    <a:pt x="40548" y="15053"/>
                  </a:moveTo>
                  <a:lnTo>
                    <a:pt x="40491" y="14882"/>
                  </a:lnTo>
                  <a:lnTo>
                    <a:pt x="40240" y="14870"/>
                  </a:lnTo>
                  <a:lnTo>
                    <a:pt x="39852" y="15110"/>
                  </a:lnTo>
                  <a:lnTo>
                    <a:pt x="39795" y="15167"/>
                  </a:lnTo>
                  <a:lnTo>
                    <a:pt x="39807" y="15407"/>
                  </a:lnTo>
                  <a:lnTo>
                    <a:pt x="40046" y="15486"/>
                  </a:lnTo>
                  <a:close/>
                  <a:moveTo>
                    <a:pt x="39179" y="14596"/>
                  </a:moveTo>
                  <a:lnTo>
                    <a:pt x="39293" y="14437"/>
                  </a:lnTo>
                  <a:lnTo>
                    <a:pt x="38437" y="14425"/>
                  </a:lnTo>
                  <a:lnTo>
                    <a:pt x="37730" y="14813"/>
                  </a:lnTo>
                  <a:lnTo>
                    <a:pt x="37730" y="15030"/>
                  </a:lnTo>
                  <a:lnTo>
                    <a:pt x="38163" y="15053"/>
                  </a:lnTo>
                  <a:close/>
                  <a:moveTo>
                    <a:pt x="38734" y="12234"/>
                  </a:moveTo>
                  <a:lnTo>
                    <a:pt x="38346" y="12154"/>
                  </a:lnTo>
                  <a:lnTo>
                    <a:pt x="37638" y="12896"/>
                  </a:lnTo>
                  <a:lnTo>
                    <a:pt x="37125" y="13524"/>
                  </a:lnTo>
                  <a:lnTo>
                    <a:pt x="36303" y="13923"/>
                  </a:lnTo>
                  <a:lnTo>
                    <a:pt x="37205" y="13843"/>
                  </a:lnTo>
                  <a:lnTo>
                    <a:pt x="37091" y="14322"/>
                  </a:lnTo>
                  <a:lnTo>
                    <a:pt x="38266" y="13900"/>
                  </a:lnTo>
                  <a:lnTo>
                    <a:pt x="39145" y="13467"/>
                  </a:lnTo>
                  <a:lnTo>
                    <a:pt x="39259" y="13843"/>
                  </a:lnTo>
                  <a:lnTo>
                    <a:pt x="40103" y="14026"/>
                  </a:lnTo>
                  <a:lnTo>
                    <a:pt x="40799" y="13775"/>
                  </a:lnTo>
                  <a:lnTo>
                    <a:pt x="40526" y="13512"/>
                  </a:lnTo>
                  <a:lnTo>
                    <a:pt x="40046" y="13569"/>
                  </a:lnTo>
                  <a:lnTo>
                    <a:pt x="40229" y="13181"/>
                  </a:lnTo>
                  <a:lnTo>
                    <a:pt x="39704" y="12942"/>
                  </a:lnTo>
                  <a:lnTo>
                    <a:pt x="39213" y="12668"/>
                  </a:lnTo>
                  <a:lnTo>
                    <a:pt x="39008" y="12462"/>
                  </a:lnTo>
                  <a:lnTo>
                    <a:pt x="38608" y="12588"/>
                  </a:lnTo>
                  <a:close/>
                  <a:moveTo>
                    <a:pt x="45102" y="11059"/>
                  </a:moveTo>
                  <a:lnTo>
                    <a:pt x="45627" y="10819"/>
                  </a:lnTo>
                  <a:lnTo>
                    <a:pt x="45764" y="10716"/>
                  </a:lnTo>
                  <a:lnTo>
                    <a:pt x="45969" y="10385"/>
                  </a:lnTo>
                  <a:lnTo>
                    <a:pt x="45638" y="10180"/>
                  </a:lnTo>
                  <a:lnTo>
                    <a:pt x="45045" y="10271"/>
                  </a:lnTo>
                  <a:lnTo>
                    <a:pt x="44497" y="10716"/>
                  </a:lnTo>
                  <a:lnTo>
                    <a:pt x="44394" y="11093"/>
                  </a:lnTo>
                  <a:close/>
                  <a:moveTo>
                    <a:pt x="34568" y="9529"/>
                  </a:moveTo>
                  <a:lnTo>
                    <a:pt x="34454" y="9244"/>
                  </a:lnTo>
                  <a:lnTo>
                    <a:pt x="34409" y="9107"/>
                  </a:lnTo>
                  <a:lnTo>
                    <a:pt x="34180" y="8959"/>
                  </a:lnTo>
                  <a:lnTo>
                    <a:pt x="33758" y="8753"/>
                  </a:lnTo>
                  <a:lnTo>
                    <a:pt x="33062" y="9073"/>
                  </a:lnTo>
                  <a:lnTo>
                    <a:pt x="32343" y="9324"/>
                  </a:lnTo>
                  <a:lnTo>
                    <a:pt x="32845" y="9666"/>
                  </a:lnTo>
                  <a:lnTo>
                    <a:pt x="33382" y="9575"/>
                  </a:lnTo>
                  <a:lnTo>
                    <a:pt x="33975" y="9803"/>
                  </a:lnTo>
                  <a:close/>
                  <a:moveTo>
                    <a:pt x="37764" y="9233"/>
                  </a:moveTo>
                  <a:lnTo>
                    <a:pt x="36817" y="9096"/>
                  </a:lnTo>
                  <a:lnTo>
                    <a:pt x="37638" y="8719"/>
                  </a:lnTo>
                  <a:lnTo>
                    <a:pt x="37581" y="7863"/>
                  </a:lnTo>
                  <a:lnTo>
                    <a:pt x="37307" y="7532"/>
                  </a:lnTo>
                  <a:lnTo>
                    <a:pt x="36668" y="7418"/>
                  </a:lnTo>
                  <a:lnTo>
                    <a:pt x="35516" y="7966"/>
                  </a:lnTo>
                  <a:lnTo>
                    <a:pt x="34728" y="8788"/>
                  </a:lnTo>
                  <a:lnTo>
                    <a:pt x="35139" y="9096"/>
                  </a:lnTo>
                  <a:lnTo>
                    <a:pt x="35367" y="9564"/>
                  </a:lnTo>
                  <a:lnTo>
                    <a:pt x="34466" y="10351"/>
                  </a:lnTo>
                  <a:lnTo>
                    <a:pt x="34009" y="10317"/>
                  </a:lnTo>
                  <a:lnTo>
                    <a:pt x="33130" y="10944"/>
                  </a:lnTo>
                  <a:lnTo>
                    <a:pt x="33724" y="10203"/>
                  </a:lnTo>
                  <a:lnTo>
                    <a:pt x="33039" y="9952"/>
                  </a:lnTo>
                  <a:lnTo>
                    <a:pt x="32400" y="10077"/>
                  </a:lnTo>
                  <a:lnTo>
                    <a:pt x="32058" y="10556"/>
                  </a:lnTo>
                  <a:lnTo>
                    <a:pt x="31213" y="10545"/>
                  </a:lnTo>
                  <a:lnTo>
                    <a:pt x="30186" y="10659"/>
                  </a:lnTo>
                  <a:lnTo>
                    <a:pt x="29467" y="10317"/>
                  </a:lnTo>
                  <a:lnTo>
                    <a:pt x="28748" y="10374"/>
                  </a:lnTo>
                  <a:lnTo>
                    <a:pt x="28531" y="9963"/>
                  </a:lnTo>
                  <a:lnTo>
                    <a:pt x="28235" y="9780"/>
                  </a:lnTo>
                  <a:lnTo>
                    <a:pt x="27698" y="9849"/>
                  </a:lnTo>
                  <a:lnTo>
                    <a:pt x="26956" y="9895"/>
                  </a:lnTo>
                  <a:lnTo>
                    <a:pt x="26329" y="10146"/>
                  </a:lnTo>
                  <a:lnTo>
                    <a:pt x="26614" y="10477"/>
                  </a:lnTo>
                  <a:lnTo>
                    <a:pt x="25610" y="10876"/>
                  </a:lnTo>
                  <a:lnTo>
                    <a:pt x="25416" y="10408"/>
                  </a:lnTo>
                  <a:lnTo>
                    <a:pt x="24788" y="10545"/>
                  </a:lnTo>
                  <a:lnTo>
                    <a:pt x="23099" y="10636"/>
                  </a:lnTo>
                  <a:lnTo>
                    <a:pt x="22186" y="10465"/>
                  </a:lnTo>
                  <a:lnTo>
                    <a:pt x="23396" y="10089"/>
                  </a:lnTo>
                  <a:lnTo>
                    <a:pt x="22996" y="9689"/>
                  </a:lnTo>
                  <a:lnTo>
                    <a:pt x="22369" y="9746"/>
                  </a:lnTo>
                  <a:lnTo>
                    <a:pt x="21707" y="9609"/>
                  </a:lnTo>
                  <a:lnTo>
                    <a:pt x="20634" y="9335"/>
                  </a:lnTo>
                  <a:lnTo>
                    <a:pt x="20086" y="9004"/>
                  </a:lnTo>
                  <a:lnTo>
                    <a:pt x="19447" y="8959"/>
                  </a:lnTo>
                  <a:lnTo>
                    <a:pt x="18979" y="9187"/>
                  </a:lnTo>
                  <a:lnTo>
                    <a:pt x="18135" y="9324"/>
                  </a:lnTo>
                  <a:lnTo>
                    <a:pt x="18694" y="8730"/>
                  </a:lnTo>
                  <a:lnTo>
                    <a:pt x="17347" y="9244"/>
                  </a:lnTo>
                  <a:lnTo>
                    <a:pt x="17153" y="8582"/>
                  </a:lnTo>
                  <a:lnTo>
                    <a:pt x="16857" y="8491"/>
                  </a:lnTo>
                  <a:lnTo>
                    <a:pt x="16309" y="8845"/>
                  </a:lnTo>
                  <a:lnTo>
                    <a:pt x="15670" y="9016"/>
                  </a:lnTo>
                  <a:lnTo>
                    <a:pt x="15636" y="8708"/>
                  </a:lnTo>
                  <a:lnTo>
                    <a:pt x="14472" y="8902"/>
                  </a:lnTo>
                  <a:lnTo>
                    <a:pt x="13216" y="9233"/>
                  </a:lnTo>
                  <a:lnTo>
                    <a:pt x="12474" y="9153"/>
                  </a:lnTo>
                  <a:lnTo>
                    <a:pt x="11470" y="9381"/>
                  </a:lnTo>
                  <a:lnTo>
                    <a:pt x="10591" y="9701"/>
                  </a:lnTo>
                  <a:lnTo>
                    <a:pt x="10066" y="9632"/>
                  </a:lnTo>
                  <a:lnTo>
                    <a:pt x="9587" y="9267"/>
                  </a:lnTo>
                  <a:lnTo>
                    <a:pt x="8754" y="9073"/>
                  </a:lnTo>
                  <a:lnTo>
                    <a:pt x="8754" y="9073"/>
                  </a:lnTo>
                  <a:lnTo>
                    <a:pt x="5285" y="11960"/>
                  </a:lnTo>
                  <a:lnTo>
                    <a:pt x="229" y="16582"/>
                  </a:lnTo>
                  <a:lnTo>
                    <a:pt x="834" y="16593"/>
                  </a:lnTo>
                  <a:lnTo>
                    <a:pt x="1222" y="16822"/>
                  </a:lnTo>
                  <a:lnTo>
                    <a:pt x="1302" y="17198"/>
                  </a:lnTo>
                  <a:lnTo>
                    <a:pt x="1336" y="17746"/>
                  </a:lnTo>
                  <a:lnTo>
                    <a:pt x="2420" y="17278"/>
                  </a:lnTo>
                  <a:lnTo>
                    <a:pt x="3333" y="17004"/>
                  </a:lnTo>
                  <a:lnTo>
                    <a:pt x="3253" y="17438"/>
                  </a:lnTo>
                  <a:lnTo>
                    <a:pt x="3356" y="17780"/>
                  </a:lnTo>
                  <a:lnTo>
                    <a:pt x="3596" y="18168"/>
                  </a:lnTo>
                  <a:lnTo>
                    <a:pt x="3447" y="18762"/>
                  </a:lnTo>
                  <a:lnTo>
                    <a:pt x="3231" y="19732"/>
                  </a:lnTo>
                  <a:lnTo>
                    <a:pt x="3881" y="20280"/>
                  </a:lnTo>
                  <a:lnTo>
                    <a:pt x="3447" y="20805"/>
                  </a:lnTo>
                  <a:lnTo>
                    <a:pt x="2717" y="21215"/>
                  </a:lnTo>
                  <a:lnTo>
                    <a:pt x="2717" y="21215"/>
                  </a:lnTo>
                  <a:lnTo>
                    <a:pt x="2363" y="21660"/>
                  </a:lnTo>
                  <a:lnTo>
                    <a:pt x="2660" y="22288"/>
                  </a:lnTo>
                  <a:lnTo>
                    <a:pt x="2215" y="22984"/>
                  </a:lnTo>
                  <a:lnTo>
                    <a:pt x="2797" y="23361"/>
                  </a:lnTo>
                  <a:lnTo>
                    <a:pt x="2283" y="23886"/>
                  </a:lnTo>
                  <a:lnTo>
                    <a:pt x="2101" y="24673"/>
                  </a:lnTo>
                  <a:lnTo>
                    <a:pt x="3082" y="25027"/>
                  </a:lnTo>
                  <a:lnTo>
                    <a:pt x="3310" y="25415"/>
                  </a:lnTo>
                  <a:lnTo>
                    <a:pt x="4086" y="26282"/>
                  </a:lnTo>
                  <a:lnTo>
                    <a:pt x="4189" y="26282"/>
                  </a:lnTo>
                  <a:lnTo>
                    <a:pt x="6163" y="26282"/>
                  </a:lnTo>
                  <a:lnTo>
                    <a:pt x="8252" y="26282"/>
                  </a:lnTo>
                  <a:lnTo>
                    <a:pt x="8937" y="26282"/>
                  </a:lnTo>
                  <a:lnTo>
                    <a:pt x="11071" y="26282"/>
                  </a:lnTo>
                  <a:lnTo>
                    <a:pt x="13148" y="26282"/>
                  </a:lnTo>
                  <a:lnTo>
                    <a:pt x="15236" y="26282"/>
                  </a:lnTo>
                  <a:lnTo>
                    <a:pt x="17347" y="26282"/>
                  </a:lnTo>
                  <a:lnTo>
                    <a:pt x="19733" y="26282"/>
                  </a:lnTo>
                  <a:lnTo>
                    <a:pt x="22129" y="26282"/>
                  </a:lnTo>
                  <a:lnTo>
                    <a:pt x="23567" y="26282"/>
                  </a:lnTo>
                  <a:lnTo>
                    <a:pt x="23761" y="25940"/>
                  </a:lnTo>
                  <a:lnTo>
                    <a:pt x="23989" y="25940"/>
                  </a:lnTo>
                  <a:lnTo>
                    <a:pt x="23875" y="26419"/>
                  </a:lnTo>
                  <a:lnTo>
                    <a:pt x="24012" y="26568"/>
                  </a:lnTo>
                  <a:lnTo>
                    <a:pt x="24469" y="26625"/>
                  </a:lnTo>
                  <a:lnTo>
                    <a:pt x="25131" y="26762"/>
                  </a:lnTo>
                  <a:lnTo>
                    <a:pt x="25667" y="27036"/>
                  </a:lnTo>
                  <a:lnTo>
                    <a:pt x="26295" y="26921"/>
                  </a:lnTo>
                  <a:lnTo>
                    <a:pt x="27048" y="27150"/>
                  </a:lnTo>
                  <a:lnTo>
                    <a:pt x="27048" y="27150"/>
                  </a:lnTo>
                  <a:lnTo>
                    <a:pt x="27504" y="26807"/>
                  </a:lnTo>
                  <a:lnTo>
                    <a:pt x="27961" y="26670"/>
                  </a:lnTo>
                  <a:lnTo>
                    <a:pt x="28223" y="26454"/>
                  </a:lnTo>
                  <a:lnTo>
                    <a:pt x="28440" y="26339"/>
                  </a:lnTo>
                  <a:lnTo>
                    <a:pt x="29011" y="26511"/>
                  </a:lnTo>
                  <a:lnTo>
                    <a:pt x="29479" y="26533"/>
                  </a:lnTo>
                  <a:lnTo>
                    <a:pt x="29593" y="26648"/>
                  </a:lnTo>
                  <a:lnTo>
                    <a:pt x="29604" y="27150"/>
                  </a:lnTo>
                  <a:lnTo>
                    <a:pt x="30346" y="27298"/>
                  </a:lnTo>
                  <a:lnTo>
                    <a:pt x="30106" y="27538"/>
                  </a:lnTo>
                  <a:lnTo>
                    <a:pt x="30277" y="27812"/>
                  </a:lnTo>
                  <a:lnTo>
                    <a:pt x="30004" y="28131"/>
                  </a:lnTo>
                  <a:lnTo>
                    <a:pt x="30266" y="28245"/>
                  </a:lnTo>
                  <a:lnTo>
                    <a:pt x="29992" y="28553"/>
                  </a:lnTo>
                  <a:lnTo>
                    <a:pt x="29992" y="28553"/>
                  </a:lnTo>
                  <a:lnTo>
                    <a:pt x="30163" y="28576"/>
                  </a:lnTo>
                  <a:lnTo>
                    <a:pt x="30346" y="28451"/>
                  </a:lnTo>
                  <a:lnTo>
                    <a:pt x="30414" y="28645"/>
                  </a:lnTo>
                  <a:lnTo>
                    <a:pt x="30905" y="28747"/>
                  </a:lnTo>
                  <a:lnTo>
                    <a:pt x="31441" y="28759"/>
                  </a:lnTo>
                  <a:lnTo>
                    <a:pt x="31989" y="28850"/>
                  </a:lnTo>
                  <a:lnTo>
                    <a:pt x="32560" y="29021"/>
                  </a:lnTo>
                  <a:lnTo>
                    <a:pt x="32674" y="29307"/>
                  </a:lnTo>
                  <a:lnTo>
                    <a:pt x="32868" y="29980"/>
                  </a:lnTo>
                  <a:lnTo>
                    <a:pt x="32526" y="30265"/>
                  </a:lnTo>
                  <a:lnTo>
                    <a:pt x="31989" y="30151"/>
                  </a:lnTo>
                  <a:lnTo>
                    <a:pt x="31841" y="29603"/>
                  </a:lnTo>
                  <a:lnTo>
                    <a:pt x="31715" y="30163"/>
                  </a:lnTo>
                  <a:lnTo>
                    <a:pt x="31179" y="30642"/>
                  </a:lnTo>
                  <a:lnTo>
                    <a:pt x="31065" y="31064"/>
                  </a:lnTo>
                  <a:lnTo>
                    <a:pt x="30905" y="31304"/>
                  </a:lnTo>
                  <a:lnTo>
                    <a:pt x="30323" y="31589"/>
                  </a:lnTo>
                  <a:lnTo>
                    <a:pt x="30323" y="31589"/>
                  </a:lnTo>
                  <a:lnTo>
                    <a:pt x="29787" y="32068"/>
                  </a:lnTo>
                  <a:lnTo>
                    <a:pt x="29501" y="32388"/>
                  </a:lnTo>
                  <a:lnTo>
                    <a:pt x="29889" y="32445"/>
                  </a:lnTo>
                  <a:lnTo>
                    <a:pt x="30528" y="32160"/>
                  </a:lnTo>
                  <a:lnTo>
                    <a:pt x="30951" y="31909"/>
                  </a:lnTo>
                  <a:lnTo>
                    <a:pt x="31179" y="31874"/>
                  </a:lnTo>
                  <a:lnTo>
                    <a:pt x="31544" y="31954"/>
                  </a:lnTo>
                  <a:lnTo>
                    <a:pt x="31784" y="31829"/>
                  </a:lnTo>
                  <a:lnTo>
                    <a:pt x="32183" y="31715"/>
                  </a:lnTo>
                  <a:lnTo>
                    <a:pt x="32857" y="31600"/>
                  </a:lnTo>
                  <a:lnTo>
                    <a:pt x="32857" y="31600"/>
                  </a:lnTo>
                  <a:lnTo>
                    <a:pt x="32857" y="31600"/>
                  </a:lnTo>
                  <a:lnTo>
                    <a:pt x="32902" y="31338"/>
                  </a:lnTo>
                  <a:lnTo>
                    <a:pt x="32857" y="31361"/>
                  </a:lnTo>
                  <a:lnTo>
                    <a:pt x="32617" y="31395"/>
                  </a:lnTo>
                  <a:lnTo>
                    <a:pt x="32354" y="31315"/>
                  </a:lnTo>
                  <a:lnTo>
                    <a:pt x="32685" y="31018"/>
                  </a:lnTo>
                  <a:lnTo>
                    <a:pt x="32959" y="30916"/>
                  </a:lnTo>
                  <a:lnTo>
                    <a:pt x="33518" y="30790"/>
                  </a:lnTo>
                  <a:lnTo>
                    <a:pt x="34169" y="30665"/>
                  </a:lnTo>
                  <a:lnTo>
                    <a:pt x="34431" y="30824"/>
                  </a:lnTo>
                  <a:lnTo>
                    <a:pt x="34694" y="30630"/>
                  </a:lnTo>
                  <a:lnTo>
                    <a:pt x="34968" y="30516"/>
                  </a:lnTo>
                  <a:lnTo>
                    <a:pt x="35093" y="30573"/>
                  </a:lnTo>
                  <a:lnTo>
                    <a:pt x="35105" y="30585"/>
                  </a:lnTo>
                  <a:lnTo>
                    <a:pt x="36063" y="29991"/>
                  </a:lnTo>
                  <a:lnTo>
                    <a:pt x="36451" y="29820"/>
                  </a:lnTo>
                  <a:lnTo>
                    <a:pt x="37547" y="29820"/>
                  </a:lnTo>
                  <a:lnTo>
                    <a:pt x="38882" y="29820"/>
                  </a:lnTo>
                  <a:lnTo>
                    <a:pt x="39019" y="29592"/>
                  </a:lnTo>
                  <a:lnTo>
                    <a:pt x="39259" y="29546"/>
                  </a:lnTo>
                  <a:lnTo>
                    <a:pt x="39624" y="29421"/>
                  </a:lnTo>
                  <a:lnTo>
                    <a:pt x="40001" y="29021"/>
                  </a:lnTo>
                  <a:lnTo>
                    <a:pt x="40457" y="28325"/>
                  </a:lnTo>
                  <a:lnTo>
                    <a:pt x="41245" y="27652"/>
                  </a:lnTo>
                  <a:lnTo>
                    <a:pt x="41404" y="27892"/>
                  </a:lnTo>
                  <a:lnTo>
                    <a:pt x="41929" y="27732"/>
                  </a:lnTo>
                  <a:lnTo>
                    <a:pt x="42146" y="27994"/>
                  </a:lnTo>
                  <a:lnTo>
                    <a:pt x="41747" y="29204"/>
                  </a:lnTo>
                  <a:lnTo>
                    <a:pt x="42043" y="29706"/>
                  </a:lnTo>
                  <a:lnTo>
                    <a:pt x="42888" y="29592"/>
                  </a:lnTo>
                  <a:lnTo>
                    <a:pt x="44041" y="29558"/>
                  </a:lnTo>
                  <a:lnTo>
                    <a:pt x="42557" y="30288"/>
                  </a:lnTo>
                  <a:lnTo>
                    <a:pt x="42340" y="31030"/>
                  </a:lnTo>
                  <a:lnTo>
                    <a:pt x="42876" y="31098"/>
                  </a:lnTo>
                  <a:lnTo>
                    <a:pt x="43881" y="30459"/>
                  </a:lnTo>
                  <a:lnTo>
                    <a:pt x="44714" y="30117"/>
                  </a:lnTo>
                  <a:lnTo>
                    <a:pt x="46449" y="29592"/>
                  </a:lnTo>
                  <a:lnTo>
                    <a:pt x="47521" y="29010"/>
                  </a:lnTo>
                  <a:lnTo>
                    <a:pt x="47156" y="28690"/>
                  </a:lnTo>
                  <a:lnTo>
                    <a:pt x="47293" y="28051"/>
                  </a:lnTo>
                  <a:lnTo>
                    <a:pt x="46277" y="29044"/>
                  </a:lnTo>
                  <a:lnTo>
                    <a:pt x="45056" y="29158"/>
                  </a:lnTo>
                  <a:lnTo>
                    <a:pt x="44269" y="28725"/>
                  </a:lnTo>
                  <a:lnTo>
                    <a:pt x="44257" y="28063"/>
                  </a:lnTo>
                  <a:lnTo>
                    <a:pt x="44337" y="27093"/>
                  </a:lnTo>
                  <a:lnTo>
                    <a:pt x="45216" y="26511"/>
                  </a:lnTo>
                  <a:lnTo>
                    <a:pt x="44737" y="26066"/>
                  </a:lnTo>
                  <a:lnTo>
                    <a:pt x="43653" y="26145"/>
                  </a:lnTo>
                  <a:lnTo>
                    <a:pt x="41929" y="26887"/>
                  </a:lnTo>
                  <a:lnTo>
                    <a:pt x="40377" y="28063"/>
                  </a:lnTo>
                  <a:lnTo>
                    <a:pt x="39715" y="28200"/>
                  </a:lnTo>
                  <a:lnTo>
                    <a:pt x="40834" y="27389"/>
                  </a:lnTo>
                  <a:lnTo>
                    <a:pt x="42272" y="26203"/>
                  </a:lnTo>
                  <a:lnTo>
                    <a:pt x="43299" y="25826"/>
                  </a:lnTo>
                  <a:lnTo>
                    <a:pt x="44109" y="25198"/>
                  </a:lnTo>
                  <a:lnTo>
                    <a:pt x="44851" y="25118"/>
                  </a:lnTo>
                  <a:lnTo>
                    <a:pt x="45901" y="25141"/>
                  </a:lnTo>
                  <a:lnTo>
                    <a:pt x="47327" y="25324"/>
                  </a:lnTo>
                  <a:lnTo>
                    <a:pt x="48548" y="25175"/>
                  </a:lnTo>
                  <a:lnTo>
                    <a:pt x="49667" y="24456"/>
                  </a:lnTo>
                  <a:lnTo>
                    <a:pt x="50899" y="24137"/>
                  </a:lnTo>
                  <a:lnTo>
                    <a:pt x="51504" y="23840"/>
                  </a:lnTo>
                  <a:lnTo>
                    <a:pt x="52098" y="23509"/>
                  </a:lnTo>
                  <a:lnTo>
                    <a:pt x="52383" y="22539"/>
                  </a:lnTo>
                  <a:lnTo>
                    <a:pt x="52234" y="22208"/>
                  </a:lnTo>
                  <a:lnTo>
                    <a:pt x="51744" y="22094"/>
                  </a:lnTo>
                  <a:lnTo>
                    <a:pt x="51744" y="21375"/>
                  </a:lnTo>
                  <a:lnTo>
                    <a:pt x="51413" y="21101"/>
                  </a:lnTo>
                  <a:lnTo>
                    <a:pt x="50431" y="20873"/>
                  </a:lnTo>
                  <a:lnTo>
                    <a:pt x="50032" y="20382"/>
                  </a:lnTo>
                  <a:lnTo>
                    <a:pt x="49347" y="19903"/>
                  </a:lnTo>
                  <a:lnTo>
                    <a:pt x="49838" y="19378"/>
                  </a:lnTo>
                  <a:lnTo>
                    <a:pt x="49553" y="18362"/>
                  </a:lnTo>
                  <a:lnTo>
                    <a:pt x="49176" y="17290"/>
                  </a:lnTo>
                  <a:lnTo>
                    <a:pt x="49039" y="16548"/>
                  </a:lnTo>
                  <a:lnTo>
                    <a:pt x="48423" y="16936"/>
                  </a:lnTo>
                  <a:lnTo>
                    <a:pt x="47361" y="17860"/>
                  </a:lnTo>
                  <a:lnTo>
                    <a:pt x="46209" y="18317"/>
                  </a:lnTo>
                  <a:lnTo>
                    <a:pt x="45981" y="17837"/>
                  </a:lnTo>
                  <a:lnTo>
                    <a:pt x="45456" y="17689"/>
                  </a:lnTo>
                  <a:lnTo>
                    <a:pt x="45764" y="16651"/>
                  </a:lnTo>
                  <a:lnTo>
                    <a:pt x="46140" y="15954"/>
                  </a:lnTo>
                  <a:lnTo>
                    <a:pt x="45045" y="15874"/>
                  </a:lnTo>
                  <a:lnTo>
                    <a:pt x="45022" y="15566"/>
                  </a:lnTo>
                  <a:lnTo>
                    <a:pt x="44508" y="15098"/>
                  </a:lnTo>
                  <a:lnTo>
                    <a:pt x="44086" y="14813"/>
                  </a:lnTo>
                  <a:lnTo>
                    <a:pt x="43447" y="15019"/>
                  </a:lnTo>
                  <a:lnTo>
                    <a:pt x="42842" y="14950"/>
                  </a:lnTo>
                  <a:lnTo>
                    <a:pt x="41906" y="14722"/>
                  </a:lnTo>
                  <a:lnTo>
                    <a:pt x="41347" y="14904"/>
                  </a:lnTo>
                  <a:lnTo>
                    <a:pt x="40799" y="16194"/>
                  </a:lnTo>
                  <a:lnTo>
                    <a:pt x="40663" y="16947"/>
                  </a:lnTo>
                  <a:lnTo>
                    <a:pt x="39407" y="17815"/>
                  </a:lnTo>
                  <a:lnTo>
                    <a:pt x="39852" y="18465"/>
                  </a:lnTo>
                  <a:lnTo>
                    <a:pt x="39921" y="19173"/>
                  </a:lnTo>
                  <a:lnTo>
                    <a:pt x="39681" y="19743"/>
                  </a:lnTo>
                  <a:lnTo>
                    <a:pt x="39008" y="20325"/>
                  </a:lnTo>
                  <a:lnTo>
                    <a:pt x="37935" y="20930"/>
                  </a:lnTo>
                  <a:lnTo>
                    <a:pt x="36657" y="21330"/>
                  </a:lnTo>
                  <a:lnTo>
                    <a:pt x="36896" y="21786"/>
                  </a:lnTo>
                  <a:lnTo>
                    <a:pt x="36577" y="23155"/>
                  </a:lnTo>
                  <a:lnTo>
                    <a:pt x="35778" y="24057"/>
                  </a:lnTo>
                  <a:lnTo>
                    <a:pt x="35128" y="24320"/>
                  </a:lnTo>
                  <a:lnTo>
                    <a:pt x="34500" y="23498"/>
                  </a:lnTo>
                  <a:lnTo>
                    <a:pt x="34489" y="22528"/>
                  </a:lnTo>
                  <a:lnTo>
                    <a:pt x="34728" y="21672"/>
                  </a:lnTo>
                  <a:lnTo>
                    <a:pt x="35242" y="20930"/>
                  </a:lnTo>
                  <a:lnTo>
                    <a:pt x="34557" y="20839"/>
                  </a:lnTo>
                  <a:lnTo>
                    <a:pt x="33484" y="20782"/>
                  </a:lnTo>
                  <a:lnTo>
                    <a:pt x="32971" y="20428"/>
                  </a:lnTo>
                  <a:lnTo>
                    <a:pt x="32286" y="20200"/>
                  </a:lnTo>
                  <a:lnTo>
                    <a:pt x="32046" y="19789"/>
                  </a:lnTo>
                  <a:lnTo>
                    <a:pt x="31578" y="19469"/>
                  </a:lnTo>
                  <a:lnTo>
                    <a:pt x="30574" y="19104"/>
                  </a:lnTo>
                  <a:lnTo>
                    <a:pt x="29558" y="19275"/>
                  </a:lnTo>
                  <a:lnTo>
                    <a:pt x="29661" y="18636"/>
                  </a:lnTo>
                  <a:lnTo>
                    <a:pt x="29878" y="17849"/>
                  </a:lnTo>
                  <a:lnTo>
                    <a:pt x="29022" y="17700"/>
                  </a:lnTo>
                  <a:lnTo>
                    <a:pt x="29718" y="16730"/>
                  </a:lnTo>
                  <a:lnTo>
                    <a:pt x="30414" y="16080"/>
                  </a:lnTo>
                  <a:lnTo>
                    <a:pt x="31761" y="15156"/>
                  </a:lnTo>
                  <a:lnTo>
                    <a:pt x="32982" y="14494"/>
                  </a:lnTo>
                  <a:lnTo>
                    <a:pt x="33781" y="14391"/>
                  </a:lnTo>
                  <a:lnTo>
                    <a:pt x="34203" y="13866"/>
                  </a:lnTo>
                  <a:lnTo>
                    <a:pt x="34922" y="13524"/>
                  </a:lnTo>
                  <a:lnTo>
                    <a:pt x="35835" y="13467"/>
                  </a:lnTo>
                  <a:lnTo>
                    <a:pt x="36942" y="12930"/>
                  </a:lnTo>
                  <a:lnTo>
                    <a:pt x="37353" y="12588"/>
                  </a:lnTo>
                  <a:lnTo>
                    <a:pt x="38403" y="11914"/>
                  </a:lnTo>
                  <a:lnTo>
                    <a:pt x="38859" y="11515"/>
                  </a:lnTo>
                  <a:lnTo>
                    <a:pt x="39316" y="11755"/>
                  </a:lnTo>
                  <a:lnTo>
                    <a:pt x="40252" y="11629"/>
                  </a:lnTo>
                  <a:lnTo>
                    <a:pt x="41792" y="11081"/>
                  </a:lnTo>
                  <a:lnTo>
                    <a:pt x="42112" y="10705"/>
                  </a:lnTo>
                  <a:lnTo>
                    <a:pt x="41998" y="10283"/>
                  </a:lnTo>
                  <a:lnTo>
                    <a:pt x="42717" y="9872"/>
                  </a:lnTo>
                  <a:lnTo>
                    <a:pt x="42956" y="9484"/>
                  </a:lnTo>
                  <a:lnTo>
                    <a:pt x="42454" y="9118"/>
                  </a:lnTo>
                  <a:lnTo>
                    <a:pt x="41690" y="9004"/>
                  </a:lnTo>
                  <a:lnTo>
                    <a:pt x="40902" y="8947"/>
                  </a:lnTo>
                  <a:lnTo>
                    <a:pt x="40252" y="9792"/>
                  </a:lnTo>
                  <a:lnTo>
                    <a:pt x="39316" y="10442"/>
                  </a:lnTo>
                  <a:lnTo>
                    <a:pt x="38289" y="11013"/>
                  </a:lnTo>
                  <a:lnTo>
                    <a:pt x="38106" y="10488"/>
                  </a:lnTo>
                  <a:lnTo>
                    <a:pt x="38711" y="9917"/>
                  </a:lnTo>
                  <a:lnTo>
                    <a:pt x="38391" y="9415"/>
                  </a:lnTo>
                  <a:lnTo>
                    <a:pt x="37148" y="10020"/>
                  </a:lnTo>
                  <a:close/>
                  <a:moveTo>
                    <a:pt x="26991" y="6539"/>
                  </a:moveTo>
                  <a:lnTo>
                    <a:pt x="26591" y="6391"/>
                  </a:lnTo>
                  <a:lnTo>
                    <a:pt x="24583" y="6847"/>
                  </a:lnTo>
                  <a:lnTo>
                    <a:pt x="23852" y="7133"/>
                  </a:lnTo>
                  <a:lnTo>
                    <a:pt x="22745" y="7692"/>
                  </a:lnTo>
                  <a:lnTo>
                    <a:pt x="23510" y="7897"/>
                  </a:lnTo>
                  <a:lnTo>
                    <a:pt x="24400" y="7875"/>
                  </a:lnTo>
                  <a:lnTo>
                    <a:pt x="22757" y="8183"/>
                  </a:lnTo>
                  <a:lnTo>
                    <a:pt x="22757" y="8445"/>
                  </a:lnTo>
                  <a:lnTo>
                    <a:pt x="23556" y="8468"/>
                  </a:lnTo>
                  <a:lnTo>
                    <a:pt x="24834" y="8411"/>
                  </a:lnTo>
                  <a:lnTo>
                    <a:pt x="25770" y="8582"/>
                  </a:lnTo>
                  <a:lnTo>
                    <a:pt x="24879" y="8719"/>
                  </a:lnTo>
                  <a:lnTo>
                    <a:pt x="24092" y="8673"/>
                  </a:lnTo>
                  <a:lnTo>
                    <a:pt x="23088" y="8810"/>
                  </a:lnTo>
                  <a:lnTo>
                    <a:pt x="22608" y="8890"/>
                  </a:lnTo>
                  <a:lnTo>
                    <a:pt x="22700" y="9495"/>
                  </a:lnTo>
                  <a:lnTo>
                    <a:pt x="23293" y="9404"/>
                  </a:lnTo>
                  <a:lnTo>
                    <a:pt x="23887" y="9621"/>
                  </a:lnTo>
                  <a:lnTo>
                    <a:pt x="23841" y="9974"/>
                  </a:lnTo>
                  <a:lnTo>
                    <a:pt x="24948" y="9906"/>
                  </a:lnTo>
                  <a:lnTo>
                    <a:pt x="26546" y="9792"/>
                  </a:lnTo>
                  <a:lnTo>
                    <a:pt x="27892" y="9529"/>
                  </a:lnTo>
                  <a:lnTo>
                    <a:pt x="28600" y="9472"/>
                  </a:lnTo>
                  <a:lnTo>
                    <a:pt x="29422" y="9689"/>
                  </a:lnTo>
                  <a:lnTo>
                    <a:pt x="30380" y="9803"/>
                  </a:lnTo>
                  <a:lnTo>
                    <a:pt x="30814" y="9529"/>
                  </a:lnTo>
                  <a:lnTo>
                    <a:pt x="30722" y="9233"/>
                  </a:lnTo>
                  <a:lnTo>
                    <a:pt x="31715" y="9176"/>
                  </a:lnTo>
                  <a:lnTo>
                    <a:pt x="32092" y="8833"/>
                  </a:lnTo>
                  <a:lnTo>
                    <a:pt x="31373" y="8479"/>
                  </a:lnTo>
                  <a:lnTo>
                    <a:pt x="30768" y="8103"/>
                  </a:lnTo>
                  <a:lnTo>
                    <a:pt x="31111" y="7589"/>
                  </a:lnTo>
                  <a:lnTo>
                    <a:pt x="31499" y="6870"/>
                  </a:lnTo>
                  <a:lnTo>
                    <a:pt x="31190" y="6585"/>
                  </a:lnTo>
                  <a:lnTo>
                    <a:pt x="30757" y="6448"/>
                  </a:lnTo>
                  <a:lnTo>
                    <a:pt x="30163" y="6562"/>
                  </a:lnTo>
                  <a:lnTo>
                    <a:pt x="29764" y="7327"/>
                  </a:lnTo>
                  <a:lnTo>
                    <a:pt x="29148" y="7623"/>
                  </a:lnTo>
                  <a:lnTo>
                    <a:pt x="29467" y="6893"/>
                  </a:lnTo>
                  <a:lnTo>
                    <a:pt x="29216" y="6653"/>
                  </a:lnTo>
                  <a:lnTo>
                    <a:pt x="28178" y="7041"/>
                  </a:lnTo>
                  <a:lnTo>
                    <a:pt x="27812" y="6665"/>
                  </a:lnTo>
                  <a:lnTo>
                    <a:pt x="26329" y="6882"/>
                  </a:lnTo>
                  <a:close/>
                  <a:moveTo>
                    <a:pt x="32571" y="6323"/>
                  </a:moveTo>
                  <a:lnTo>
                    <a:pt x="32332" y="6163"/>
                  </a:lnTo>
                  <a:lnTo>
                    <a:pt x="31556" y="6197"/>
                  </a:lnTo>
                  <a:lnTo>
                    <a:pt x="31259" y="6300"/>
                  </a:lnTo>
                  <a:lnTo>
                    <a:pt x="31578" y="6813"/>
                  </a:lnTo>
                  <a:close/>
                  <a:moveTo>
                    <a:pt x="47932" y="6551"/>
                  </a:moveTo>
                  <a:lnTo>
                    <a:pt x="47304" y="6151"/>
                  </a:lnTo>
                  <a:lnTo>
                    <a:pt x="46106" y="6083"/>
                  </a:lnTo>
                  <a:lnTo>
                    <a:pt x="45809" y="6128"/>
                  </a:lnTo>
                  <a:lnTo>
                    <a:pt x="45570" y="6380"/>
                  </a:lnTo>
                  <a:lnTo>
                    <a:pt x="45855" y="6779"/>
                  </a:lnTo>
                  <a:lnTo>
                    <a:pt x="45981" y="6825"/>
                  </a:lnTo>
                  <a:lnTo>
                    <a:pt x="46665" y="6722"/>
                  </a:lnTo>
                  <a:lnTo>
                    <a:pt x="47247" y="6733"/>
                  </a:lnTo>
                  <a:lnTo>
                    <a:pt x="47841" y="6756"/>
                  </a:lnTo>
                  <a:close/>
                  <a:moveTo>
                    <a:pt x="42317" y="6505"/>
                  </a:moveTo>
                  <a:lnTo>
                    <a:pt x="43128" y="6049"/>
                  </a:lnTo>
                  <a:lnTo>
                    <a:pt x="41530" y="6243"/>
                  </a:lnTo>
                  <a:lnTo>
                    <a:pt x="40708" y="6539"/>
                  </a:lnTo>
                  <a:lnTo>
                    <a:pt x="39692" y="7190"/>
                  </a:lnTo>
                  <a:lnTo>
                    <a:pt x="39225" y="7932"/>
                  </a:lnTo>
                  <a:lnTo>
                    <a:pt x="40023" y="7954"/>
                  </a:lnTo>
                  <a:lnTo>
                    <a:pt x="39145" y="8274"/>
                  </a:lnTo>
                  <a:lnTo>
                    <a:pt x="39407" y="8548"/>
                  </a:lnTo>
                  <a:lnTo>
                    <a:pt x="40252" y="8662"/>
                  </a:lnTo>
                  <a:lnTo>
                    <a:pt x="41290" y="8879"/>
                  </a:lnTo>
                  <a:lnTo>
                    <a:pt x="43253" y="9050"/>
                  </a:lnTo>
                  <a:lnTo>
                    <a:pt x="44383" y="8959"/>
                  </a:lnTo>
                  <a:lnTo>
                    <a:pt x="44839" y="8730"/>
                  </a:lnTo>
                  <a:lnTo>
                    <a:pt x="45125" y="8993"/>
                  </a:lnTo>
                  <a:lnTo>
                    <a:pt x="45593" y="9039"/>
                  </a:lnTo>
                  <a:lnTo>
                    <a:pt x="45878" y="9507"/>
                  </a:lnTo>
                  <a:lnTo>
                    <a:pt x="45387" y="9701"/>
                  </a:lnTo>
                  <a:lnTo>
                    <a:pt x="46391" y="9963"/>
                  </a:lnTo>
                  <a:lnTo>
                    <a:pt x="47053" y="10328"/>
                  </a:lnTo>
                  <a:lnTo>
                    <a:pt x="47122" y="10602"/>
                  </a:lnTo>
                  <a:lnTo>
                    <a:pt x="47065" y="10944"/>
                  </a:lnTo>
                  <a:lnTo>
                    <a:pt x="45844" y="11720"/>
                  </a:lnTo>
                  <a:lnTo>
                    <a:pt x="45387" y="12097"/>
                  </a:lnTo>
                  <a:lnTo>
                    <a:pt x="45410" y="12382"/>
                  </a:lnTo>
                  <a:lnTo>
                    <a:pt x="44098" y="12485"/>
                  </a:lnTo>
                  <a:lnTo>
                    <a:pt x="42956" y="12496"/>
                  </a:lnTo>
                  <a:lnTo>
                    <a:pt x="42180" y="13101"/>
                  </a:lnTo>
                  <a:lnTo>
                    <a:pt x="42523" y="13375"/>
                  </a:lnTo>
                  <a:lnTo>
                    <a:pt x="44383" y="13238"/>
                  </a:lnTo>
                  <a:lnTo>
                    <a:pt x="44508" y="13010"/>
                  </a:lnTo>
                  <a:lnTo>
                    <a:pt x="45182" y="13398"/>
                  </a:lnTo>
                  <a:lnTo>
                    <a:pt x="45855" y="13809"/>
                  </a:lnTo>
                  <a:lnTo>
                    <a:pt x="45513" y="14037"/>
                  </a:lnTo>
                  <a:lnTo>
                    <a:pt x="46049" y="14437"/>
                  </a:lnTo>
                  <a:lnTo>
                    <a:pt x="47133" y="14916"/>
                  </a:lnTo>
                  <a:lnTo>
                    <a:pt x="48662" y="15235"/>
                  </a:lnTo>
                  <a:lnTo>
                    <a:pt x="48708" y="14950"/>
                  </a:lnTo>
                  <a:lnTo>
                    <a:pt x="48309" y="14459"/>
                  </a:lnTo>
                  <a:lnTo>
                    <a:pt x="47807" y="13752"/>
                  </a:lnTo>
                  <a:lnTo>
                    <a:pt x="49016" y="14414"/>
                  </a:lnTo>
                  <a:lnTo>
                    <a:pt x="49690" y="14631"/>
                  </a:lnTo>
                  <a:lnTo>
                    <a:pt x="50203" y="14037"/>
                  </a:lnTo>
                  <a:lnTo>
                    <a:pt x="50203" y="13238"/>
                  </a:lnTo>
                  <a:lnTo>
                    <a:pt x="50066" y="13033"/>
                  </a:lnTo>
                  <a:lnTo>
                    <a:pt x="49439" y="12668"/>
                  </a:lnTo>
                  <a:lnTo>
                    <a:pt x="49050" y="12200"/>
                  </a:lnTo>
                  <a:lnTo>
                    <a:pt x="49381" y="11743"/>
                  </a:lnTo>
                  <a:lnTo>
                    <a:pt x="50203" y="11641"/>
                  </a:lnTo>
                  <a:lnTo>
                    <a:pt x="50751" y="12417"/>
                  </a:lnTo>
                  <a:lnTo>
                    <a:pt x="51322" y="12759"/>
                  </a:lnTo>
                  <a:lnTo>
                    <a:pt x="52839" y="11835"/>
                  </a:lnTo>
                  <a:lnTo>
                    <a:pt x="53319" y="11275"/>
                  </a:lnTo>
                  <a:lnTo>
                    <a:pt x="52406" y="11230"/>
                  </a:lnTo>
                  <a:lnTo>
                    <a:pt x="51949" y="10499"/>
                  </a:lnTo>
                  <a:lnTo>
                    <a:pt x="51105" y="10328"/>
                  </a:lnTo>
                  <a:lnTo>
                    <a:pt x="49998" y="9837"/>
                  </a:lnTo>
                  <a:lnTo>
                    <a:pt x="51287" y="9472"/>
                  </a:lnTo>
                  <a:lnTo>
                    <a:pt x="51173" y="8765"/>
                  </a:lnTo>
                  <a:lnTo>
                    <a:pt x="50854" y="8468"/>
                  </a:lnTo>
                  <a:lnTo>
                    <a:pt x="49678" y="8160"/>
                  </a:lnTo>
                  <a:lnTo>
                    <a:pt x="49404" y="7692"/>
                  </a:lnTo>
                  <a:lnTo>
                    <a:pt x="48240" y="7863"/>
                  </a:lnTo>
                  <a:lnTo>
                    <a:pt x="48389" y="7532"/>
                  </a:lnTo>
                  <a:lnTo>
                    <a:pt x="47875" y="7178"/>
                  </a:lnTo>
                  <a:lnTo>
                    <a:pt x="46905" y="6813"/>
                  </a:lnTo>
                  <a:lnTo>
                    <a:pt x="46163" y="7110"/>
                  </a:lnTo>
                  <a:lnTo>
                    <a:pt x="44885" y="7327"/>
                  </a:lnTo>
                  <a:lnTo>
                    <a:pt x="45353" y="6836"/>
                  </a:lnTo>
                  <a:lnTo>
                    <a:pt x="45022" y="6083"/>
                  </a:lnTo>
                  <a:lnTo>
                    <a:pt x="43367" y="6380"/>
                  </a:lnTo>
                  <a:lnTo>
                    <a:pt x="42352" y="6962"/>
                  </a:lnTo>
                  <a:close/>
                  <a:moveTo>
                    <a:pt x="35185" y="6026"/>
                  </a:moveTo>
                  <a:lnTo>
                    <a:pt x="34169" y="6368"/>
                  </a:lnTo>
                  <a:lnTo>
                    <a:pt x="34295" y="6847"/>
                  </a:lnTo>
                  <a:lnTo>
                    <a:pt x="33245" y="6756"/>
                  </a:lnTo>
                  <a:lnTo>
                    <a:pt x="33005" y="6996"/>
                  </a:lnTo>
                  <a:lnTo>
                    <a:pt x="33827" y="7555"/>
                  </a:lnTo>
                  <a:lnTo>
                    <a:pt x="33952" y="7840"/>
                  </a:lnTo>
                  <a:lnTo>
                    <a:pt x="34443" y="7909"/>
                  </a:lnTo>
                  <a:lnTo>
                    <a:pt x="35641" y="7623"/>
                  </a:lnTo>
                  <a:lnTo>
                    <a:pt x="36360" y="6950"/>
                  </a:lnTo>
                  <a:lnTo>
                    <a:pt x="35824" y="6642"/>
                  </a:lnTo>
                  <a:lnTo>
                    <a:pt x="36680" y="6300"/>
                  </a:lnTo>
                  <a:lnTo>
                    <a:pt x="36748" y="6083"/>
                  </a:lnTo>
                  <a:lnTo>
                    <a:pt x="35675" y="6163"/>
                  </a:lnTo>
                  <a:close/>
                  <a:moveTo>
                    <a:pt x="38369" y="6790"/>
                  </a:moveTo>
                  <a:lnTo>
                    <a:pt x="39168" y="6653"/>
                  </a:lnTo>
                  <a:lnTo>
                    <a:pt x="40594" y="6014"/>
                  </a:lnTo>
                  <a:lnTo>
                    <a:pt x="39715" y="5843"/>
                  </a:lnTo>
                  <a:lnTo>
                    <a:pt x="38608" y="5809"/>
                  </a:lnTo>
                  <a:lnTo>
                    <a:pt x="37867" y="6014"/>
                  </a:lnTo>
                  <a:lnTo>
                    <a:pt x="37262" y="6311"/>
                  </a:lnTo>
                  <a:lnTo>
                    <a:pt x="36908" y="6676"/>
                  </a:lnTo>
                  <a:lnTo>
                    <a:pt x="36657" y="7327"/>
                  </a:lnTo>
                  <a:lnTo>
                    <a:pt x="37262" y="7350"/>
                  </a:lnTo>
                  <a:close/>
                  <a:moveTo>
                    <a:pt x="22004" y="7818"/>
                  </a:moveTo>
                  <a:lnTo>
                    <a:pt x="22369" y="7498"/>
                  </a:lnTo>
                  <a:lnTo>
                    <a:pt x="23670" y="6984"/>
                  </a:lnTo>
                  <a:lnTo>
                    <a:pt x="25644" y="6471"/>
                  </a:lnTo>
                  <a:lnTo>
                    <a:pt x="26557" y="6277"/>
                  </a:lnTo>
                  <a:lnTo>
                    <a:pt x="26329" y="5980"/>
                  </a:lnTo>
                  <a:lnTo>
                    <a:pt x="26055" y="5763"/>
                  </a:lnTo>
                  <a:lnTo>
                    <a:pt x="24708" y="5740"/>
                  </a:lnTo>
                  <a:lnTo>
                    <a:pt x="24126" y="5581"/>
                  </a:lnTo>
                  <a:lnTo>
                    <a:pt x="22129" y="5695"/>
                  </a:lnTo>
                  <a:lnTo>
                    <a:pt x="22083" y="6140"/>
                  </a:lnTo>
                  <a:lnTo>
                    <a:pt x="20999" y="6608"/>
                  </a:lnTo>
                  <a:lnTo>
                    <a:pt x="19949" y="7156"/>
                  </a:lnTo>
                  <a:lnTo>
                    <a:pt x="19333" y="7464"/>
                  </a:lnTo>
                  <a:lnTo>
                    <a:pt x="20178" y="7852"/>
                  </a:lnTo>
                  <a:lnTo>
                    <a:pt x="20086" y="8183"/>
                  </a:lnTo>
                  <a:close/>
                  <a:moveTo>
                    <a:pt x="39704" y="5216"/>
                  </a:moveTo>
                  <a:lnTo>
                    <a:pt x="39750" y="4987"/>
                  </a:lnTo>
                  <a:lnTo>
                    <a:pt x="39544" y="4736"/>
                  </a:lnTo>
                  <a:lnTo>
                    <a:pt x="38563" y="4930"/>
                  </a:lnTo>
                  <a:lnTo>
                    <a:pt x="37935" y="5238"/>
                  </a:lnTo>
                  <a:lnTo>
                    <a:pt x="38391" y="5421"/>
                  </a:lnTo>
                  <a:lnTo>
                    <a:pt x="39122" y="5478"/>
                  </a:lnTo>
                  <a:close/>
                  <a:moveTo>
                    <a:pt x="38460" y="3983"/>
                  </a:moveTo>
                  <a:lnTo>
                    <a:pt x="38300" y="4086"/>
                  </a:lnTo>
                  <a:lnTo>
                    <a:pt x="37615" y="4040"/>
                  </a:lnTo>
                  <a:lnTo>
                    <a:pt x="36531" y="4268"/>
                  </a:lnTo>
                  <a:lnTo>
                    <a:pt x="35995" y="4257"/>
                  </a:lnTo>
                  <a:lnTo>
                    <a:pt x="35379" y="4793"/>
                  </a:lnTo>
                  <a:lnTo>
                    <a:pt x="36326" y="4736"/>
                  </a:lnTo>
                  <a:lnTo>
                    <a:pt x="35835" y="5158"/>
                  </a:lnTo>
                  <a:lnTo>
                    <a:pt x="36292" y="5273"/>
                  </a:lnTo>
                  <a:lnTo>
                    <a:pt x="37262" y="5193"/>
                  </a:lnTo>
                  <a:lnTo>
                    <a:pt x="38095" y="4668"/>
                  </a:lnTo>
                  <a:lnTo>
                    <a:pt x="38494" y="4314"/>
                  </a:lnTo>
                  <a:close/>
                  <a:moveTo>
                    <a:pt x="32879" y="4337"/>
                  </a:moveTo>
                  <a:lnTo>
                    <a:pt x="33142" y="4017"/>
                  </a:lnTo>
                  <a:lnTo>
                    <a:pt x="32697" y="3937"/>
                  </a:lnTo>
                  <a:lnTo>
                    <a:pt x="31887" y="4188"/>
                  </a:lnTo>
                  <a:lnTo>
                    <a:pt x="31784" y="4850"/>
                  </a:lnTo>
                  <a:lnTo>
                    <a:pt x="30917" y="4793"/>
                  </a:lnTo>
                  <a:lnTo>
                    <a:pt x="30517" y="4382"/>
                  </a:lnTo>
                  <a:lnTo>
                    <a:pt x="29342" y="4154"/>
                  </a:lnTo>
                  <a:lnTo>
                    <a:pt x="28577" y="4360"/>
                  </a:lnTo>
                  <a:lnTo>
                    <a:pt x="26922" y="5044"/>
                  </a:lnTo>
                  <a:lnTo>
                    <a:pt x="27504" y="5158"/>
                  </a:lnTo>
                  <a:lnTo>
                    <a:pt x="30049" y="5079"/>
                  </a:lnTo>
                  <a:lnTo>
                    <a:pt x="28531" y="5398"/>
                  </a:lnTo>
                  <a:lnTo>
                    <a:pt x="28315" y="5626"/>
                  </a:lnTo>
                  <a:lnTo>
                    <a:pt x="29159" y="5615"/>
                  </a:lnTo>
                  <a:lnTo>
                    <a:pt x="30905" y="5295"/>
                  </a:lnTo>
                  <a:lnTo>
                    <a:pt x="32868" y="5181"/>
                  </a:lnTo>
                  <a:lnTo>
                    <a:pt x="33598" y="4850"/>
                  </a:lnTo>
                  <a:lnTo>
                    <a:pt x="33929" y="4508"/>
                  </a:lnTo>
                  <a:lnTo>
                    <a:pt x="33393" y="4485"/>
                  </a:lnTo>
                  <a:lnTo>
                    <a:pt x="32788" y="4599"/>
                  </a:lnTo>
                  <a:close/>
                  <a:moveTo>
                    <a:pt x="40754" y="3732"/>
                  </a:moveTo>
                  <a:lnTo>
                    <a:pt x="39750" y="3686"/>
                  </a:lnTo>
                  <a:lnTo>
                    <a:pt x="39202" y="3972"/>
                  </a:lnTo>
                  <a:lnTo>
                    <a:pt x="39578" y="4188"/>
                  </a:lnTo>
                  <a:lnTo>
                    <a:pt x="40571" y="4268"/>
                  </a:lnTo>
                  <a:lnTo>
                    <a:pt x="40777" y="4565"/>
                  </a:lnTo>
                  <a:lnTo>
                    <a:pt x="40457" y="4907"/>
                  </a:lnTo>
                  <a:lnTo>
                    <a:pt x="40240" y="5307"/>
                  </a:lnTo>
                  <a:lnTo>
                    <a:pt x="41461" y="5535"/>
                  </a:lnTo>
                  <a:lnTo>
                    <a:pt x="42237" y="5626"/>
                  </a:lnTo>
                  <a:lnTo>
                    <a:pt x="43379" y="5615"/>
                  </a:lnTo>
                  <a:lnTo>
                    <a:pt x="45045" y="5501"/>
                  </a:lnTo>
                  <a:lnTo>
                    <a:pt x="45650" y="5581"/>
                  </a:lnTo>
                  <a:lnTo>
                    <a:pt x="46608" y="5444"/>
                  </a:lnTo>
                  <a:lnTo>
                    <a:pt x="47110" y="5238"/>
                  </a:lnTo>
                  <a:lnTo>
                    <a:pt x="47247" y="4953"/>
                  </a:lnTo>
                  <a:lnTo>
                    <a:pt x="46928" y="4679"/>
                  </a:lnTo>
                  <a:lnTo>
                    <a:pt x="46095" y="4645"/>
                  </a:lnTo>
                  <a:lnTo>
                    <a:pt x="44954" y="4702"/>
                  </a:lnTo>
                  <a:lnTo>
                    <a:pt x="43961" y="4850"/>
                  </a:lnTo>
                  <a:lnTo>
                    <a:pt x="43230" y="4793"/>
                  </a:lnTo>
                  <a:lnTo>
                    <a:pt x="42546" y="4759"/>
                  </a:lnTo>
                  <a:lnTo>
                    <a:pt x="42374" y="4599"/>
                  </a:lnTo>
                  <a:lnTo>
                    <a:pt x="41929" y="4439"/>
                  </a:lnTo>
                  <a:lnTo>
                    <a:pt x="42329" y="4166"/>
                  </a:lnTo>
                  <a:lnTo>
                    <a:pt x="42135" y="3937"/>
                  </a:lnTo>
                  <a:lnTo>
                    <a:pt x="41085" y="3960"/>
                  </a:lnTo>
                  <a:close/>
                  <a:moveTo>
                    <a:pt x="30061" y="3355"/>
                  </a:moveTo>
                  <a:lnTo>
                    <a:pt x="29205" y="3458"/>
                  </a:lnTo>
                  <a:lnTo>
                    <a:pt x="28417" y="3447"/>
                  </a:lnTo>
                  <a:lnTo>
                    <a:pt x="26694" y="3880"/>
                  </a:lnTo>
                  <a:lnTo>
                    <a:pt x="25039" y="4417"/>
                  </a:lnTo>
                  <a:lnTo>
                    <a:pt x="25039" y="4417"/>
                  </a:lnTo>
                  <a:lnTo>
                    <a:pt x="25553" y="4554"/>
                  </a:lnTo>
                  <a:lnTo>
                    <a:pt x="26546" y="4451"/>
                  </a:lnTo>
                  <a:lnTo>
                    <a:pt x="27949" y="4154"/>
                  </a:lnTo>
                  <a:lnTo>
                    <a:pt x="28486" y="4109"/>
                  </a:lnTo>
                  <a:lnTo>
                    <a:pt x="29227" y="3880"/>
                  </a:lnTo>
                  <a:close/>
                  <a:moveTo>
                    <a:pt x="41541" y="3447"/>
                  </a:moveTo>
                  <a:lnTo>
                    <a:pt x="41690" y="3367"/>
                  </a:lnTo>
                  <a:lnTo>
                    <a:pt x="41473" y="3241"/>
                  </a:lnTo>
                  <a:lnTo>
                    <a:pt x="40446" y="3230"/>
                  </a:lnTo>
                  <a:lnTo>
                    <a:pt x="40354" y="3412"/>
                  </a:lnTo>
                  <a:lnTo>
                    <a:pt x="41267" y="3458"/>
                  </a:lnTo>
                  <a:close/>
                  <a:moveTo>
                    <a:pt x="33210" y="3333"/>
                  </a:moveTo>
                  <a:lnTo>
                    <a:pt x="33667" y="3127"/>
                  </a:lnTo>
                  <a:lnTo>
                    <a:pt x="33085" y="3013"/>
                  </a:lnTo>
                  <a:lnTo>
                    <a:pt x="32240" y="3081"/>
                  </a:lnTo>
                  <a:lnTo>
                    <a:pt x="31521" y="3298"/>
                  </a:lnTo>
                  <a:lnTo>
                    <a:pt x="31989" y="3515"/>
                  </a:lnTo>
                  <a:close/>
                  <a:moveTo>
                    <a:pt x="34329" y="2728"/>
                  </a:moveTo>
                  <a:lnTo>
                    <a:pt x="33861" y="2602"/>
                  </a:lnTo>
                  <a:lnTo>
                    <a:pt x="33621" y="2568"/>
                  </a:lnTo>
                  <a:lnTo>
                    <a:pt x="32811" y="2762"/>
                  </a:lnTo>
                  <a:lnTo>
                    <a:pt x="32674" y="2853"/>
                  </a:lnTo>
                  <a:lnTo>
                    <a:pt x="33530" y="2853"/>
                  </a:lnTo>
                  <a:close/>
                  <a:moveTo>
                    <a:pt x="40948" y="3081"/>
                  </a:moveTo>
                  <a:lnTo>
                    <a:pt x="41370" y="2842"/>
                  </a:lnTo>
                  <a:lnTo>
                    <a:pt x="41039" y="2614"/>
                  </a:lnTo>
                  <a:lnTo>
                    <a:pt x="40799" y="2568"/>
                  </a:lnTo>
                  <a:lnTo>
                    <a:pt x="40172" y="2556"/>
                  </a:lnTo>
                  <a:lnTo>
                    <a:pt x="39875" y="2819"/>
                  </a:lnTo>
                  <a:lnTo>
                    <a:pt x="39772" y="3070"/>
                  </a:lnTo>
                  <a:lnTo>
                    <a:pt x="40001" y="3230"/>
                  </a:lnTo>
                  <a:close/>
                  <a:moveTo>
                    <a:pt x="38985" y="2910"/>
                  </a:moveTo>
                  <a:lnTo>
                    <a:pt x="39008" y="2602"/>
                  </a:lnTo>
                  <a:lnTo>
                    <a:pt x="37946" y="2362"/>
                  </a:lnTo>
                  <a:lnTo>
                    <a:pt x="37079" y="2271"/>
                  </a:lnTo>
                  <a:lnTo>
                    <a:pt x="36782" y="2511"/>
                  </a:lnTo>
                  <a:lnTo>
                    <a:pt x="37182" y="2671"/>
                  </a:lnTo>
                  <a:lnTo>
                    <a:pt x="36417" y="2876"/>
                  </a:lnTo>
                  <a:lnTo>
                    <a:pt x="37524" y="2899"/>
                  </a:lnTo>
                  <a:lnTo>
                    <a:pt x="38095" y="3116"/>
                  </a:lnTo>
                  <a:lnTo>
                    <a:pt x="38837" y="3184"/>
                  </a:lnTo>
                  <a:close/>
                  <a:moveTo>
                    <a:pt x="46654" y="2043"/>
                  </a:moveTo>
                  <a:lnTo>
                    <a:pt x="46734" y="1644"/>
                  </a:lnTo>
                  <a:lnTo>
                    <a:pt x="46060" y="1529"/>
                  </a:lnTo>
                  <a:lnTo>
                    <a:pt x="45399" y="1404"/>
                  </a:lnTo>
                  <a:lnTo>
                    <a:pt x="45170" y="1084"/>
                  </a:lnTo>
                  <a:lnTo>
                    <a:pt x="43995" y="1119"/>
                  </a:lnTo>
                  <a:lnTo>
                    <a:pt x="44041" y="1244"/>
                  </a:lnTo>
                  <a:lnTo>
                    <a:pt x="43481" y="1290"/>
                  </a:lnTo>
                  <a:lnTo>
                    <a:pt x="42899" y="1472"/>
                  </a:lnTo>
                  <a:lnTo>
                    <a:pt x="42203" y="1746"/>
                  </a:lnTo>
                  <a:lnTo>
                    <a:pt x="42158" y="2020"/>
                  </a:lnTo>
                  <a:lnTo>
                    <a:pt x="42443" y="2226"/>
                  </a:lnTo>
                  <a:lnTo>
                    <a:pt x="43367" y="2226"/>
                  </a:lnTo>
                  <a:lnTo>
                    <a:pt x="42751" y="2397"/>
                  </a:lnTo>
                  <a:lnTo>
                    <a:pt x="42454" y="2625"/>
                  </a:lnTo>
                  <a:lnTo>
                    <a:pt x="42682" y="2899"/>
                  </a:lnTo>
                  <a:lnTo>
                    <a:pt x="43641" y="2990"/>
                  </a:lnTo>
                  <a:lnTo>
                    <a:pt x="44611" y="2933"/>
                  </a:lnTo>
                  <a:lnTo>
                    <a:pt x="46106" y="2442"/>
                  </a:lnTo>
                  <a:lnTo>
                    <a:pt x="47019" y="2260"/>
                  </a:lnTo>
                  <a:close/>
                  <a:moveTo>
                    <a:pt x="57849" y="80"/>
                  </a:moveTo>
                  <a:lnTo>
                    <a:pt x="56845" y="46"/>
                  </a:lnTo>
                  <a:lnTo>
                    <a:pt x="55864" y="0"/>
                  </a:lnTo>
                  <a:lnTo>
                    <a:pt x="54414" y="91"/>
                  </a:lnTo>
                  <a:lnTo>
                    <a:pt x="54209" y="34"/>
                  </a:lnTo>
                  <a:lnTo>
                    <a:pt x="52748" y="57"/>
                  </a:lnTo>
                  <a:lnTo>
                    <a:pt x="51835" y="114"/>
                  </a:lnTo>
                  <a:lnTo>
                    <a:pt x="51105" y="206"/>
                  </a:lnTo>
                  <a:lnTo>
                    <a:pt x="50386" y="491"/>
                  </a:lnTo>
                  <a:lnTo>
                    <a:pt x="50066" y="343"/>
                  </a:lnTo>
                  <a:lnTo>
                    <a:pt x="49507" y="320"/>
                  </a:lnTo>
                  <a:lnTo>
                    <a:pt x="48548" y="514"/>
                  </a:lnTo>
                  <a:lnTo>
                    <a:pt x="47498" y="605"/>
                  </a:lnTo>
                  <a:lnTo>
                    <a:pt x="46905" y="616"/>
                  </a:lnTo>
                  <a:lnTo>
                    <a:pt x="46049" y="731"/>
                  </a:lnTo>
                  <a:lnTo>
                    <a:pt x="45901" y="913"/>
                  </a:lnTo>
                  <a:lnTo>
                    <a:pt x="46254" y="1084"/>
                  </a:lnTo>
                  <a:lnTo>
                    <a:pt x="46369" y="1313"/>
                  </a:lnTo>
                  <a:lnTo>
                    <a:pt x="46996" y="1529"/>
                  </a:lnTo>
                  <a:lnTo>
                    <a:pt x="48765" y="1484"/>
                  </a:lnTo>
                  <a:lnTo>
                    <a:pt x="49792" y="1564"/>
                  </a:lnTo>
                  <a:lnTo>
                    <a:pt x="48765" y="1769"/>
                  </a:lnTo>
                  <a:lnTo>
                    <a:pt x="48446" y="1712"/>
                  </a:lnTo>
                  <a:lnTo>
                    <a:pt x="47122" y="1689"/>
                  </a:lnTo>
                  <a:lnTo>
                    <a:pt x="46962" y="1997"/>
                  </a:lnTo>
                  <a:lnTo>
                    <a:pt x="47396" y="2248"/>
                  </a:lnTo>
                  <a:lnTo>
                    <a:pt x="46996" y="2477"/>
                  </a:lnTo>
                  <a:lnTo>
                    <a:pt x="45924" y="2625"/>
                  </a:lnTo>
                  <a:lnTo>
                    <a:pt x="45227" y="2876"/>
                  </a:lnTo>
                  <a:lnTo>
                    <a:pt x="45912" y="3002"/>
                  </a:lnTo>
                  <a:lnTo>
                    <a:pt x="46152" y="3424"/>
                  </a:lnTo>
                  <a:lnTo>
                    <a:pt x="45079" y="3139"/>
                  </a:lnTo>
                  <a:lnTo>
                    <a:pt x="44725" y="3184"/>
                  </a:lnTo>
                  <a:lnTo>
                    <a:pt x="44440" y="3675"/>
                  </a:lnTo>
                  <a:lnTo>
                    <a:pt x="43299" y="3823"/>
                  </a:lnTo>
                  <a:lnTo>
                    <a:pt x="43013" y="4154"/>
                  </a:lnTo>
                  <a:lnTo>
                    <a:pt x="43972" y="4200"/>
                  </a:lnTo>
                  <a:lnTo>
                    <a:pt x="44668" y="4280"/>
                  </a:lnTo>
                  <a:lnTo>
                    <a:pt x="46334" y="4166"/>
                  </a:lnTo>
                  <a:lnTo>
                    <a:pt x="47533" y="4371"/>
                  </a:lnTo>
                  <a:lnTo>
                    <a:pt x="49336" y="3937"/>
                  </a:lnTo>
                  <a:lnTo>
                    <a:pt x="49473" y="3789"/>
                  </a:lnTo>
                  <a:lnTo>
                    <a:pt x="48560" y="3812"/>
                  </a:lnTo>
                  <a:lnTo>
                    <a:pt x="48640" y="3652"/>
                  </a:lnTo>
                  <a:lnTo>
                    <a:pt x="49564" y="3458"/>
                  </a:lnTo>
                  <a:lnTo>
                    <a:pt x="50078" y="3184"/>
                  </a:lnTo>
                  <a:lnTo>
                    <a:pt x="51048" y="3002"/>
                  </a:lnTo>
                  <a:lnTo>
                    <a:pt x="51755" y="2773"/>
                  </a:lnTo>
                  <a:lnTo>
                    <a:pt x="51641" y="2454"/>
                  </a:lnTo>
                  <a:lnTo>
                    <a:pt x="52120" y="2340"/>
                  </a:lnTo>
                  <a:lnTo>
                    <a:pt x="51504" y="2260"/>
                  </a:lnTo>
                  <a:lnTo>
                    <a:pt x="53090" y="2203"/>
                  </a:lnTo>
                  <a:lnTo>
                    <a:pt x="53547" y="2077"/>
                  </a:lnTo>
                  <a:lnTo>
                    <a:pt x="54665" y="1963"/>
                  </a:lnTo>
                  <a:lnTo>
                    <a:pt x="56001" y="1461"/>
                  </a:lnTo>
                  <a:lnTo>
                    <a:pt x="56971" y="1301"/>
                  </a:lnTo>
                  <a:lnTo>
                    <a:pt x="58431" y="947"/>
                  </a:lnTo>
                  <a:lnTo>
                    <a:pt x="57381" y="947"/>
                  </a:lnTo>
                  <a:lnTo>
                    <a:pt x="57941" y="822"/>
                  </a:lnTo>
                  <a:lnTo>
                    <a:pt x="59219" y="708"/>
                  </a:lnTo>
                  <a:lnTo>
                    <a:pt x="60600" y="479"/>
                  </a:lnTo>
                  <a:lnTo>
                    <a:pt x="60759" y="320"/>
                  </a:lnTo>
                  <a:lnTo>
                    <a:pt x="60018" y="171"/>
                  </a:lnTo>
                  <a:lnTo>
                    <a:pt x="59059" y="114"/>
                  </a:lnTo>
                  <a:close/>
                </a:path>
              </a:pathLst>
            </a:custGeom>
            <a:solidFill>
              <a:schemeClr val="accent2"/>
            </a:solidFill>
            <a:ln w="9525" cap="flat" cmpd="sng">
              <a:solidFill>
                <a:schemeClr val="accent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162525" tIns="162525" rIns="162525" bIns="1625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3200"/>
                <a:buFont typeface="Calibri"/>
                <a:buNone/>
              </a:pPr>
              <a:endParaRPr sz="3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943" name="Google Shape;943;p38"/>
            <p:cNvSpPr/>
            <p:nvPr/>
          </p:nvSpPr>
          <p:spPr>
            <a:xfrm>
              <a:off x="3828675" y="2029950"/>
              <a:ext cx="78200" cy="45675"/>
            </a:xfrm>
            <a:custGeom>
              <a:avLst/>
              <a:gdLst/>
              <a:ahLst/>
              <a:cxnLst/>
              <a:rect l="l" t="t" r="r" b="b"/>
              <a:pathLst>
                <a:path w="3128" h="1827" extrusionOk="0">
                  <a:moveTo>
                    <a:pt x="2500" y="274"/>
                  </a:moveTo>
                  <a:lnTo>
                    <a:pt x="1724" y="0"/>
                  </a:lnTo>
                  <a:lnTo>
                    <a:pt x="1587" y="195"/>
                  </a:lnTo>
                  <a:lnTo>
                    <a:pt x="982" y="195"/>
                  </a:lnTo>
                  <a:lnTo>
                    <a:pt x="799" y="343"/>
                  </a:lnTo>
                  <a:lnTo>
                    <a:pt x="468" y="252"/>
                  </a:lnTo>
                  <a:lnTo>
                    <a:pt x="503" y="480"/>
                  </a:lnTo>
                  <a:lnTo>
                    <a:pt x="1" y="982"/>
                  </a:lnTo>
                  <a:lnTo>
                    <a:pt x="1" y="1381"/>
                  </a:lnTo>
                  <a:lnTo>
                    <a:pt x="343" y="1256"/>
                  </a:lnTo>
                  <a:lnTo>
                    <a:pt x="605" y="1644"/>
                  </a:lnTo>
                  <a:lnTo>
                    <a:pt x="913" y="1826"/>
                  </a:lnTo>
                  <a:lnTo>
                    <a:pt x="1256" y="1781"/>
                  </a:lnTo>
                  <a:lnTo>
                    <a:pt x="1644" y="1484"/>
                  </a:lnTo>
                  <a:lnTo>
                    <a:pt x="1769" y="1621"/>
                  </a:lnTo>
                  <a:lnTo>
                    <a:pt x="2112" y="1598"/>
                  </a:lnTo>
                  <a:lnTo>
                    <a:pt x="2237" y="1244"/>
                  </a:lnTo>
                  <a:lnTo>
                    <a:pt x="2785" y="1359"/>
                  </a:lnTo>
                  <a:lnTo>
                    <a:pt x="3082" y="1199"/>
                  </a:lnTo>
                  <a:lnTo>
                    <a:pt x="3127" y="845"/>
                  </a:lnTo>
                  <a:lnTo>
                    <a:pt x="2751" y="811"/>
                  </a:lnTo>
                  <a:lnTo>
                    <a:pt x="2431" y="651"/>
                  </a:lnTo>
                  <a:lnTo>
                    <a:pt x="2523" y="423"/>
                  </a:lnTo>
                  <a:close/>
                </a:path>
              </a:pathLst>
            </a:custGeom>
            <a:solidFill>
              <a:schemeClr val="accent2"/>
            </a:solidFill>
            <a:ln w="9525" cap="flat" cmpd="sng">
              <a:solidFill>
                <a:schemeClr val="accent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162525" tIns="162525" rIns="162525" bIns="1625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3200"/>
                <a:buFont typeface="Calibri"/>
                <a:buNone/>
              </a:pPr>
              <a:endParaRPr sz="3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944" name="Google Shape;944;p38"/>
            <p:cNvSpPr/>
            <p:nvPr/>
          </p:nvSpPr>
          <p:spPr>
            <a:xfrm>
              <a:off x="2331975" y="3510975"/>
              <a:ext cx="267625" cy="852800"/>
            </a:xfrm>
            <a:custGeom>
              <a:avLst/>
              <a:gdLst/>
              <a:ahLst/>
              <a:cxnLst/>
              <a:rect l="l" t="t" r="r" b="b"/>
              <a:pathLst>
                <a:path w="10705" h="34112" extrusionOk="0">
                  <a:moveTo>
                    <a:pt x="8742" y="31555"/>
                  </a:moveTo>
                  <a:lnTo>
                    <a:pt x="8217" y="31452"/>
                  </a:lnTo>
                  <a:lnTo>
                    <a:pt x="7749" y="31817"/>
                  </a:lnTo>
                  <a:lnTo>
                    <a:pt x="7772" y="32399"/>
                  </a:lnTo>
                  <a:lnTo>
                    <a:pt x="7601" y="32799"/>
                  </a:lnTo>
                  <a:lnTo>
                    <a:pt x="6574" y="32479"/>
                  </a:lnTo>
                  <a:lnTo>
                    <a:pt x="5341" y="31909"/>
                  </a:lnTo>
                  <a:lnTo>
                    <a:pt x="4702" y="31726"/>
                  </a:lnTo>
                  <a:lnTo>
                    <a:pt x="6083" y="32696"/>
                  </a:lnTo>
                  <a:lnTo>
                    <a:pt x="6984" y="33152"/>
                  </a:lnTo>
                  <a:lnTo>
                    <a:pt x="8057" y="33643"/>
                  </a:lnTo>
                  <a:lnTo>
                    <a:pt x="8810" y="33769"/>
                  </a:lnTo>
                  <a:lnTo>
                    <a:pt x="9427" y="34020"/>
                  </a:lnTo>
                  <a:lnTo>
                    <a:pt x="9849" y="34088"/>
                  </a:lnTo>
                  <a:lnTo>
                    <a:pt x="10180" y="34111"/>
                  </a:lnTo>
                  <a:lnTo>
                    <a:pt x="10636" y="33849"/>
                  </a:lnTo>
                  <a:lnTo>
                    <a:pt x="10705" y="33506"/>
                  </a:lnTo>
                  <a:lnTo>
                    <a:pt x="10294" y="33483"/>
                  </a:lnTo>
                  <a:lnTo>
                    <a:pt x="9586" y="33483"/>
                  </a:lnTo>
                  <a:close/>
                  <a:moveTo>
                    <a:pt x="1997" y="3549"/>
                  </a:moveTo>
                  <a:lnTo>
                    <a:pt x="1472" y="2545"/>
                  </a:lnTo>
                  <a:lnTo>
                    <a:pt x="1621" y="1655"/>
                  </a:lnTo>
                  <a:lnTo>
                    <a:pt x="1164" y="1267"/>
                  </a:lnTo>
                  <a:lnTo>
                    <a:pt x="993" y="616"/>
                  </a:lnTo>
                  <a:lnTo>
                    <a:pt x="548" y="0"/>
                  </a:lnTo>
                  <a:lnTo>
                    <a:pt x="377" y="468"/>
                  </a:lnTo>
                  <a:lnTo>
                    <a:pt x="0" y="696"/>
                  </a:lnTo>
                  <a:lnTo>
                    <a:pt x="297" y="1986"/>
                  </a:lnTo>
                  <a:lnTo>
                    <a:pt x="514" y="3469"/>
                  </a:lnTo>
                  <a:lnTo>
                    <a:pt x="491" y="5489"/>
                  </a:lnTo>
                  <a:lnTo>
                    <a:pt x="491" y="7372"/>
                  </a:lnTo>
                  <a:lnTo>
                    <a:pt x="628" y="9130"/>
                  </a:lnTo>
                  <a:lnTo>
                    <a:pt x="354" y="10248"/>
                  </a:lnTo>
                  <a:lnTo>
                    <a:pt x="651" y="11355"/>
                  </a:lnTo>
                  <a:lnTo>
                    <a:pt x="582" y="12108"/>
                  </a:lnTo>
                  <a:lnTo>
                    <a:pt x="1039" y="13466"/>
                  </a:lnTo>
                  <a:lnTo>
                    <a:pt x="1027" y="14825"/>
                  </a:lnTo>
                  <a:lnTo>
                    <a:pt x="856" y="16274"/>
                  </a:lnTo>
                  <a:lnTo>
                    <a:pt x="765" y="17769"/>
                  </a:lnTo>
                  <a:lnTo>
                    <a:pt x="468" y="17803"/>
                  </a:lnTo>
                  <a:lnTo>
                    <a:pt x="810" y="18842"/>
                  </a:lnTo>
                  <a:lnTo>
                    <a:pt x="1278" y="19743"/>
                  </a:lnTo>
                  <a:lnTo>
                    <a:pt x="1119" y="20359"/>
                  </a:lnTo>
                  <a:lnTo>
                    <a:pt x="1392" y="22014"/>
                  </a:lnTo>
                  <a:lnTo>
                    <a:pt x="1609" y="23270"/>
                  </a:lnTo>
                  <a:lnTo>
                    <a:pt x="2111" y="23395"/>
                  </a:lnTo>
                  <a:lnTo>
                    <a:pt x="1952" y="22299"/>
                  </a:lnTo>
                  <a:lnTo>
                    <a:pt x="2522" y="22528"/>
                  </a:lnTo>
                  <a:lnTo>
                    <a:pt x="2773" y="24331"/>
                  </a:lnTo>
                  <a:lnTo>
                    <a:pt x="1860" y="24034"/>
                  </a:lnTo>
                  <a:lnTo>
                    <a:pt x="2146" y="25495"/>
                  </a:lnTo>
                  <a:lnTo>
                    <a:pt x="1769" y="26271"/>
                  </a:lnTo>
                  <a:lnTo>
                    <a:pt x="2933" y="26533"/>
                  </a:lnTo>
                  <a:lnTo>
                    <a:pt x="2454" y="27218"/>
                  </a:lnTo>
                  <a:lnTo>
                    <a:pt x="2477" y="28074"/>
                  </a:lnTo>
                  <a:lnTo>
                    <a:pt x="3196" y="29580"/>
                  </a:lnTo>
                  <a:lnTo>
                    <a:pt x="3789" y="30174"/>
                  </a:lnTo>
                  <a:lnTo>
                    <a:pt x="3823" y="30687"/>
                  </a:lnTo>
                  <a:lnTo>
                    <a:pt x="4291" y="31224"/>
                  </a:lnTo>
                  <a:lnTo>
                    <a:pt x="5364" y="31726"/>
                  </a:lnTo>
                  <a:lnTo>
                    <a:pt x="5364" y="31726"/>
                  </a:lnTo>
                  <a:lnTo>
                    <a:pt x="6414" y="32319"/>
                  </a:lnTo>
                  <a:lnTo>
                    <a:pt x="7304" y="32605"/>
                  </a:lnTo>
                  <a:lnTo>
                    <a:pt x="7589" y="32593"/>
                  </a:lnTo>
                  <a:lnTo>
                    <a:pt x="7327" y="31783"/>
                  </a:lnTo>
                  <a:lnTo>
                    <a:pt x="7817" y="31463"/>
                  </a:lnTo>
                  <a:lnTo>
                    <a:pt x="8057" y="31258"/>
                  </a:lnTo>
                  <a:lnTo>
                    <a:pt x="8651" y="31258"/>
                  </a:lnTo>
                  <a:lnTo>
                    <a:pt x="7966" y="31121"/>
                  </a:lnTo>
                  <a:lnTo>
                    <a:pt x="6254" y="31007"/>
                  </a:lnTo>
                  <a:lnTo>
                    <a:pt x="5763" y="30493"/>
                  </a:lnTo>
                  <a:lnTo>
                    <a:pt x="5501" y="29843"/>
                  </a:lnTo>
                  <a:lnTo>
                    <a:pt x="5056" y="29900"/>
                  </a:lnTo>
                  <a:lnTo>
                    <a:pt x="4691" y="29580"/>
                  </a:lnTo>
                  <a:lnTo>
                    <a:pt x="4245" y="28645"/>
                  </a:lnTo>
                  <a:lnTo>
                    <a:pt x="4633" y="28257"/>
                  </a:lnTo>
                  <a:lnTo>
                    <a:pt x="4645" y="27697"/>
                  </a:lnTo>
                  <a:lnTo>
                    <a:pt x="4394" y="27241"/>
                  </a:lnTo>
                  <a:lnTo>
                    <a:pt x="4497" y="26488"/>
                  </a:lnTo>
                  <a:lnTo>
                    <a:pt x="4337" y="25324"/>
                  </a:lnTo>
                  <a:lnTo>
                    <a:pt x="4074" y="24787"/>
                  </a:lnTo>
                  <a:lnTo>
                    <a:pt x="4337" y="24639"/>
                  </a:lnTo>
                  <a:lnTo>
                    <a:pt x="4154" y="24308"/>
                  </a:lnTo>
                  <a:lnTo>
                    <a:pt x="3755" y="24125"/>
                  </a:lnTo>
                  <a:lnTo>
                    <a:pt x="3869" y="23749"/>
                  </a:lnTo>
                  <a:lnTo>
                    <a:pt x="3424" y="23418"/>
                  </a:lnTo>
                  <a:lnTo>
                    <a:pt x="2910" y="22414"/>
                  </a:lnTo>
                  <a:lnTo>
                    <a:pt x="3138" y="22242"/>
                  </a:lnTo>
                  <a:lnTo>
                    <a:pt x="2671" y="21158"/>
                  </a:lnTo>
                  <a:lnTo>
                    <a:pt x="2568" y="20245"/>
                  </a:lnTo>
                  <a:lnTo>
                    <a:pt x="2522" y="19424"/>
                  </a:lnTo>
                  <a:lnTo>
                    <a:pt x="2876" y="19081"/>
                  </a:lnTo>
                  <a:lnTo>
                    <a:pt x="2408" y="18191"/>
                  </a:lnTo>
                  <a:lnTo>
                    <a:pt x="2191" y="17347"/>
                  </a:lnTo>
                  <a:lnTo>
                    <a:pt x="2614" y="16730"/>
                  </a:lnTo>
                  <a:lnTo>
                    <a:pt x="2408" y="15966"/>
                  </a:lnTo>
                  <a:lnTo>
                    <a:pt x="2636" y="15076"/>
                  </a:lnTo>
                  <a:lnTo>
                    <a:pt x="2454" y="14231"/>
                  </a:lnTo>
                  <a:lnTo>
                    <a:pt x="2225" y="14060"/>
                  </a:lnTo>
                  <a:lnTo>
                    <a:pt x="1529" y="12508"/>
                  </a:lnTo>
                  <a:lnTo>
                    <a:pt x="1826" y="11583"/>
                  </a:lnTo>
                  <a:lnTo>
                    <a:pt x="1586" y="10693"/>
                  </a:lnTo>
                  <a:lnTo>
                    <a:pt x="1712" y="9872"/>
                  </a:lnTo>
                  <a:lnTo>
                    <a:pt x="2077" y="9027"/>
                  </a:lnTo>
                  <a:lnTo>
                    <a:pt x="2534" y="8457"/>
                  </a:lnTo>
                  <a:lnTo>
                    <a:pt x="2248" y="8103"/>
                  </a:lnTo>
                  <a:lnTo>
                    <a:pt x="2385" y="7817"/>
                  </a:lnTo>
                  <a:lnTo>
                    <a:pt x="2157" y="6300"/>
                  </a:lnTo>
                  <a:lnTo>
                    <a:pt x="2956" y="5843"/>
                  </a:lnTo>
                  <a:lnTo>
                    <a:pt x="3104" y="4907"/>
                  </a:lnTo>
                  <a:lnTo>
                    <a:pt x="2979" y="4679"/>
                  </a:lnTo>
                  <a:lnTo>
                    <a:pt x="2442" y="4805"/>
                  </a:lnTo>
                  <a:close/>
                </a:path>
              </a:pathLst>
            </a:custGeom>
            <a:solidFill>
              <a:schemeClr val="accent2"/>
            </a:solidFill>
            <a:ln w="9525" cap="flat" cmpd="sng">
              <a:solidFill>
                <a:schemeClr val="accent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162525" tIns="162525" rIns="162525" bIns="1625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3200"/>
                <a:buFont typeface="Calibri"/>
                <a:buNone/>
              </a:pPr>
              <a:endParaRPr sz="3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945" name="Google Shape;945;p38"/>
            <p:cNvSpPr/>
            <p:nvPr/>
          </p:nvSpPr>
          <p:spPr>
            <a:xfrm>
              <a:off x="5085725" y="1906425"/>
              <a:ext cx="1024275" cy="792875"/>
            </a:xfrm>
            <a:custGeom>
              <a:avLst/>
              <a:gdLst/>
              <a:ahLst/>
              <a:cxnLst/>
              <a:rect l="l" t="t" r="r" b="b"/>
              <a:pathLst>
                <a:path w="40971" h="31715" extrusionOk="0">
                  <a:moveTo>
                    <a:pt x="32514" y="31269"/>
                  </a:moveTo>
                  <a:lnTo>
                    <a:pt x="32605" y="30756"/>
                  </a:lnTo>
                  <a:lnTo>
                    <a:pt x="32891" y="30356"/>
                  </a:lnTo>
                  <a:lnTo>
                    <a:pt x="32662" y="30003"/>
                  </a:lnTo>
                  <a:lnTo>
                    <a:pt x="32206" y="29991"/>
                  </a:lnTo>
                  <a:lnTo>
                    <a:pt x="31373" y="30242"/>
                  </a:lnTo>
                  <a:lnTo>
                    <a:pt x="31065" y="30642"/>
                  </a:lnTo>
                  <a:lnTo>
                    <a:pt x="31202" y="31429"/>
                  </a:lnTo>
                  <a:lnTo>
                    <a:pt x="31898" y="31714"/>
                  </a:lnTo>
                  <a:close/>
                  <a:moveTo>
                    <a:pt x="34397" y="3241"/>
                  </a:moveTo>
                  <a:lnTo>
                    <a:pt x="33530" y="2374"/>
                  </a:lnTo>
                  <a:lnTo>
                    <a:pt x="32902" y="1849"/>
                  </a:lnTo>
                  <a:lnTo>
                    <a:pt x="32354" y="1461"/>
                  </a:lnTo>
                  <a:lnTo>
                    <a:pt x="31259" y="593"/>
                  </a:lnTo>
                  <a:lnTo>
                    <a:pt x="30414" y="263"/>
                  </a:lnTo>
                  <a:lnTo>
                    <a:pt x="29204" y="0"/>
                  </a:lnTo>
                  <a:lnTo>
                    <a:pt x="28326" y="34"/>
                  </a:lnTo>
                  <a:lnTo>
                    <a:pt x="27595" y="194"/>
                  </a:lnTo>
                  <a:lnTo>
                    <a:pt x="27356" y="616"/>
                  </a:lnTo>
                  <a:lnTo>
                    <a:pt x="27881" y="833"/>
                  </a:lnTo>
                  <a:lnTo>
                    <a:pt x="28234" y="1301"/>
                  </a:lnTo>
                  <a:lnTo>
                    <a:pt x="28063" y="1586"/>
                  </a:lnTo>
                  <a:lnTo>
                    <a:pt x="28075" y="2511"/>
                  </a:lnTo>
                  <a:lnTo>
                    <a:pt x="28349" y="2899"/>
                  </a:lnTo>
                  <a:lnTo>
                    <a:pt x="27721" y="3458"/>
                  </a:lnTo>
                  <a:lnTo>
                    <a:pt x="26682" y="3127"/>
                  </a:lnTo>
                  <a:lnTo>
                    <a:pt x="26762" y="3789"/>
                  </a:lnTo>
                  <a:lnTo>
                    <a:pt x="26808" y="4668"/>
                  </a:lnTo>
                  <a:lnTo>
                    <a:pt x="27196" y="5044"/>
                  </a:lnTo>
                  <a:lnTo>
                    <a:pt x="27538" y="4930"/>
                  </a:lnTo>
                  <a:lnTo>
                    <a:pt x="28303" y="5067"/>
                  </a:lnTo>
                  <a:lnTo>
                    <a:pt x="28668" y="4736"/>
                  </a:lnTo>
                  <a:lnTo>
                    <a:pt x="29387" y="5021"/>
                  </a:lnTo>
                  <a:lnTo>
                    <a:pt x="30414" y="5638"/>
                  </a:lnTo>
                  <a:lnTo>
                    <a:pt x="30517" y="5957"/>
                  </a:lnTo>
                  <a:lnTo>
                    <a:pt x="29901" y="5854"/>
                  </a:lnTo>
                  <a:lnTo>
                    <a:pt x="28931" y="5969"/>
                  </a:lnTo>
                  <a:lnTo>
                    <a:pt x="28588" y="6220"/>
                  </a:lnTo>
                  <a:lnTo>
                    <a:pt x="28394" y="6813"/>
                  </a:lnTo>
                  <a:lnTo>
                    <a:pt x="27493" y="7155"/>
                  </a:lnTo>
                  <a:lnTo>
                    <a:pt x="27048" y="7623"/>
                  </a:lnTo>
                  <a:lnTo>
                    <a:pt x="26214" y="7441"/>
                  </a:lnTo>
                  <a:lnTo>
                    <a:pt x="25758" y="7361"/>
                  </a:lnTo>
                  <a:lnTo>
                    <a:pt x="25701" y="7931"/>
                  </a:lnTo>
                  <a:lnTo>
                    <a:pt x="26112" y="8262"/>
                  </a:lnTo>
                  <a:lnTo>
                    <a:pt x="26386" y="8559"/>
                  </a:lnTo>
                  <a:lnTo>
                    <a:pt x="26020" y="8844"/>
                  </a:lnTo>
                  <a:lnTo>
                    <a:pt x="25758" y="9324"/>
                  </a:lnTo>
                  <a:lnTo>
                    <a:pt x="25050" y="9632"/>
                  </a:lnTo>
                  <a:lnTo>
                    <a:pt x="23989" y="9666"/>
                  </a:lnTo>
                  <a:lnTo>
                    <a:pt x="22951" y="9974"/>
                  </a:lnTo>
                  <a:lnTo>
                    <a:pt x="22323" y="10442"/>
                  </a:lnTo>
                  <a:lnTo>
                    <a:pt x="21866" y="10157"/>
                  </a:lnTo>
                  <a:lnTo>
                    <a:pt x="20988" y="10180"/>
                  </a:lnTo>
                  <a:lnTo>
                    <a:pt x="19664" y="9632"/>
                  </a:lnTo>
                  <a:lnTo>
                    <a:pt x="18876" y="9506"/>
                  </a:lnTo>
                  <a:lnTo>
                    <a:pt x="17963" y="9620"/>
                  </a:lnTo>
                  <a:lnTo>
                    <a:pt x="16366" y="9438"/>
                  </a:lnTo>
                  <a:lnTo>
                    <a:pt x="15578" y="9449"/>
                  </a:lnTo>
                  <a:lnTo>
                    <a:pt x="14905" y="8936"/>
                  </a:lnTo>
                  <a:lnTo>
                    <a:pt x="14209" y="8125"/>
                  </a:lnTo>
                  <a:lnTo>
                    <a:pt x="13730" y="8023"/>
                  </a:lnTo>
                  <a:lnTo>
                    <a:pt x="12600" y="7475"/>
                  </a:lnTo>
                  <a:lnTo>
                    <a:pt x="11573" y="7349"/>
                  </a:lnTo>
                  <a:lnTo>
                    <a:pt x="10660" y="7213"/>
                  </a:lnTo>
                  <a:lnTo>
                    <a:pt x="10226" y="6825"/>
                  </a:lnTo>
                  <a:lnTo>
                    <a:pt x="10043" y="5786"/>
                  </a:lnTo>
                  <a:lnTo>
                    <a:pt x="9222" y="5067"/>
                  </a:lnTo>
                  <a:lnTo>
                    <a:pt x="8058" y="4736"/>
                  </a:lnTo>
                  <a:lnTo>
                    <a:pt x="7247" y="4268"/>
                  </a:lnTo>
                  <a:lnTo>
                    <a:pt x="6779" y="3641"/>
                  </a:lnTo>
                  <a:lnTo>
                    <a:pt x="6540" y="3709"/>
                  </a:lnTo>
                  <a:lnTo>
                    <a:pt x="6277" y="4314"/>
                  </a:lnTo>
                  <a:lnTo>
                    <a:pt x="5741" y="4394"/>
                  </a:lnTo>
                  <a:lnTo>
                    <a:pt x="6095" y="5284"/>
                  </a:lnTo>
                  <a:lnTo>
                    <a:pt x="5867" y="5683"/>
                  </a:lnTo>
                  <a:lnTo>
                    <a:pt x="4337" y="5398"/>
                  </a:lnTo>
                  <a:lnTo>
                    <a:pt x="4486" y="6984"/>
                  </a:lnTo>
                  <a:lnTo>
                    <a:pt x="4200" y="7178"/>
                  </a:lnTo>
                  <a:lnTo>
                    <a:pt x="2911" y="7521"/>
                  </a:lnTo>
                  <a:lnTo>
                    <a:pt x="4155" y="9050"/>
                  </a:lnTo>
                  <a:lnTo>
                    <a:pt x="3744" y="9278"/>
                  </a:lnTo>
                  <a:lnTo>
                    <a:pt x="3984" y="9780"/>
                  </a:lnTo>
                  <a:lnTo>
                    <a:pt x="3949" y="9974"/>
                  </a:lnTo>
                  <a:lnTo>
                    <a:pt x="2979" y="10465"/>
                  </a:lnTo>
                  <a:lnTo>
                    <a:pt x="2842" y="10807"/>
                  </a:lnTo>
                  <a:lnTo>
                    <a:pt x="1929" y="10921"/>
                  </a:lnTo>
                  <a:lnTo>
                    <a:pt x="1838" y="11492"/>
                  </a:lnTo>
                  <a:lnTo>
                    <a:pt x="1028" y="11355"/>
                  </a:lnTo>
                  <a:lnTo>
                    <a:pt x="571" y="11526"/>
                  </a:lnTo>
                  <a:lnTo>
                    <a:pt x="1" y="11960"/>
                  </a:lnTo>
                  <a:lnTo>
                    <a:pt x="160" y="12177"/>
                  </a:lnTo>
                  <a:lnTo>
                    <a:pt x="12" y="12382"/>
                  </a:lnTo>
                  <a:lnTo>
                    <a:pt x="446" y="13227"/>
                  </a:lnTo>
                  <a:lnTo>
                    <a:pt x="674" y="13147"/>
                  </a:lnTo>
                  <a:lnTo>
                    <a:pt x="1176" y="13341"/>
                  </a:lnTo>
                  <a:lnTo>
                    <a:pt x="1256" y="13695"/>
                  </a:lnTo>
                  <a:lnTo>
                    <a:pt x="1518" y="14231"/>
                  </a:lnTo>
                  <a:lnTo>
                    <a:pt x="1712" y="14493"/>
                  </a:lnTo>
                  <a:lnTo>
                    <a:pt x="2386" y="14927"/>
                  </a:lnTo>
                  <a:lnTo>
                    <a:pt x="2797" y="15635"/>
                  </a:lnTo>
                  <a:lnTo>
                    <a:pt x="4143" y="16011"/>
                  </a:lnTo>
                  <a:lnTo>
                    <a:pt x="5227" y="17084"/>
                  </a:lnTo>
                  <a:lnTo>
                    <a:pt x="5342" y="17826"/>
                  </a:lnTo>
                  <a:lnTo>
                    <a:pt x="5764" y="18294"/>
                  </a:lnTo>
                  <a:lnTo>
                    <a:pt x="5855" y="18762"/>
                  </a:lnTo>
                  <a:lnTo>
                    <a:pt x="5262" y="18636"/>
                  </a:lnTo>
                  <a:lnTo>
                    <a:pt x="5718" y="19629"/>
                  </a:lnTo>
                  <a:lnTo>
                    <a:pt x="6608" y="20200"/>
                  </a:lnTo>
                  <a:lnTo>
                    <a:pt x="7818" y="20827"/>
                  </a:lnTo>
                  <a:lnTo>
                    <a:pt x="8092" y="20622"/>
                  </a:lnTo>
                  <a:lnTo>
                    <a:pt x="8765" y="20907"/>
                  </a:lnTo>
                  <a:lnTo>
                    <a:pt x="9678" y="21489"/>
                  </a:lnTo>
                  <a:lnTo>
                    <a:pt x="10135" y="21615"/>
                  </a:lnTo>
                  <a:lnTo>
                    <a:pt x="10488" y="22060"/>
                  </a:lnTo>
                  <a:lnTo>
                    <a:pt x="11128" y="22231"/>
                  </a:lnTo>
                  <a:lnTo>
                    <a:pt x="11847" y="22630"/>
                  </a:lnTo>
                  <a:lnTo>
                    <a:pt x="12759" y="22847"/>
                  </a:lnTo>
                  <a:lnTo>
                    <a:pt x="13684" y="22927"/>
                  </a:lnTo>
                  <a:lnTo>
                    <a:pt x="14106" y="22733"/>
                  </a:lnTo>
                  <a:lnTo>
                    <a:pt x="14323" y="23452"/>
                  </a:lnTo>
                  <a:lnTo>
                    <a:pt x="14700" y="22767"/>
                  </a:lnTo>
                  <a:lnTo>
                    <a:pt x="15065" y="22539"/>
                  </a:lnTo>
                  <a:lnTo>
                    <a:pt x="15670" y="22756"/>
                  </a:lnTo>
                  <a:lnTo>
                    <a:pt x="16080" y="22767"/>
                  </a:lnTo>
                  <a:lnTo>
                    <a:pt x="16468" y="23030"/>
                  </a:lnTo>
                  <a:lnTo>
                    <a:pt x="17062" y="22916"/>
                  </a:lnTo>
                  <a:lnTo>
                    <a:pt x="17621" y="22231"/>
                  </a:lnTo>
                  <a:lnTo>
                    <a:pt x="18374" y="21660"/>
                  </a:lnTo>
                  <a:lnTo>
                    <a:pt x="19070" y="21877"/>
                  </a:lnTo>
                  <a:lnTo>
                    <a:pt x="19527" y="21501"/>
                  </a:lnTo>
                  <a:lnTo>
                    <a:pt x="20029" y="22060"/>
                  </a:lnTo>
                  <a:lnTo>
                    <a:pt x="19858" y="22448"/>
                  </a:lnTo>
                  <a:lnTo>
                    <a:pt x="20725" y="22573"/>
                  </a:lnTo>
                  <a:lnTo>
                    <a:pt x="21159" y="22516"/>
                  </a:lnTo>
                  <a:lnTo>
                    <a:pt x="21547" y="23041"/>
                  </a:lnTo>
                  <a:lnTo>
                    <a:pt x="21923" y="23258"/>
                  </a:lnTo>
                  <a:lnTo>
                    <a:pt x="22117" y="23954"/>
                  </a:lnTo>
                  <a:lnTo>
                    <a:pt x="22232" y="24707"/>
                  </a:lnTo>
                  <a:lnTo>
                    <a:pt x="21638" y="25472"/>
                  </a:lnTo>
                  <a:lnTo>
                    <a:pt x="21741" y="26533"/>
                  </a:lnTo>
                  <a:lnTo>
                    <a:pt x="22540" y="26396"/>
                  </a:lnTo>
                  <a:lnTo>
                    <a:pt x="22871" y="27218"/>
                  </a:lnTo>
                  <a:lnTo>
                    <a:pt x="23396" y="27412"/>
                  </a:lnTo>
                  <a:lnTo>
                    <a:pt x="23282" y="28154"/>
                  </a:lnTo>
                  <a:lnTo>
                    <a:pt x="23921" y="28496"/>
                  </a:lnTo>
                  <a:lnTo>
                    <a:pt x="24286" y="28667"/>
                  </a:lnTo>
                  <a:lnTo>
                    <a:pt x="24822" y="28405"/>
                  </a:lnTo>
                  <a:lnTo>
                    <a:pt x="24913" y="28782"/>
                  </a:lnTo>
                  <a:lnTo>
                    <a:pt x="25005" y="28987"/>
                  </a:lnTo>
                  <a:lnTo>
                    <a:pt x="25427" y="29010"/>
                  </a:lnTo>
                  <a:lnTo>
                    <a:pt x="25153" y="27983"/>
                  </a:lnTo>
                  <a:lnTo>
                    <a:pt x="25541" y="27834"/>
                  </a:lnTo>
                  <a:lnTo>
                    <a:pt x="25918" y="27617"/>
                  </a:lnTo>
                  <a:lnTo>
                    <a:pt x="26534" y="27617"/>
                  </a:lnTo>
                  <a:lnTo>
                    <a:pt x="27287" y="27526"/>
                  </a:lnTo>
                  <a:lnTo>
                    <a:pt x="27881" y="27035"/>
                  </a:lnTo>
                  <a:lnTo>
                    <a:pt x="28303" y="27378"/>
                  </a:lnTo>
                  <a:lnTo>
                    <a:pt x="29045" y="27538"/>
                  </a:lnTo>
                  <a:lnTo>
                    <a:pt x="29022" y="28063"/>
                  </a:lnTo>
                  <a:lnTo>
                    <a:pt x="29444" y="28439"/>
                  </a:lnTo>
                  <a:lnTo>
                    <a:pt x="30289" y="28667"/>
                  </a:lnTo>
                  <a:lnTo>
                    <a:pt x="30631" y="28519"/>
                  </a:lnTo>
                  <a:lnTo>
                    <a:pt x="31727" y="28804"/>
                  </a:lnTo>
                  <a:lnTo>
                    <a:pt x="31601" y="29158"/>
                  </a:lnTo>
                  <a:lnTo>
                    <a:pt x="31909" y="29820"/>
                  </a:lnTo>
                  <a:lnTo>
                    <a:pt x="32343" y="29763"/>
                  </a:lnTo>
                  <a:lnTo>
                    <a:pt x="32457" y="28804"/>
                  </a:lnTo>
                  <a:lnTo>
                    <a:pt x="33256" y="28679"/>
                  </a:lnTo>
                  <a:lnTo>
                    <a:pt x="34283" y="28222"/>
                  </a:lnTo>
                  <a:lnTo>
                    <a:pt x="34637" y="27766"/>
                  </a:lnTo>
                  <a:lnTo>
                    <a:pt x="34968" y="28063"/>
                  </a:lnTo>
                  <a:lnTo>
                    <a:pt x="35367" y="27652"/>
                  </a:lnTo>
                  <a:lnTo>
                    <a:pt x="36234" y="27549"/>
                  </a:lnTo>
                  <a:lnTo>
                    <a:pt x="37182" y="26796"/>
                  </a:lnTo>
                  <a:lnTo>
                    <a:pt x="38072" y="25951"/>
                  </a:lnTo>
                  <a:lnTo>
                    <a:pt x="38551" y="24867"/>
                  </a:lnTo>
                  <a:lnTo>
                    <a:pt x="38871" y="23669"/>
                  </a:lnTo>
                  <a:lnTo>
                    <a:pt x="39179" y="22687"/>
                  </a:lnTo>
                  <a:lnTo>
                    <a:pt x="39578" y="22619"/>
                  </a:lnTo>
                  <a:lnTo>
                    <a:pt x="39555" y="21889"/>
                  </a:lnTo>
                  <a:lnTo>
                    <a:pt x="39441" y="21158"/>
                  </a:lnTo>
                  <a:lnTo>
                    <a:pt x="38905" y="20873"/>
                  </a:lnTo>
                  <a:lnTo>
                    <a:pt x="38551" y="20394"/>
                  </a:lnTo>
                  <a:lnTo>
                    <a:pt x="38950" y="20143"/>
                  </a:lnTo>
                  <a:lnTo>
                    <a:pt x="38722" y="19481"/>
                  </a:lnTo>
                  <a:lnTo>
                    <a:pt x="37946" y="18773"/>
                  </a:lnTo>
                  <a:lnTo>
                    <a:pt x="37182" y="17951"/>
                  </a:lnTo>
                  <a:lnTo>
                    <a:pt x="36520" y="17050"/>
                  </a:lnTo>
                  <a:lnTo>
                    <a:pt x="35504" y="16548"/>
                  </a:lnTo>
                  <a:lnTo>
                    <a:pt x="35641" y="15897"/>
                  </a:lnTo>
                  <a:lnTo>
                    <a:pt x="36177" y="15441"/>
                  </a:lnTo>
                  <a:lnTo>
                    <a:pt x="36326" y="14939"/>
                  </a:lnTo>
                  <a:lnTo>
                    <a:pt x="37273" y="14687"/>
                  </a:lnTo>
                  <a:lnTo>
                    <a:pt x="36931" y="14197"/>
                  </a:lnTo>
                  <a:lnTo>
                    <a:pt x="36451" y="14174"/>
                  </a:lnTo>
                  <a:lnTo>
                    <a:pt x="35618" y="13809"/>
                  </a:lnTo>
                  <a:lnTo>
                    <a:pt x="35070" y="14471"/>
                  </a:lnTo>
                  <a:lnTo>
                    <a:pt x="34363" y="14197"/>
                  </a:lnTo>
                  <a:lnTo>
                    <a:pt x="34157" y="13786"/>
                  </a:lnTo>
                  <a:lnTo>
                    <a:pt x="33484" y="13638"/>
                  </a:lnTo>
                  <a:lnTo>
                    <a:pt x="32811" y="13010"/>
                  </a:lnTo>
                  <a:lnTo>
                    <a:pt x="32982" y="12588"/>
                  </a:lnTo>
                  <a:lnTo>
                    <a:pt x="33701" y="12542"/>
                  </a:lnTo>
                  <a:lnTo>
                    <a:pt x="33872" y="11960"/>
                  </a:lnTo>
                  <a:lnTo>
                    <a:pt x="34386" y="11332"/>
                  </a:lnTo>
                  <a:lnTo>
                    <a:pt x="34865" y="11013"/>
                  </a:lnTo>
                  <a:lnTo>
                    <a:pt x="35493" y="11492"/>
                  </a:lnTo>
                  <a:lnTo>
                    <a:pt x="35219" y="12086"/>
                  </a:lnTo>
                  <a:lnTo>
                    <a:pt x="35550" y="12439"/>
                  </a:lnTo>
                  <a:lnTo>
                    <a:pt x="35356" y="12873"/>
                  </a:lnTo>
                  <a:lnTo>
                    <a:pt x="36040" y="12610"/>
                  </a:lnTo>
                  <a:lnTo>
                    <a:pt x="36383" y="12200"/>
                  </a:lnTo>
                  <a:lnTo>
                    <a:pt x="37273" y="11926"/>
                  </a:lnTo>
                  <a:lnTo>
                    <a:pt x="37581" y="11355"/>
                  </a:lnTo>
                  <a:lnTo>
                    <a:pt x="38117" y="10876"/>
                  </a:lnTo>
                  <a:lnTo>
                    <a:pt x="38266" y="10248"/>
                  </a:lnTo>
                  <a:lnTo>
                    <a:pt x="38779" y="10533"/>
                  </a:lnTo>
                  <a:lnTo>
                    <a:pt x="39430" y="10556"/>
                  </a:lnTo>
                  <a:lnTo>
                    <a:pt x="39042" y="10088"/>
                  </a:lnTo>
                  <a:lnTo>
                    <a:pt x="39943" y="9723"/>
                  </a:lnTo>
                  <a:lnTo>
                    <a:pt x="39932" y="9221"/>
                  </a:lnTo>
                  <a:lnTo>
                    <a:pt x="40719" y="9735"/>
                  </a:lnTo>
                  <a:lnTo>
                    <a:pt x="40719" y="9735"/>
                  </a:lnTo>
                  <a:lnTo>
                    <a:pt x="40445" y="9290"/>
                  </a:lnTo>
                  <a:lnTo>
                    <a:pt x="40799" y="9278"/>
                  </a:lnTo>
                  <a:lnTo>
                    <a:pt x="40263" y="8240"/>
                  </a:lnTo>
                  <a:lnTo>
                    <a:pt x="39590" y="7475"/>
                  </a:lnTo>
                  <a:lnTo>
                    <a:pt x="40000" y="7167"/>
                  </a:lnTo>
                  <a:lnTo>
                    <a:pt x="40970" y="7327"/>
                  </a:lnTo>
                  <a:lnTo>
                    <a:pt x="40891" y="6471"/>
                  </a:lnTo>
                  <a:lnTo>
                    <a:pt x="40491" y="5501"/>
                  </a:lnTo>
                  <a:lnTo>
                    <a:pt x="40548" y="5170"/>
                  </a:lnTo>
                  <a:lnTo>
                    <a:pt x="40354" y="4371"/>
                  </a:lnTo>
                  <a:lnTo>
                    <a:pt x="39373" y="4622"/>
                  </a:lnTo>
                  <a:lnTo>
                    <a:pt x="39008" y="4987"/>
                  </a:lnTo>
                  <a:lnTo>
                    <a:pt x="37935" y="4987"/>
                  </a:lnTo>
                  <a:lnTo>
                    <a:pt x="37079" y="4154"/>
                  </a:lnTo>
                  <a:lnTo>
                    <a:pt x="35812" y="3515"/>
                  </a:lnTo>
                  <a:close/>
                </a:path>
              </a:pathLst>
            </a:custGeom>
            <a:solidFill>
              <a:schemeClr val="accent2"/>
            </a:solidFill>
            <a:ln w="9525" cap="flat" cmpd="sng">
              <a:solidFill>
                <a:schemeClr val="accent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162525" tIns="162525" rIns="162525" bIns="1625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3200"/>
                <a:buFont typeface="Calibri"/>
                <a:buNone/>
              </a:pPr>
              <a:endParaRPr sz="3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946" name="Google Shape;946;p38"/>
            <p:cNvSpPr/>
            <p:nvPr/>
          </p:nvSpPr>
          <p:spPr>
            <a:xfrm>
              <a:off x="3549350" y="2873300"/>
              <a:ext cx="120725" cy="140400"/>
            </a:xfrm>
            <a:custGeom>
              <a:avLst/>
              <a:gdLst/>
              <a:ahLst/>
              <a:cxnLst/>
              <a:rect l="l" t="t" r="r" b="b"/>
              <a:pathLst>
                <a:path w="4829" h="5616" extrusionOk="0">
                  <a:moveTo>
                    <a:pt x="2569" y="149"/>
                  </a:moveTo>
                  <a:lnTo>
                    <a:pt x="2249" y="275"/>
                  </a:lnTo>
                  <a:lnTo>
                    <a:pt x="2055" y="389"/>
                  </a:lnTo>
                  <a:lnTo>
                    <a:pt x="1930" y="1"/>
                  </a:lnTo>
                  <a:lnTo>
                    <a:pt x="1701" y="104"/>
                  </a:lnTo>
                  <a:lnTo>
                    <a:pt x="1564" y="81"/>
                  </a:lnTo>
                  <a:lnTo>
                    <a:pt x="1416" y="355"/>
                  </a:lnTo>
                  <a:lnTo>
                    <a:pt x="800" y="343"/>
                  </a:lnTo>
                  <a:lnTo>
                    <a:pt x="572" y="195"/>
                  </a:lnTo>
                  <a:lnTo>
                    <a:pt x="480" y="286"/>
                  </a:lnTo>
                  <a:lnTo>
                    <a:pt x="321" y="355"/>
                  </a:lnTo>
                  <a:lnTo>
                    <a:pt x="252" y="674"/>
                  </a:lnTo>
                  <a:lnTo>
                    <a:pt x="435" y="1039"/>
                  </a:lnTo>
                  <a:lnTo>
                    <a:pt x="617" y="1770"/>
                  </a:lnTo>
                  <a:lnTo>
                    <a:pt x="332" y="1884"/>
                  </a:lnTo>
                  <a:lnTo>
                    <a:pt x="252" y="2009"/>
                  </a:lnTo>
                  <a:lnTo>
                    <a:pt x="298" y="2181"/>
                  </a:lnTo>
                  <a:lnTo>
                    <a:pt x="263" y="2580"/>
                  </a:lnTo>
                  <a:lnTo>
                    <a:pt x="138" y="2580"/>
                  </a:lnTo>
                  <a:lnTo>
                    <a:pt x="92" y="2843"/>
                  </a:lnTo>
                  <a:lnTo>
                    <a:pt x="172" y="3276"/>
                  </a:lnTo>
                  <a:lnTo>
                    <a:pt x="1" y="3676"/>
                  </a:lnTo>
                  <a:lnTo>
                    <a:pt x="229" y="3938"/>
                  </a:lnTo>
                  <a:lnTo>
                    <a:pt x="492" y="3995"/>
                  </a:lnTo>
                  <a:lnTo>
                    <a:pt x="823" y="4383"/>
                  </a:lnTo>
                  <a:lnTo>
                    <a:pt x="845" y="4737"/>
                  </a:lnTo>
                  <a:lnTo>
                    <a:pt x="777" y="4851"/>
                  </a:lnTo>
                  <a:lnTo>
                    <a:pt x="709" y="5593"/>
                  </a:lnTo>
                  <a:lnTo>
                    <a:pt x="857" y="5616"/>
                  </a:lnTo>
                  <a:lnTo>
                    <a:pt x="1656" y="5273"/>
                  </a:lnTo>
                  <a:lnTo>
                    <a:pt x="2215" y="5022"/>
                  </a:lnTo>
                  <a:lnTo>
                    <a:pt x="3162" y="4862"/>
                  </a:lnTo>
                  <a:lnTo>
                    <a:pt x="3676" y="4851"/>
                  </a:lnTo>
                  <a:lnTo>
                    <a:pt x="4223" y="5034"/>
                  </a:lnTo>
                  <a:lnTo>
                    <a:pt x="4600" y="5022"/>
                  </a:lnTo>
                  <a:lnTo>
                    <a:pt x="4623" y="4668"/>
                  </a:lnTo>
                  <a:lnTo>
                    <a:pt x="4281" y="3881"/>
                  </a:lnTo>
                  <a:lnTo>
                    <a:pt x="4497" y="2854"/>
                  </a:lnTo>
                  <a:lnTo>
                    <a:pt x="4828" y="2101"/>
                  </a:lnTo>
                  <a:lnTo>
                    <a:pt x="4623" y="800"/>
                  </a:lnTo>
                  <a:lnTo>
                    <a:pt x="4087" y="571"/>
                  </a:lnTo>
                  <a:lnTo>
                    <a:pt x="3699" y="594"/>
                  </a:lnTo>
                  <a:lnTo>
                    <a:pt x="3425" y="823"/>
                  </a:lnTo>
                  <a:lnTo>
                    <a:pt x="3071" y="640"/>
                  </a:lnTo>
                  <a:lnTo>
                    <a:pt x="2934" y="343"/>
                  </a:lnTo>
                  <a:close/>
                </a:path>
              </a:pathLst>
            </a:custGeom>
            <a:solidFill>
              <a:schemeClr val="accent2"/>
            </a:solidFill>
            <a:ln w="9525" cap="flat" cmpd="sng">
              <a:solidFill>
                <a:schemeClr val="accent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162525" tIns="162525" rIns="162525" bIns="1625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3200"/>
                <a:buFont typeface="Calibri"/>
                <a:buNone/>
              </a:pPr>
              <a:endParaRPr sz="3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947" name="Google Shape;947;p38"/>
            <p:cNvSpPr/>
            <p:nvPr/>
          </p:nvSpPr>
          <p:spPr>
            <a:xfrm>
              <a:off x="3891450" y="2820250"/>
              <a:ext cx="150950" cy="252800"/>
            </a:xfrm>
            <a:custGeom>
              <a:avLst/>
              <a:gdLst/>
              <a:ahLst/>
              <a:cxnLst/>
              <a:rect l="l" t="t" r="r" b="b"/>
              <a:pathLst>
                <a:path w="6038" h="10112" extrusionOk="0">
                  <a:moveTo>
                    <a:pt x="5090" y="1792"/>
                  </a:moveTo>
                  <a:lnTo>
                    <a:pt x="5124" y="1187"/>
                  </a:lnTo>
                  <a:lnTo>
                    <a:pt x="5056" y="582"/>
                  </a:lnTo>
                  <a:lnTo>
                    <a:pt x="4736" y="0"/>
                  </a:lnTo>
                  <a:lnTo>
                    <a:pt x="4508" y="57"/>
                  </a:lnTo>
                  <a:lnTo>
                    <a:pt x="4485" y="343"/>
                  </a:lnTo>
                  <a:lnTo>
                    <a:pt x="4805" y="708"/>
                  </a:lnTo>
                  <a:lnTo>
                    <a:pt x="4725" y="868"/>
                  </a:lnTo>
                  <a:lnTo>
                    <a:pt x="4679" y="1164"/>
                  </a:lnTo>
                  <a:lnTo>
                    <a:pt x="4029" y="1883"/>
                  </a:lnTo>
                  <a:lnTo>
                    <a:pt x="3812" y="2454"/>
                  </a:lnTo>
                  <a:lnTo>
                    <a:pt x="3709" y="2922"/>
                  </a:lnTo>
                  <a:lnTo>
                    <a:pt x="3538" y="3127"/>
                  </a:lnTo>
                  <a:lnTo>
                    <a:pt x="3378" y="3766"/>
                  </a:lnTo>
                  <a:lnTo>
                    <a:pt x="2956" y="4131"/>
                  </a:lnTo>
                  <a:lnTo>
                    <a:pt x="2842" y="4588"/>
                  </a:lnTo>
                  <a:lnTo>
                    <a:pt x="2671" y="4965"/>
                  </a:lnTo>
                  <a:lnTo>
                    <a:pt x="2602" y="5330"/>
                  </a:lnTo>
                  <a:lnTo>
                    <a:pt x="2043" y="5649"/>
                  </a:lnTo>
                  <a:lnTo>
                    <a:pt x="1586" y="5273"/>
                  </a:lnTo>
                  <a:lnTo>
                    <a:pt x="1290" y="5295"/>
                  </a:lnTo>
                  <a:lnTo>
                    <a:pt x="810" y="5820"/>
                  </a:lnTo>
                  <a:lnTo>
                    <a:pt x="582" y="5832"/>
                  </a:lnTo>
                  <a:lnTo>
                    <a:pt x="206" y="6699"/>
                  </a:lnTo>
                  <a:lnTo>
                    <a:pt x="0" y="7350"/>
                  </a:lnTo>
                  <a:lnTo>
                    <a:pt x="0" y="7601"/>
                  </a:lnTo>
                  <a:lnTo>
                    <a:pt x="206" y="7726"/>
                  </a:lnTo>
                  <a:lnTo>
                    <a:pt x="354" y="8126"/>
                  </a:lnTo>
                  <a:lnTo>
                    <a:pt x="731" y="8285"/>
                  </a:lnTo>
                  <a:lnTo>
                    <a:pt x="1039" y="8890"/>
                  </a:lnTo>
                  <a:lnTo>
                    <a:pt x="925" y="9598"/>
                  </a:lnTo>
                  <a:lnTo>
                    <a:pt x="2237" y="9632"/>
                  </a:lnTo>
                  <a:lnTo>
                    <a:pt x="2614" y="9575"/>
                  </a:lnTo>
                  <a:lnTo>
                    <a:pt x="3093" y="9689"/>
                  </a:lnTo>
                  <a:lnTo>
                    <a:pt x="3584" y="9575"/>
                  </a:lnTo>
                  <a:lnTo>
                    <a:pt x="3686" y="9609"/>
                  </a:lnTo>
                  <a:lnTo>
                    <a:pt x="4691" y="9655"/>
                  </a:lnTo>
                  <a:lnTo>
                    <a:pt x="5341" y="9895"/>
                  </a:lnTo>
                  <a:lnTo>
                    <a:pt x="5980" y="10111"/>
                  </a:lnTo>
                  <a:lnTo>
                    <a:pt x="6037" y="9609"/>
                  </a:lnTo>
                  <a:lnTo>
                    <a:pt x="5946" y="9358"/>
                  </a:lnTo>
                  <a:lnTo>
                    <a:pt x="5912" y="8947"/>
                  </a:lnTo>
                  <a:lnTo>
                    <a:pt x="5535" y="8639"/>
                  </a:lnTo>
                  <a:lnTo>
                    <a:pt x="5238" y="8183"/>
                  </a:lnTo>
                  <a:lnTo>
                    <a:pt x="5170" y="7863"/>
                  </a:lnTo>
                  <a:lnTo>
                    <a:pt x="4793" y="7384"/>
                  </a:lnTo>
                  <a:lnTo>
                    <a:pt x="4850" y="7121"/>
                  </a:lnTo>
                  <a:lnTo>
                    <a:pt x="4770" y="6733"/>
                  </a:lnTo>
                  <a:lnTo>
                    <a:pt x="4828" y="6014"/>
                  </a:lnTo>
                  <a:lnTo>
                    <a:pt x="5022" y="5866"/>
                  </a:lnTo>
                  <a:lnTo>
                    <a:pt x="5410" y="4930"/>
                  </a:lnTo>
                  <a:lnTo>
                    <a:pt x="5535" y="4691"/>
                  </a:lnTo>
                  <a:lnTo>
                    <a:pt x="5284" y="4063"/>
                  </a:lnTo>
                  <a:lnTo>
                    <a:pt x="5170" y="3698"/>
                  </a:lnTo>
                  <a:lnTo>
                    <a:pt x="4805" y="3538"/>
                  </a:lnTo>
                  <a:lnTo>
                    <a:pt x="4337" y="3013"/>
                  </a:lnTo>
                  <a:lnTo>
                    <a:pt x="4508" y="2579"/>
                  </a:lnTo>
                  <a:lnTo>
                    <a:pt x="4862" y="2671"/>
                  </a:lnTo>
                  <a:lnTo>
                    <a:pt x="5090" y="2614"/>
                  </a:lnTo>
                  <a:lnTo>
                    <a:pt x="5535" y="2625"/>
                  </a:lnTo>
                  <a:close/>
                </a:path>
              </a:pathLst>
            </a:custGeom>
            <a:solidFill>
              <a:schemeClr val="accent2"/>
            </a:solidFill>
            <a:ln w="9525" cap="flat" cmpd="sng">
              <a:solidFill>
                <a:schemeClr val="accent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162525" tIns="162525" rIns="162525" bIns="1625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3200"/>
                <a:buFont typeface="Calibri"/>
                <a:buNone/>
              </a:pPr>
              <a:endParaRPr sz="3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948" name="Google Shape;948;p38"/>
            <p:cNvSpPr/>
            <p:nvPr/>
          </p:nvSpPr>
          <p:spPr>
            <a:xfrm>
              <a:off x="3965050" y="2992850"/>
              <a:ext cx="381200" cy="420000"/>
            </a:xfrm>
            <a:custGeom>
              <a:avLst/>
              <a:gdLst/>
              <a:ahLst/>
              <a:cxnLst/>
              <a:rect l="l" t="t" r="r" b="b"/>
              <a:pathLst>
                <a:path w="15248" h="16800" extrusionOk="0">
                  <a:moveTo>
                    <a:pt x="11390" y="103"/>
                  </a:moveTo>
                  <a:lnTo>
                    <a:pt x="10785" y="1"/>
                  </a:lnTo>
                  <a:lnTo>
                    <a:pt x="10500" y="80"/>
                  </a:lnTo>
                  <a:lnTo>
                    <a:pt x="10363" y="297"/>
                  </a:lnTo>
                  <a:lnTo>
                    <a:pt x="10112" y="332"/>
                  </a:lnTo>
                  <a:lnTo>
                    <a:pt x="9792" y="138"/>
                  </a:lnTo>
                  <a:lnTo>
                    <a:pt x="8913" y="583"/>
                  </a:lnTo>
                  <a:lnTo>
                    <a:pt x="8537" y="503"/>
                  </a:lnTo>
                  <a:lnTo>
                    <a:pt x="8423" y="571"/>
                  </a:lnTo>
                  <a:lnTo>
                    <a:pt x="8194" y="1108"/>
                  </a:lnTo>
                  <a:lnTo>
                    <a:pt x="7601" y="936"/>
                  </a:lnTo>
                  <a:lnTo>
                    <a:pt x="7019" y="856"/>
                  </a:lnTo>
                  <a:lnTo>
                    <a:pt x="6505" y="514"/>
                  </a:lnTo>
                  <a:lnTo>
                    <a:pt x="5844" y="206"/>
                  </a:lnTo>
                  <a:lnTo>
                    <a:pt x="5421" y="491"/>
                  </a:lnTo>
                  <a:lnTo>
                    <a:pt x="5102" y="959"/>
                  </a:lnTo>
                  <a:lnTo>
                    <a:pt x="5033" y="1598"/>
                  </a:lnTo>
                  <a:lnTo>
                    <a:pt x="4988" y="2135"/>
                  </a:lnTo>
                  <a:lnTo>
                    <a:pt x="4759" y="2625"/>
                  </a:lnTo>
                  <a:lnTo>
                    <a:pt x="4600" y="3196"/>
                  </a:lnTo>
                  <a:lnTo>
                    <a:pt x="4508" y="3995"/>
                  </a:lnTo>
                  <a:lnTo>
                    <a:pt x="4543" y="4508"/>
                  </a:lnTo>
                  <a:lnTo>
                    <a:pt x="4417" y="4817"/>
                  </a:lnTo>
                  <a:lnTo>
                    <a:pt x="4394" y="5159"/>
                  </a:lnTo>
                  <a:lnTo>
                    <a:pt x="4303" y="5444"/>
                  </a:lnTo>
                  <a:lnTo>
                    <a:pt x="3778" y="5889"/>
                  </a:lnTo>
                  <a:lnTo>
                    <a:pt x="3401" y="6346"/>
                  </a:lnTo>
                  <a:lnTo>
                    <a:pt x="3048" y="7236"/>
                  </a:lnTo>
                  <a:lnTo>
                    <a:pt x="3082" y="7989"/>
                  </a:lnTo>
                  <a:lnTo>
                    <a:pt x="2876" y="8274"/>
                  </a:lnTo>
                  <a:lnTo>
                    <a:pt x="2409" y="8719"/>
                  </a:lnTo>
                  <a:lnTo>
                    <a:pt x="1918" y="9290"/>
                  </a:lnTo>
                  <a:lnTo>
                    <a:pt x="1632" y="9130"/>
                  </a:lnTo>
                  <a:lnTo>
                    <a:pt x="1575" y="8868"/>
                  </a:lnTo>
                  <a:lnTo>
                    <a:pt x="1142" y="8856"/>
                  </a:lnTo>
                  <a:lnTo>
                    <a:pt x="868" y="9199"/>
                  </a:lnTo>
                  <a:lnTo>
                    <a:pt x="651" y="9119"/>
                  </a:lnTo>
                  <a:lnTo>
                    <a:pt x="366" y="9302"/>
                  </a:lnTo>
                  <a:lnTo>
                    <a:pt x="240" y="9541"/>
                  </a:lnTo>
                  <a:lnTo>
                    <a:pt x="206" y="9929"/>
                  </a:lnTo>
                  <a:lnTo>
                    <a:pt x="1" y="10032"/>
                  </a:lnTo>
                  <a:lnTo>
                    <a:pt x="115" y="10317"/>
                  </a:lnTo>
                  <a:lnTo>
                    <a:pt x="434" y="10180"/>
                  </a:lnTo>
                  <a:lnTo>
                    <a:pt x="685" y="10203"/>
                  </a:lnTo>
                  <a:lnTo>
                    <a:pt x="948" y="10100"/>
                  </a:lnTo>
                  <a:lnTo>
                    <a:pt x="3321" y="10112"/>
                  </a:lnTo>
                  <a:lnTo>
                    <a:pt x="3504" y="10785"/>
                  </a:lnTo>
                  <a:lnTo>
                    <a:pt x="3732" y="11321"/>
                  </a:lnTo>
                  <a:lnTo>
                    <a:pt x="3915" y="11630"/>
                  </a:lnTo>
                  <a:lnTo>
                    <a:pt x="4212" y="12097"/>
                  </a:lnTo>
                  <a:lnTo>
                    <a:pt x="4748" y="12029"/>
                  </a:lnTo>
                  <a:lnTo>
                    <a:pt x="5022" y="11892"/>
                  </a:lnTo>
                  <a:lnTo>
                    <a:pt x="5444" y="12029"/>
                  </a:lnTo>
                  <a:lnTo>
                    <a:pt x="5570" y="11801"/>
                  </a:lnTo>
                  <a:lnTo>
                    <a:pt x="5787" y="11264"/>
                  </a:lnTo>
                  <a:lnTo>
                    <a:pt x="6277" y="11230"/>
                  </a:lnTo>
                  <a:lnTo>
                    <a:pt x="6311" y="11070"/>
                  </a:lnTo>
                  <a:lnTo>
                    <a:pt x="6734" y="11070"/>
                  </a:lnTo>
                  <a:lnTo>
                    <a:pt x="6654" y="11401"/>
                  </a:lnTo>
                  <a:lnTo>
                    <a:pt x="7624" y="11401"/>
                  </a:lnTo>
                  <a:lnTo>
                    <a:pt x="7624" y="11972"/>
                  </a:lnTo>
                  <a:lnTo>
                    <a:pt x="7795" y="12314"/>
                  </a:lnTo>
                  <a:lnTo>
                    <a:pt x="7670" y="12851"/>
                  </a:lnTo>
                  <a:lnTo>
                    <a:pt x="7715" y="13421"/>
                  </a:lnTo>
                  <a:lnTo>
                    <a:pt x="7989" y="13752"/>
                  </a:lnTo>
                  <a:lnTo>
                    <a:pt x="7909" y="14836"/>
                  </a:lnTo>
                  <a:lnTo>
                    <a:pt x="8115" y="14745"/>
                  </a:lnTo>
                  <a:lnTo>
                    <a:pt x="8457" y="14779"/>
                  </a:lnTo>
                  <a:lnTo>
                    <a:pt x="8959" y="14631"/>
                  </a:lnTo>
                  <a:lnTo>
                    <a:pt x="9324" y="14688"/>
                  </a:lnTo>
                  <a:lnTo>
                    <a:pt x="9598" y="14699"/>
                  </a:lnTo>
                  <a:lnTo>
                    <a:pt x="9644" y="14985"/>
                  </a:lnTo>
                  <a:lnTo>
                    <a:pt x="10009" y="14973"/>
                  </a:lnTo>
                  <a:lnTo>
                    <a:pt x="10511" y="15065"/>
                  </a:lnTo>
                  <a:lnTo>
                    <a:pt x="10762" y="15464"/>
                  </a:lnTo>
                  <a:lnTo>
                    <a:pt x="11413" y="15590"/>
                  </a:lnTo>
                  <a:lnTo>
                    <a:pt x="11892" y="15304"/>
                  </a:lnTo>
                  <a:lnTo>
                    <a:pt x="12063" y="15784"/>
                  </a:lnTo>
                  <a:lnTo>
                    <a:pt x="12679" y="15898"/>
                  </a:lnTo>
                  <a:lnTo>
                    <a:pt x="12965" y="16297"/>
                  </a:lnTo>
                  <a:lnTo>
                    <a:pt x="13262" y="16799"/>
                  </a:lnTo>
                  <a:lnTo>
                    <a:pt x="13878" y="16799"/>
                  </a:lnTo>
                  <a:lnTo>
                    <a:pt x="13832" y="15818"/>
                  </a:lnTo>
                  <a:lnTo>
                    <a:pt x="13615" y="15989"/>
                  </a:lnTo>
                  <a:lnTo>
                    <a:pt x="13068" y="15635"/>
                  </a:lnTo>
                  <a:lnTo>
                    <a:pt x="12862" y="15475"/>
                  </a:lnTo>
                  <a:lnTo>
                    <a:pt x="12976" y="14563"/>
                  </a:lnTo>
                  <a:lnTo>
                    <a:pt x="13147" y="13490"/>
                  </a:lnTo>
                  <a:lnTo>
                    <a:pt x="12976" y="13090"/>
                  </a:lnTo>
                  <a:lnTo>
                    <a:pt x="13204" y="12508"/>
                  </a:lnTo>
                  <a:lnTo>
                    <a:pt x="13433" y="12406"/>
                  </a:lnTo>
                  <a:lnTo>
                    <a:pt x="14505" y="12246"/>
                  </a:lnTo>
                  <a:lnTo>
                    <a:pt x="14642" y="12291"/>
                  </a:lnTo>
                  <a:lnTo>
                    <a:pt x="14677" y="12132"/>
                  </a:lnTo>
                  <a:lnTo>
                    <a:pt x="14460" y="11892"/>
                  </a:lnTo>
                  <a:lnTo>
                    <a:pt x="14357" y="11390"/>
                  </a:lnTo>
                  <a:lnTo>
                    <a:pt x="13878" y="10899"/>
                  </a:lnTo>
                  <a:lnTo>
                    <a:pt x="13615" y="10249"/>
                  </a:lnTo>
                  <a:lnTo>
                    <a:pt x="13764" y="9872"/>
                  </a:lnTo>
                  <a:lnTo>
                    <a:pt x="13547" y="9359"/>
                  </a:lnTo>
                  <a:lnTo>
                    <a:pt x="13707" y="7898"/>
                  </a:lnTo>
                  <a:lnTo>
                    <a:pt x="13718" y="7909"/>
                  </a:lnTo>
                  <a:lnTo>
                    <a:pt x="13707" y="7761"/>
                  </a:lnTo>
                  <a:lnTo>
                    <a:pt x="13501" y="7339"/>
                  </a:lnTo>
                  <a:lnTo>
                    <a:pt x="13592" y="6848"/>
                  </a:lnTo>
                  <a:lnTo>
                    <a:pt x="13707" y="6791"/>
                  </a:lnTo>
                  <a:lnTo>
                    <a:pt x="13729" y="6243"/>
                  </a:lnTo>
                  <a:lnTo>
                    <a:pt x="13958" y="5992"/>
                  </a:lnTo>
                  <a:lnTo>
                    <a:pt x="13969" y="5307"/>
                  </a:lnTo>
                  <a:lnTo>
                    <a:pt x="14163" y="4965"/>
                  </a:lnTo>
                  <a:lnTo>
                    <a:pt x="14197" y="4234"/>
                  </a:lnTo>
                  <a:lnTo>
                    <a:pt x="14368" y="3801"/>
                  </a:lnTo>
                  <a:lnTo>
                    <a:pt x="14677" y="3333"/>
                  </a:lnTo>
                  <a:lnTo>
                    <a:pt x="14985" y="3093"/>
                  </a:lnTo>
                  <a:lnTo>
                    <a:pt x="15247" y="2762"/>
                  </a:lnTo>
                  <a:lnTo>
                    <a:pt x="14916" y="2648"/>
                  </a:lnTo>
                  <a:lnTo>
                    <a:pt x="14962" y="1575"/>
                  </a:lnTo>
                  <a:lnTo>
                    <a:pt x="14962" y="1575"/>
                  </a:lnTo>
                  <a:lnTo>
                    <a:pt x="14243" y="982"/>
                  </a:lnTo>
                  <a:lnTo>
                    <a:pt x="14049" y="594"/>
                  </a:lnTo>
                  <a:lnTo>
                    <a:pt x="13604" y="777"/>
                  </a:lnTo>
                  <a:lnTo>
                    <a:pt x="13227" y="720"/>
                  </a:lnTo>
                  <a:lnTo>
                    <a:pt x="13022" y="879"/>
                  </a:lnTo>
                  <a:lnTo>
                    <a:pt x="12657" y="765"/>
                  </a:lnTo>
                  <a:lnTo>
                    <a:pt x="12166" y="23"/>
                  </a:lnTo>
                  <a:lnTo>
                    <a:pt x="11903" y="115"/>
                  </a:lnTo>
                  <a:close/>
                </a:path>
              </a:pathLst>
            </a:custGeom>
            <a:solidFill>
              <a:schemeClr val="accent2"/>
            </a:solidFill>
            <a:ln w="9525" cap="flat" cmpd="sng">
              <a:solidFill>
                <a:schemeClr val="accent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162525" tIns="162525" rIns="162525" bIns="1625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3200"/>
                <a:buFont typeface="Calibri"/>
                <a:buNone/>
              </a:pPr>
              <a:endParaRPr sz="3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949" name="Google Shape;949;p38"/>
            <p:cNvSpPr/>
            <p:nvPr/>
          </p:nvSpPr>
          <p:spPr>
            <a:xfrm>
              <a:off x="3943375" y="3027375"/>
              <a:ext cx="147525" cy="198875"/>
            </a:xfrm>
            <a:custGeom>
              <a:avLst/>
              <a:gdLst/>
              <a:ahLst/>
              <a:cxnLst/>
              <a:rect l="l" t="t" r="r" b="b"/>
              <a:pathLst>
                <a:path w="5901" h="7955" extrusionOk="0">
                  <a:moveTo>
                    <a:pt x="5900" y="217"/>
                  </a:moveTo>
                  <a:lnTo>
                    <a:pt x="5387" y="160"/>
                  </a:lnTo>
                  <a:lnTo>
                    <a:pt x="4839" y="0"/>
                  </a:lnTo>
                  <a:lnTo>
                    <a:pt x="4371" y="480"/>
                  </a:lnTo>
                  <a:lnTo>
                    <a:pt x="3960" y="1324"/>
                  </a:lnTo>
                  <a:lnTo>
                    <a:pt x="3903" y="1826"/>
                  </a:lnTo>
                  <a:lnTo>
                    <a:pt x="3264" y="1610"/>
                  </a:lnTo>
                  <a:lnTo>
                    <a:pt x="2614" y="1370"/>
                  </a:lnTo>
                  <a:lnTo>
                    <a:pt x="1609" y="1324"/>
                  </a:lnTo>
                  <a:lnTo>
                    <a:pt x="1552" y="1724"/>
                  </a:lnTo>
                  <a:lnTo>
                    <a:pt x="1758" y="2192"/>
                  </a:lnTo>
                  <a:lnTo>
                    <a:pt x="2363" y="2123"/>
                  </a:lnTo>
                  <a:lnTo>
                    <a:pt x="2557" y="2294"/>
                  </a:lnTo>
                  <a:lnTo>
                    <a:pt x="2214" y="3356"/>
                  </a:lnTo>
                  <a:lnTo>
                    <a:pt x="2602" y="3892"/>
                  </a:lnTo>
                  <a:lnTo>
                    <a:pt x="2693" y="4588"/>
                  </a:lnTo>
                  <a:lnTo>
                    <a:pt x="2579" y="5204"/>
                  </a:lnTo>
                  <a:lnTo>
                    <a:pt x="2328" y="5638"/>
                  </a:lnTo>
                  <a:lnTo>
                    <a:pt x="1632" y="5592"/>
                  </a:lnTo>
                  <a:lnTo>
                    <a:pt x="1198" y="5159"/>
                  </a:lnTo>
                  <a:lnTo>
                    <a:pt x="1130" y="5558"/>
                  </a:lnTo>
                  <a:lnTo>
                    <a:pt x="594" y="5672"/>
                  </a:lnTo>
                  <a:lnTo>
                    <a:pt x="320" y="5901"/>
                  </a:lnTo>
                  <a:lnTo>
                    <a:pt x="616" y="6505"/>
                  </a:lnTo>
                  <a:lnTo>
                    <a:pt x="0" y="7008"/>
                  </a:lnTo>
                  <a:lnTo>
                    <a:pt x="662" y="7955"/>
                  </a:lnTo>
                  <a:lnTo>
                    <a:pt x="970" y="7578"/>
                  </a:lnTo>
                  <a:lnTo>
                    <a:pt x="1233" y="7418"/>
                  </a:lnTo>
                  <a:lnTo>
                    <a:pt x="1518" y="7726"/>
                  </a:lnTo>
                  <a:lnTo>
                    <a:pt x="1735" y="7818"/>
                  </a:lnTo>
                  <a:lnTo>
                    <a:pt x="1997" y="7475"/>
                  </a:lnTo>
                  <a:lnTo>
                    <a:pt x="2442" y="7487"/>
                  </a:lnTo>
                  <a:lnTo>
                    <a:pt x="2499" y="7749"/>
                  </a:lnTo>
                  <a:lnTo>
                    <a:pt x="2785" y="7898"/>
                  </a:lnTo>
                  <a:lnTo>
                    <a:pt x="3276" y="7327"/>
                  </a:lnTo>
                  <a:lnTo>
                    <a:pt x="3743" y="6893"/>
                  </a:lnTo>
                  <a:lnTo>
                    <a:pt x="3937" y="6608"/>
                  </a:lnTo>
                  <a:lnTo>
                    <a:pt x="3915" y="5843"/>
                  </a:lnTo>
                  <a:lnTo>
                    <a:pt x="4268" y="4965"/>
                  </a:lnTo>
                  <a:lnTo>
                    <a:pt x="4645" y="4508"/>
                  </a:lnTo>
                  <a:lnTo>
                    <a:pt x="5170" y="4063"/>
                  </a:lnTo>
                  <a:lnTo>
                    <a:pt x="5250" y="3778"/>
                  </a:lnTo>
                  <a:lnTo>
                    <a:pt x="5284" y="3436"/>
                  </a:lnTo>
                  <a:lnTo>
                    <a:pt x="5410" y="3127"/>
                  </a:lnTo>
                  <a:lnTo>
                    <a:pt x="5364" y="2614"/>
                  </a:lnTo>
                  <a:lnTo>
                    <a:pt x="5467" y="1815"/>
                  </a:lnTo>
                  <a:lnTo>
                    <a:pt x="5626" y="1244"/>
                  </a:lnTo>
                  <a:lnTo>
                    <a:pt x="5855" y="754"/>
                  </a:lnTo>
                  <a:close/>
                </a:path>
              </a:pathLst>
            </a:custGeom>
            <a:solidFill>
              <a:schemeClr val="accent2"/>
            </a:solidFill>
            <a:ln w="9525" cap="flat" cmpd="sng">
              <a:solidFill>
                <a:schemeClr val="accent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162525" tIns="162525" rIns="162525" bIns="1625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3200"/>
                <a:buFont typeface="Calibri"/>
                <a:buNone/>
              </a:pPr>
              <a:endParaRPr sz="3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950" name="Google Shape;950;p38"/>
            <p:cNvSpPr/>
            <p:nvPr/>
          </p:nvSpPr>
          <p:spPr>
            <a:xfrm>
              <a:off x="2138250" y="2829950"/>
              <a:ext cx="242825" cy="379750"/>
            </a:xfrm>
            <a:custGeom>
              <a:avLst/>
              <a:gdLst/>
              <a:ahLst/>
              <a:cxnLst/>
              <a:rect l="l" t="t" r="r" b="b"/>
              <a:pathLst>
                <a:path w="9713" h="15190" extrusionOk="0">
                  <a:moveTo>
                    <a:pt x="6494" y="594"/>
                  </a:moveTo>
                  <a:lnTo>
                    <a:pt x="6665" y="297"/>
                  </a:lnTo>
                  <a:lnTo>
                    <a:pt x="6482" y="57"/>
                  </a:lnTo>
                  <a:lnTo>
                    <a:pt x="6197" y="0"/>
                  </a:lnTo>
                  <a:lnTo>
                    <a:pt x="5775" y="434"/>
                  </a:lnTo>
                  <a:lnTo>
                    <a:pt x="5455" y="639"/>
                  </a:lnTo>
                  <a:lnTo>
                    <a:pt x="4793" y="1096"/>
                  </a:lnTo>
                  <a:lnTo>
                    <a:pt x="4177" y="1027"/>
                  </a:lnTo>
                  <a:lnTo>
                    <a:pt x="4109" y="1210"/>
                  </a:lnTo>
                  <a:lnTo>
                    <a:pt x="3595" y="1221"/>
                  </a:lnTo>
                  <a:lnTo>
                    <a:pt x="3127" y="1655"/>
                  </a:lnTo>
                  <a:lnTo>
                    <a:pt x="2922" y="2420"/>
                  </a:lnTo>
                  <a:lnTo>
                    <a:pt x="2910" y="2716"/>
                  </a:lnTo>
                  <a:lnTo>
                    <a:pt x="2568" y="2819"/>
                  </a:lnTo>
                  <a:lnTo>
                    <a:pt x="1940" y="3447"/>
                  </a:lnTo>
                  <a:lnTo>
                    <a:pt x="1529" y="3424"/>
                  </a:lnTo>
                  <a:lnTo>
                    <a:pt x="1427" y="3549"/>
                  </a:lnTo>
                  <a:lnTo>
                    <a:pt x="1587" y="4086"/>
                  </a:lnTo>
                  <a:lnTo>
                    <a:pt x="1427" y="4360"/>
                  </a:lnTo>
                  <a:lnTo>
                    <a:pt x="1176" y="4291"/>
                  </a:lnTo>
                  <a:lnTo>
                    <a:pt x="1039" y="4725"/>
                  </a:lnTo>
                  <a:lnTo>
                    <a:pt x="1358" y="5216"/>
                  </a:lnTo>
                  <a:lnTo>
                    <a:pt x="1438" y="5980"/>
                  </a:lnTo>
                  <a:lnTo>
                    <a:pt x="1267" y="6208"/>
                  </a:lnTo>
                  <a:lnTo>
                    <a:pt x="1427" y="7053"/>
                  </a:lnTo>
                  <a:lnTo>
                    <a:pt x="1256" y="7578"/>
                  </a:lnTo>
                  <a:lnTo>
                    <a:pt x="1541" y="7795"/>
                  </a:lnTo>
                  <a:lnTo>
                    <a:pt x="1233" y="8263"/>
                  </a:lnTo>
                  <a:lnTo>
                    <a:pt x="868" y="8833"/>
                  </a:lnTo>
                  <a:lnTo>
                    <a:pt x="468" y="8890"/>
                  </a:lnTo>
                  <a:lnTo>
                    <a:pt x="274" y="9221"/>
                  </a:lnTo>
                  <a:lnTo>
                    <a:pt x="297" y="9678"/>
                  </a:lnTo>
                  <a:lnTo>
                    <a:pt x="0" y="9746"/>
                  </a:lnTo>
                  <a:lnTo>
                    <a:pt x="114" y="10032"/>
                  </a:lnTo>
                  <a:lnTo>
                    <a:pt x="913" y="10545"/>
                  </a:lnTo>
                  <a:lnTo>
                    <a:pt x="1062" y="10534"/>
                  </a:lnTo>
                  <a:lnTo>
                    <a:pt x="1256" y="10922"/>
                  </a:lnTo>
                  <a:lnTo>
                    <a:pt x="1929" y="11047"/>
                  </a:lnTo>
                  <a:lnTo>
                    <a:pt x="2157" y="10910"/>
                  </a:lnTo>
                  <a:lnTo>
                    <a:pt x="2557" y="11207"/>
                  </a:lnTo>
                  <a:lnTo>
                    <a:pt x="2899" y="11424"/>
                  </a:lnTo>
                  <a:lnTo>
                    <a:pt x="3116" y="11333"/>
                  </a:lnTo>
                  <a:lnTo>
                    <a:pt x="3641" y="11766"/>
                  </a:lnTo>
                  <a:lnTo>
                    <a:pt x="3892" y="12188"/>
                  </a:lnTo>
                  <a:lnTo>
                    <a:pt x="4280" y="12428"/>
                  </a:lnTo>
                  <a:lnTo>
                    <a:pt x="4771" y="13387"/>
                  </a:lnTo>
                  <a:lnTo>
                    <a:pt x="5364" y="13501"/>
                  </a:lnTo>
                  <a:lnTo>
                    <a:pt x="5798" y="13261"/>
                  </a:lnTo>
                  <a:lnTo>
                    <a:pt x="6094" y="13421"/>
                  </a:lnTo>
                  <a:lnTo>
                    <a:pt x="6562" y="13330"/>
                  </a:lnTo>
                  <a:lnTo>
                    <a:pt x="7190" y="13763"/>
                  </a:lnTo>
                  <a:lnTo>
                    <a:pt x="6688" y="14688"/>
                  </a:lnTo>
                  <a:lnTo>
                    <a:pt x="6939" y="14699"/>
                  </a:lnTo>
                  <a:lnTo>
                    <a:pt x="7350" y="15190"/>
                  </a:lnTo>
                  <a:lnTo>
                    <a:pt x="7658" y="12702"/>
                  </a:lnTo>
                  <a:lnTo>
                    <a:pt x="7681" y="12303"/>
                  </a:lnTo>
                  <a:lnTo>
                    <a:pt x="7544" y="11789"/>
                  </a:lnTo>
                  <a:lnTo>
                    <a:pt x="7190" y="11447"/>
                  </a:lnTo>
                  <a:lnTo>
                    <a:pt x="7190" y="10796"/>
                  </a:lnTo>
                  <a:lnTo>
                    <a:pt x="7646" y="10648"/>
                  </a:lnTo>
                  <a:lnTo>
                    <a:pt x="7806" y="10739"/>
                  </a:lnTo>
                  <a:lnTo>
                    <a:pt x="7829" y="10397"/>
                  </a:lnTo>
                  <a:lnTo>
                    <a:pt x="7361" y="10294"/>
                  </a:lnTo>
                  <a:lnTo>
                    <a:pt x="7361" y="9735"/>
                  </a:lnTo>
                  <a:lnTo>
                    <a:pt x="8913" y="9758"/>
                  </a:lnTo>
                  <a:lnTo>
                    <a:pt x="9187" y="9438"/>
                  </a:lnTo>
                  <a:lnTo>
                    <a:pt x="9415" y="9723"/>
                  </a:lnTo>
                  <a:lnTo>
                    <a:pt x="9564" y="10260"/>
                  </a:lnTo>
                  <a:lnTo>
                    <a:pt x="9712" y="10146"/>
                  </a:lnTo>
                  <a:lnTo>
                    <a:pt x="9472" y="9233"/>
                  </a:lnTo>
                  <a:lnTo>
                    <a:pt x="9278" y="8925"/>
                  </a:lnTo>
                  <a:lnTo>
                    <a:pt x="8993" y="8719"/>
                  </a:lnTo>
                  <a:lnTo>
                    <a:pt x="9404" y="8285"/>
                  </a:lnTo>
                  <a:lnTo>
                    <a:pt x="9370" y="8069"/>
                  </a:lnTo>
                  <a:lnTo>
                    <a:pt x="9164" y="7795"/>
                  </a:lnTo>
                  <a:lnTo>
                    <a:pt x="9016" y="7201"/>
                  </a:lnTo>
                  <a:lnTo>
                    <a:pt x="9084" y="6539"/>
                  </a:lnTo>
                  <a:lnTo>
                    <a:pt x="9278" y="6243"/>
                  </a:lnTo>
                  <a:lnTo>
                    <a:pt x="9450" y="5752"/>
                  </a:lnTo>
                  <a:lnTo>
                    <a:pt x="9164" y="5604"/>
                  </a:lnTo>
                  <a:lnTo>
                    <a:pt x="8708" y="5695"/>
                  </a:lnTo>
                  <a:lnTo>
                    <a:pt x="8137" y="5661"/>
                  </a:lnTo>
                  <a:lnTo>
                    <a:pt x="7806" y="5763"/>
                  </a:lnTo>
                  <a:lnTo>
                    <a:pt x="7258" y="4976"/>
                  </a:lnTo>
                  <a:lnTo>
                    <a:pt x="6802" y="4862"/>
                  </a:lnTo>
                  <a:lnTo>
                    <a:pt x="5775" y="4942"/>
                  </a:lnTo>
                  <a:lnTo>
                    <a:pt x="5592" y="4634"/>
                  </a:lnTo>
                  <a:lnTo>
                    <a:pt x="5410" y="4542"/>
                  </a:lnTo>
                  <a:lnTo>
                    <a:pt x="5375" y="4360"/>
                  </a:lnTo>
                  <a:lnTo>
                    <a:pt x="5490" y="4017"/>
                  </a:lnTo>
                  <a:lnTo>
                    <a:pt x="5432" y="3664"/>
                  </a:lnTo>
                  <a:lnTo>
                    <a:pt x="5284" y="3458"/>
                  </a:lnTo>
                  <a:lnTo>
                    <a:pt x="5193" y="3047"/>
                  </a:lnTo>
                  <a:lnTo>
                    <a:pt x="4782" y="2979"/>
                  </a:lnTo>
                  <a:lnTo>
                    <a:pt x="5033" y="2454"/>
                  </a:lnTo>
                  <a:lnTo>
                    <a:pt x="5170" y="1803"/>
                  </a:lnTo>
                  <a:lnTo>
                    <a:pt x="5421" y="1461"/>
                  </a:lnTo>
                  <a:lnTo>
                    <a:pt x="5741" y="1210"/>
                  </a:lnTo>
                  <a:lnTo>
                    <a:pt x="5969" y="753"/>
                  </a:lnTo>
                  <a:close/>
                </a:path>
              </a:pathLst>
            </a:custGeom>
            <a:solidFill>
              <a:schemeClr val="accent2"/>
            </a:solidFill>
            <a:ln w="9525" cap="flat" cmpd="sng">
              <a:solidFill>
                <a:schemeClr val="accent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162525" tIns="162525" rIns="162525" bIns="1625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3200"/>
                <a:buFont typeface="Calibri"/>
                <a:buNone/>
              </a:pPr>
              <a:endParaRPr sz="3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951" name="Google Shape;951;p38"/>
            <p:cNvSpPr/>
            <p:nvPr/>
          </p:nvSpPr>
          <p:spPr>
            <a:xfrm>
              <a:off x="2008150" y="2857625"/>
              <a:ext cx="65650" cy="67625"/>
            </a:xfrm>
            <a:custGeom>
              <a:avLst/>
              <a:gdLst/>
              <a:ahLst/>
              <a:cxnLst/>
              <a:rect l="l" t="t" r="r" b="b"/>
              <a:pathLst>
                <a:path w="2626" h="2705" extrusionOk="0">
                  <a:moveTo>
                    <a:pt x="1826" y="263"/>
                  </a:moveTo>
                  <a:lnTo>
                    <a:pt x="1621" y="445"/>
                  </a:lnTo>
                  <a:lnTo>
                    <a:pt x="1381" y="388"/>
                  </a:lnTo>
                  <a:lnTo>
                    <a:pt x="1267" y="206"/>
                  </a:lnTo>
                  <a:lnTo>
                    <a:pt x="1027" y="126"/>
                  </a:lnTo>
                  <a:lnTo>
                    <a:pt x="822" y="240"/>
                  </a:lnTo>
                  <a:lnTo>
                    <a:pt x="331" y="0"/>
                  </a:lnTo>
                  <a:lnTo>
                    <a:pt x="194" y="114"/>
                  </a:lnTo>
                  <a:lnTo>
                    <a:pt x="0" y="286"/>
                  </a:lnTo>
                  <a:lnTo>
                    <a:pt x="217" y="411"/>
                  </a:lnTo>
                  <a:lnTo>
                    <a:pt x="80" y="696"/>
                  </a:lnTo>
                  <a:lnTo>
                    <a:pt x="69" y="982"/>
                  </a:lnTo>
                  <a:lnTo>
                    <a:pt x="171" y="1176"/>
                  </a:lnTo>
                  <a:lnTo>
                    <a:pt x="411" y="1256"/>
                  </a:lnTo>
                  <a:lnTo>
                    <a:pt x="582" y="1518"/>
                  </a:lnTo>
                  <a:lnTo>
                    <a:pt x="753" y="1290"/>
                  </a:lnTo>
                  <a:lnTo>
                    <a:pt x="708" y="1027"/>
                  </a:lnTo>
                  <a:lnTo>
                    <a:pt x="913" y="1187"/>
                  </a:lnTo>
                  <a:lnTo>
                    <a:pt x="959" y="1461"/>
                  </a:lnTo>
                  <a:lnTo>
                    <a:pt x="1221" y="1575"/>
                  </a:lnTo>
                  <a:lnTo>
                    <a:pt x="1530" y="1758"/>
                  </a:lnTo>
                  <a:lnTo>
                    <a:pt x="1735" y="1975"/>
                  </a:lnTo>
                  <a:lnTo>
                    <a:pt x="1758" y="2169"/>
                  </a:lnTo>
                  <a:lnTo>
                    <a:pt x="1655" y="2328"/>
                  </a:lnTo>
                  <a:lnTo>
                    <a:pt x="1815" y="2511"/>
                  </a:lnTo>
                  <a:lnTo>
                    <a:pt x="2226" y="2705"/>
                  </a:lnTo>
                  <a:lnTo>
                    <a:pt x="2283" y="2534"/>
                  </a:lnTo>
                  <a:lnTo>
                    <a:pt x="2351" y="2351"/>
                  </a:lnTo>
                  <a:lnTo>
                    <a:pt x="2340" y="2180"/>
                  </a:lnTo>
                  <a:lnTo>
                    <a:pt x="2454" y="2077"/>
                  </a:lnTo>
                  <a:lnTo>
                    <a:pt x="2294" y="1940"/>
                  </a:lnTo>
                  <a:lnTo>
                    <a:pt x="2306" y="1587"/>
                  </a:lnTo>
                  <a:lnTo>
                    <a:pt x="2625" y="1495"/>
                  </a:lnTo>
                  <a:lnTo>
                    <a:pt x="2283" y="1107"/>
                  </a:lnTo>
                  <a:lnTo>
                    <a:pt x="1997" y="742"/>
                  </a:lnTo>
                  <a:close/>
                </a:path>
              </a:pathLst>
            </a:custGeom>
            <a:solidFill>
              <a:schemeClr val="accent2"/>
            </a:solidFill>
            <a:ln w="9525" cap="flat" cmpd="sng">
              <a:solidFill>
                <a:schemeClr val="accent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162525" tIns="162525" rIns="162525" bIns="1625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3200"/>
                <a:buFont typeface="Calibri"/>
                <a:buNone/>
              </a:pPr>
              <a:endParaRPr sz="3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952" name="Google Shape;952;p38"/>
            <p:cNvSpPr/>
            <p:nvPr/>
          </p:nvSpPr>
          <p:spPr>
            <a:xfrm>
              <a:off x="2054075" y="2586000"/>
              <a:ext cx="207450" cy="75650"/>
            </a:xfrm>
            <a:custGeom>
              <a:avLst/>
              <a:gdLst/>
              <a:ahLst/>
              <a:cxnLst/>
              <a:rect l="l" t="t" r="r" b="b"/>
              <a:pathLst>
                <a:path w="8298" h="3026" extrusionOk="0">
                  <a:moveTo>
                    <a:pt x="4257" y="377"/>
                  </a:moveTo>
                  <a:lnTo>
                    <a:pt x="3550" y="81"/>
                  </a:lnTo>
                  <a:lnTo>
                    <a:pt x="2945" y="69"/>
                  </a:lnTo>
                  <a:lnTo>
                    <a:pt x="2272" y="1"/>
                  </a:lnTo>
                  <a:lnTo>
                    <a:pt x="2066" y="92"/>
                  </a:lnTo>
                  <a:lnTo>
                    <a:pt x="1473" y="183"/>
                  </a:lnTo>
                  <a:lnTo>
                    <a:pt x="1039" y="366"/>
                  </a:lnTo>
                  <a:lnTo>
                    <a:pt x="651" y="571"/>
                  </a:lnTo>
                  <a:lnTo>
                    <a:pt x="446" y="891"/>
                  </a:lnTo>
                  <a:lnTo>
                    <a:pt x="1" y="1176"/>
                  </a:lnTo>
                  <a:lnTo>
                    <a:pt x="309" y="1268"/>
                  </a:lnTo>
                  <a:lnTo>
                    <a:pt x="731" y="1165"/>
                  </a:lnTo>
                  <a:lnTo>
                    <a:pt x="857" y="937"/>
                  </a:lnTo>
                  <a:lnTo>
                    <a:pt x="1188" y="925"/>
                  </a:lnTo>
                  <a:lnTo>
                    <a:pt x="1815" y="446"/>
                  </a:lnTo>
                  <a:lnTo>
                    <a:pt x="2580" y="492"/>
                  </a:lnTo>
                  <a:lnTo>
                    <a:pt x="2249" y="720"/>
                  </a:lnTo>
                  <a:lnTo>
                    <a:pt x="2511" y="914"/>
                  </a:lnTo>
                  <a:lnTo>
                    <a:pt x="3504" y="1051"/>
                  </a:lnTo>
                  <a:lnTo>
                    <a:pt x="3721" y="1233"/>
                  </a:lnTo>
                  <a:lnTo>
                    <a:pt x="4417" y="1484"/>
                  </a:lnTo>
                  <a:lnTo>
                    <a:pt x="4874" y="1450"/>
                  </a:lnTo>
                  <a:lnTo>
                    <a:pt x="4988" y="1964"/>
                  </a:lnTo>
                  <a:lnTo>
                    <a:pt x="5239" y="2226"/>
                  </a:lnTo>
                  <a:lnTo>
                    <a:pt x="5730" y="2283"/>
                  </a:lnTo>
                  <a:lnTo>
                    <a:pt x="6038" y="2523"/>
                  </a:lnTo>
                  <a:lnTo>
                    <a:pt x="5444" y="3025"/>
                  </a:lnTo>
                  <a:lnTo>
                    <a:pt x="6574" y="2934"/>
                  </a:lnTo>
                  <a:lnTo>
                    <a:pt x="7122" y="3002"/>
                  </a:lnTo>
                  <a:lnTo>
                    <a:pt x="7647" y="2968"/>
                  </a:lnTo>
                  <a:lnTo>
                    <a:pt x="8183" y="2854"/>
                  </a:lnTo>
                  <a:lnTo>
                    <a:pt x="8297" y="2637"/>
                  </a:lnTo>
                  <a:lnTo>
                    <a:pt x="7750" y="2260"/>
                  </a:lnTo>
                  <a:lnTo>
                    <a:pt x="7179" y="2215"/>
                  </a:lnTo>
                  <a:lnTo>
                    <a:pt x="7259" y="1975"/>
                  </a:lnTo>
                  <a:lnTo>
                    <a:pt x="6814" y="1793"/>
                  </a:lnTo>
                  <a:lnTo>
                    <a:pt x="6551" y="1793"/>
                  </a:lnTo>
                  <a:lnTo>
                    <a:pt x="6118" y="1393"/>
                  </a:lnTo>
                  <a:lnTo>
                    <a:pt x="5524" y="822"/>
                  </a:lnTo>
                  <a:lnTo>
                    <a:pt x="5262" y="606"/>
                  </a:lnTo>
                  <a:lnTo>
                    <a:pt x="4520" y="720"/>
                  </a:lnTo>
                  <a:close/>
                </a:path>
              </a:pathLst>
            </a:custGeom>
            <a:solidFill>
              <a:schemeClr val="accent2"/>
            </a:solidFill>
            <a:ln w="9525" cap="flat" cmpd="sng">
              <a:solidFill>
                <a:schemeClr val="accent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162525" tIns="162525" rIns="162525" bIns="1625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3200"/>
                <a:buFont typeface="Calibri"/>
                <a:buNone/>
              </a:pPr>
              <a:endParaRPr sz="3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953" name="Google Shape;953;p38"/>
            <p:cNvSpPr/>
            <p:nvPr/>
          </p:nvSpPr>
          <p:spPr>
            <a:xfrm>
              <a:off x="3933950" y="1957475"/>
              <a:ext cx="116425" cy="56525"/>
            </a:xfrm>
            <a:custGeom>
              <a:avLst/>
              <a:gdLst/>
              <a:ahLst/>
              <a:cxnLst/>
              <a:rect l="l" t="t" r="r" b="b"/>
              <a:pathLst>
                <a:path w="4657" h="2261" extrusionOk="0">
                  <a:moveTo>
                    <a:pt x="1872" y="12"/>
                  </a:moveTo>
                  <a:lnTo>
                    <a:pt x="1564" y="104"/>
                  </a:lnTo>
                  <a:lnTo>
                    <a:pt x="1370" y="1"/>
                  </a:lnTo>
                  <a:lnTo>
                    <a:pt x="1210" y="172"/>
                  </a:lnTo>
                  <a:lnTo>
                    <a:pt x="731" y="343"/>
                  </a:lnTo>
                  <a:lnTo>
                    <a:pt x="480" y="560"/>
                  </a:lnTo>
                  <a:lnTo>
                    <a:pt x="1" y="743"/>
                  </a:lnTo>
                  <a:lnTo>
                    <a:pt x="138" y="1016"/>
                  </a:lnTo>
                  <a:lnTo>
                    <a:pt x="240" y="1382"/>
                  </a:lnTo>
                  <a:lnTo>
                    <a:pt x="605" y="1599"/>
                  </a:lnTo>
                  <a:lnTo>
                    <a:pt x="1028" y="1975"/>
                  </a:lnTo>
                  <a:lnTo>
                    <a:pt x="1564" y="2260"/>
                  </a:lnTo>
                  <a:lnTo>
                    <a:pt x="1941" y="1895"/>
                  </a:lnTo>
                  <a:lnTo>
                    <a:pt x="2180" y="1827"/>
                  </a:lnTo>
                  <a:lnTo>
                    <a:pt x="2751" y="2101"/>
                  </a:lnTo>
                  <a:lnTo>
                    <a:pt x="3082" y="2055"/>
                  </a:lnTo>
                  <a:lnTo>
                    <a:pt x="3401" y="2226"/>
                  </a:lnTo>
                  <a:lnTo>
                    <a:pt x="3493" y="2032"/>
                  </a:lnTo>
                  <a:lnTo>
                    <a:pt x="3801" y="2044"/>
                  </a:lnTo>
                  <a:lnTo>
                    <a:pt x="4029" y="1952"/>
                  </a:lnTo>
                  <a:lnTo>
                    <a:pt x="4052" y="1872"/>
                  </a:lnTo>
                  <a:lnTo>
                    <a:pt x="4177" y="1827"/>
                  </a:lnTo>
                  <a:lnTo>
                    <a:pt x="4200" y="1633"/>
                  </a:lnTo>
                  <a:lnTo>
                    <a:pt x="4360" y="1587"/>
                  </a:lnTo>
                  <a:lnTo>
                    <a:pt x="4451" y="1427"/>
                  </a:lnTo>
                  <a:lnTo>
                    <a:pt x="4657" y="1427"/>
                  </a:lnTo>
                  <a:lnTo>
                    <a:pt x="4292" y="982"/>
                  </a:lnTo>
                  <a:lnTo>
                    <a:pt x="3778" y="937"/>
                  </a:lnTo>
                  <a:lnTo>
                    <a:pt x="3675" y="651"/>
                  </a:lnTo>
                  <a:lnTo>
                    <a:pt x="3196" y="571"/>
                  </a:lnTo>
                  <a:lnTo>
                    <a:pt x="3105" y="788"/>
                  </a:lnTo>
                  <a:lnTo>
                    <a:pt x="2717" y="617"/>
                  </a:lnTo>
                  <a:lnTo>
                    <a:pt x="2740" y="377"/>
                  </a:lnTo>
                  <a:lnTo>
                    <a:pt x="2203" y="286"/>
                  </a:lnTo>
                  <a:close/>
                </a:path>
              </a:pathLst>
            </a:custGeom>
            <a:solidFill>
              <a:schemeClr val="accent2"/>
            </a:solidFill>
            <a:ln w="9525" cap="flat" cmpd="sng">
              <a:solidFill>
                <a:schemeClr val="accent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162525" tIns="162525" rIns="162525" bIns="1625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3200"/>
                <a:buFont typeface="Calibri"/>
                <a:buNone/>
              </a:pPr>
              <a:endParaRPr sz="3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954" name="Google Shape;954;p38"/>
            <p:cNvSpPr/>
            <p:nvPr/>
          </p:nvSpPr>
          <p:spPr>
            <a:xfrm>
              <a:off x="3824100" y="1873900"/>
              <a:ext cx="156675" cy="167775"/>
            </a:xfrm>
            <a:custGeom>
              <a:avLst/>
              <a:gdLst/>
              <a:ahLst/>
              <a:cxnLst/>
              <a:rect l="l" t="t" r="r" b="b"/>
              <a:pathLst>
                <a:path w="6267" h="6711" extrusionOk="0">
                  <a:moveTo>
                    <a:pt x="5433" y="1050"/>
                  </a:moveTo>
                  <a:lnTo>
                    <a:pt x="5091" y="776"/>
                  </a:lnTo>
                  <a:lnTo>
                    <a:pt x="4303" y="434"/>
                  </a:lnTo>
                  <a:lnTo>
                    <a:pt x="3950" y="673"/>
                  </a:lnTo>
                  <a:lnTo>
                    <a:pt x="3276" y="833"/>
                  </a:lnTo>
                  <a:lnTo>
                    <a:pt x="3265" y="536"/>
                  </a:lnTo>
                  <a:lnTo>
                    <a:pt x="2569" y="331"/>
                  </a:lnTo>
                  <a:lnTo>
                    <a:pt x="2534" y="0"/>
                  </a:lnTo>
                  <a:lnTo>
                    <a:pt x="2112" y="137"/>
                  </a:lnTo>
                  <a:lnTo>
                    <a:pt x="1599" y="23"/>
                  </a:lnTo>
                  <a:lnTo>
                    <a:pt x="1656" y="502"/>
                  </a:lnTo>
                  <a:lnTo>
                    <a:pt x="1827" y="822"/>
                  </a:lnTo>
                  <a:lnTo>
                    <a:pt x="1393" y="1244"/>
                  </a:lnTo>
                  <a:lnTo>
                    <a:pt x="1256" y="1061"/>
                  </a:lnTo>
                  <a:lnTo>
                    <a:pt x="697" y="1107"/>
                  </a:lnTo>
                  <a:lnTo>
                    <a:pt x="572" y="1290"/>
                  </a:lnTo>
                  <a:lnTo>
                    <a:pt x="708" y="1575"/>
                  </a:lnTo>
                  <a:lnTo>
                    <a:pt x="572" y="2374"/>
                  </a:lnTo>
                  <a:lnTo>
                    <a:pt x="412" y="2705"/>
                  </a:lnTo>
                  <a:lnTo>
                    <a:pt x="1" y="2705"/>
                  </a:lnTo>
                  <a:lnTo>
                    <a:pt x="149" y="3618"/>
                  </a:lnTo>
                  <a:lnTo>
                    <a:pt x="104" y="4211"/>
                  </a:lnTo>
                  <a:lnTo>
                    <a:pt x="241" y="4417"/>
                  </a:lnTo>
                  <a:lnTo>
                    <a:pt x="206" y="4793"/>
                  </a:lnTo>
                  <a:lnTo>
                    <a:pt x="549" y="5033"/>
                  </a:lnTo>
                  <a:lnTo>
                    <a:pt x="1564" y="5193"/>
                  </a:lnTo>
                  <a:lnTo>
                    <a:pt x="1245" y="5797"/>
                  </a:lnTo>
                  <a:lnTo>
                    <a:pt x="1165" y="6437"/>
                  </a:lnTo>
                  <a:lnTo>
                    <a:pt x="1770" y="6437"/>
                  </a:lnTo>
                  <a:lnTo>
                    <a:pt x="1907" y="6242"/>
                  </a:lnTo>
                  <a:lnTo>
                    <a:pt x="2683" y="6505"/>
                  </a:lnTo>
                  <a:lnTo>
                    <a:pt x="2900" y="6471"/>
                  </a:lnTo>
                  <a:lnTo>
                    <a:pt x="3265" y="6710"/>
                  </a:lnTo>
                  <a:lnTo>
                    <a:pt x="3345" y="6482"/>
                  </a:lnTo>
                  <a:lnTo>
                    <a:pt x="3972" y="6528"/>
                  </a:lnTo>
                  <a:lnTo>
                    <a:pt x="4463" y="6357"/>
                  </a:lnTo>
                  <a:lnTo>
                    <a:pt x="4805" y="6379"/>
                  </a:lnTo>
                  <a:lnTo>
                    <a:pt x="5045" y="6562"/>
                  </a:lnTo>
                  <a:lnTo>
                    <a:pt x="5102" y="6414"/>
                  </a:lnTo>
                  <a:lnTo>
                    <a:pt x="4965" y="5843"/>
                  </a:lnTo>
                  <a:lnTo>
                    <a:pt x="5205" y="5729"/>
                  </a:lnTo>
                  <a:lnTo>
                    <a:pt x="5422" y="5307"/>
                  </a:lnTo>
                  <a:lnTo>
                    <a:pt x="5011" y="4942"/>
                  </a:lnTo>
                  <a:lnTo>
                    <a:pt x="4634" y="4725"/>
                  </a:lnTo>
                  <a:lnTo>
                    <a:pt x="4532" y="4359"/>
                  </a:lnTo>
                  <a:lnTo>
                    <a:pt x="4395" y="4086"/>
                  </a:lnTo>
                  <a:lnTo>
                    <a:pt x="4874" y="3903"/>
                  </a:lnTo>
                  <a:lnTo>
                    <a:pt x="5125" y="3686"/>
                  </a:lnTo>
                  <a:lnTo>
                    <a:pt x="5604" y="3515"/>
                  </a:lnTo>
                  <a:lnTo>
                    <a:pt x="5764" y="3344"/>
                  </a:lnTo>
                  <a:lnTo>
                    <a:pt x="5958" y="3447"/>
                  </a:lnTo>
                  <a:lnTo>
                    <a:pt x="6266" y="3355"/>
                  </a:lnTo>
                  <a:lnTo>
                    <a:pt x="5935" y="2796"/>
                  </a:lnTo>
                  <a:lnTo>
                    <a:pt x="5947" y="2499"/>
                  </a:lnTo>
                  <a:lnTo>
                    <a:pt x="5753" y="2031"/>
                  </a:lnTo>
                  <a:lnTo>
                    <a:pt x="5467" y="1712"/>
                  </a:lnTo>
                  <a:lnTo>
                    <a:pt x="5639" y="1484"/>
                  </a:lnTo>
                  <a:close/>
                </a:path>
              </a:pathLst>
            </a:custGeom>
            <a:solidFill>
              <a:schemeClr val="accent2"/>
            </a:solidFill>
            <a:ln w="9525" cap="flat" cmpd="sng">
              <a:solidFill>
                <a:schemeClr val="accent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162525" tIns="162525" rIns="162525" bIns="1625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3200"/>
                <a:buFont typeface="Calibri"/>
                <a:buNone/>
              </a:pPr>
              <a:endParaRPr sz="3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955" name="Google Shape;955;p38"/>
            <p:cNvSpPr/>
            <p:nvPr/>
          </p:nvSpPr>
          <p:spPr>
            <a:xfrm>
              <a:off x="4551075" y="2824225"/>
              <a:ext cx="32550" cy="39975"/>
            </a:xfrm>
            <a:custGeom>
              <a:avLst/>
              <a:gdLst/>
              <a:ahLst/>
              <a:cxnLst/>
              <a:rect l="l" t="t" r="r" b="b"/>
              <a:pathLst>
                <a:path w="1302" h="1599" extrusionOk="0">
                  <a:moveTo>
                    <a:pt x="1210" y="1108"/>
                  </a:moveTo>
                  <a:lnTo>
                    <a:pt x="845" y="868"/>
                  </a:lnTo>
                  <a:lnTo>
                    <a:pt x="1290" y="651"/>
                  </a:lnTo>
                  <a:lnTo>
                    <a:pt x="1301" y="263"/>
                  </a:lnTo>
                  <a:lnTo>
                    <a:pt x="1107" y="1"/>
                  </a:lnTo>
                  <a:lnTo>
                    <a:pt x="879" y="206"/>
                  </a:lnTo>
                  <a:lnTo>
                    <a:pt x="537" y="138"/>
                  </a:lnTo>
                  <a:lnTo>
                    <a:pt x="263" y="537"/>
                  </a:lnTo>
                  <a:lnTo>
                    <a:pt x="0" y="971"/>
                  </a:lnTo>
                  <a:lnTo>
                    <a:pt x="80" y="1211"/>
                  </a:lnTo>
                  <a:lnTo>
                    <a:pt x="103" y="1496"/>
                  </a:lnTo>
                  <a:lnTo>
                    <a:pt x="548" y="1507"/>
                  </a:lnTo>
                  <a:lnTo>
                    <a:pt x="731" y="1439"/>
                  </a:lnTo>
                  <a:lnTo>
                    <a:pt x="913" y="1599"/>
                  </a:lnTo>
                  <a:close/>
                </a:path>
              </a:pathLst>
            </a:custGeom>
            <a:solidFill>
              <a:schemeClr val="accent2"/>
            </a:solidFill>
            <a:ln w="9525" cap="flat" cmpd="sng">
              <a:solidFill>
                <a:schemeClr val="accent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162525" tIns="162525" rIns="162525" bIns="1625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3200"/>
                <a:buFont typeface="Calibri"/>
                <a:buNone/>
              </a:pPr>
              <a:endParaRPr sz="3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956" name="Google Shape;956;p38"/>
            <p:cNvSpPr/>
            <p:nvPr/>
          </p:nvSpPr>
          <p:spPr>
            <a:xfrm>
              <a:off x="3855200" y="1815675"/>
              <a:ext cx="77350" cy="62225"/>
            </a:xfrm>
            <a:custGeom>
              <a:avLst/>
              <a:gdLst/>
              <a:ahLst/>
              <a:cxnLst/>
              <a:rect l="l" t="t" r="r" b="b"/>
              <a:pathLst>
                <a:path w="3094" h="2489" extrusionOk="0">
                  <a:moveTo>
                    <a:pt x="3094" y="1793"/>
                  </a:moveTo>
                  <a:lnTo>
                    <a:pt x="2854" y="1370"/>
                  </a:lnTo>
                  <a:lnTo>
                    <a:pt x="1895" y="1656"/>
                  </a:lnTo>
                  <a:lnTo>
                    <a:pt x="2021" y="2009"/>
                  </a:lnTo>
                  <a:lnTo>
                    <a:pt x="2751" y="2489"/>
                  </a:lnTo>
                  <a:close/>
                  <a:moveTo>
                    <a:pt x="1861" y="1062"/>
                  </a:moveTo>
                  <a:lnTo>
                    <a:pt x="1496" y="937"/>
                  </a:lnTo>
                  <a:lnTo>
                    <a:pt x="1393" y="709"/>
                  </a:lnTo>
                  <a:lnTo>
                    <a:pt x="1576" y="423"/>
                  </a:lnTo>
                  <a:lnTo>
                    <a:pt x="1564" y="1"/>
                  </a:lnTo>
                  <a:lnTo>
                    <a:pt x="1051" y="229"/>
                  </a:lnTo>
                  <a:lnTo>
                    <a:pt x="834" y="469"/>
                  </a:lnTo>
                  <a:lnTo>
                    <a:pt x="263" y="526"/>
                  </a:lnTo>
                  <a:lnTo>
                    <a:pt x="92" y="766"/>
                  </a:lnTo>
                  <a:lnTo>
                    <a:pt x="1" y="994"/>
                  </a:lnTo>
                  <a:lnTo>
                    <a:pt x="58" y="1861"/>
                  </a:lnTo>
                  <a:lnTo>
                    <a:pt x="355" y="2352"/>
                  </a:lnTo>
                  <a:lnTo>
                    <a:pt x="868" y="2466"/>
                  </a:lnTo>
                  <a:lnTo>
                    <a:pt x="1290" y="2329"/>
                  </a:lnTo>
                  <a:lnTo>
                    <a:pt x="1085" y="1907"/>
                  </a:lnTo>
                  <a:lnTo>
                    <a:pt x="1519" y="1291"/>
                  </a:lnTo>
                  <a:lnTo>
                    <a:pt x="1724" y="1393"/>
                  </a:lnTo>
                  <a:close/>
                </a:path>
              </a:pathLst>
            </a:custGeom>
            <a:solidFill>
              <a:schemeClr val="accent2"/>
            </a:solidFill>
            <a:ln w="9525" cap="flat" cmpd="sng">
              <a:solidFill>
                <a:schemeClr val="accent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162525" tIns="162525" rIns="162525" bIns="1625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3200"/>
                <a:buFont typeface="Calibri"/>
                <a:buNone/>
              </a:pPr>
              <a:endParaRPr sz="3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957" name="Google Shape;957;p38"/>
            <p:cNvSpPr/>
            <p:nvPr/>
          </p:nvSpPr>
          <p:spPr>
            <a:xfrm>
              <a:off x="2301725" y="2660750"/>
              <a:ext cx="71625" cy="52250"/>
            </a:xfrm>
            <a:custGeom>
              <a:avLst/>
              <a:gdLst/>
              <a:ahLst/>
              <a:cxnLst/>
              <a:rect l="l" t="t" r="r" b="b"/>
              <a:pathLst>
                <a:path w="2865" h="2090" extrusionOk="0">
                  <a:moveTo>
                    <a:pt x="137" y="1690"/>
                  </a:moveTo>
                  <a:lnTo>
                    <a:pt x="137" y="1941"/>
                  </a:lnTo>
                  <a:lnTo>
                    <a:pt x="343" y="2089"/>
                  </a:lnTo>
                  <a:lnTo>
                    <a:pt x="708" y="1462"/>
                  </a:lnTo>
                  <a:lnTo>
                    <a:pt x="993" y="1325"/>
                  </a:lnTo>
                  <a:lnTo>
                    <a:pt x="1085" y="1553"/>
                  </a:lnTo>
                  <a:lnTo>
                    <a:pt x="1393" y="1496"/>
                  </a:lnTo>
                  <a:lnTo>
                    <a:pt x="1552" y="1325"/>
                  </a:lnTo>
                  <a:lnTo>
                    <a:pt x="1804" y="1370"/>
                  </a:lnTo>
                  <a:lnTo>
                    <a:pt x="2180" y="1347"/>
                  </a:lnTo>
                  <a:lnTo>
                    <a:pt x="2534" y="1530"/>
                  </a:lnTo>
                  <a:lnTo>
                    <a:pt x="2865" y="1153"/>
                  </a:lnTo>
                  <a:lnTo>
                    <a:pt x="2511" y="834"/>
                  </a:lnTo>
                  <a:lnTo>
                    <a:pt x="2169" y="800"/>
                  </a:lnTo>
                  <a:lnTo>
                    <a:pt x="2203" y="526"/>
                  </a:lnTo>
                  <a:lnTo>
                    <a:pt x="1781" y="549"/>
                  </a:lnTo>
                  <a:lnTo>
                    <a:pt x="1667" y="229"/>
                  </a:lnTo>
                  <a:lnTo>
                    <a:pt x="1461" y="240"/>
                  </a:lnTo>
                  <a:lnTo>
                    <a:pt x="1028" y="12"/>
                  </a:lnTo>
                  <a:lnTo>
                    <a:pt x="400" y="1"/>
                  </a:lnTo>
                  <a:lnTo>
                    <a:pt x="286" y="161"/>
                  </a:lnTo>
                  <a:lnTo>
                    <a:pt x="309" y="663"/>
                  </a:lnTo>
                  <a:lnTo>
                    <a:pt x="206" y="1005"/>
                  </a:lnTo>
                  <a:lnTo>
                    <a:pt x="0" y="1153"/>
                  </a:lnTo>
                  <a:lnTo>
                    <a:pt x="172" y="1427"/>
                  </a:lnTo>
                  <a:close/>
                </a:path>
              </a:pathLst>
            </a:custGeom>
            <a:solidFill>
              <a:schemeClr val="accent2"/>
            </a:solidFill>
            <a:ln w="9525" cap="flat" cmpd="sng">
              <a:solidFill>
                <a:schemeClr val="accent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162525" tIns="162525" rIns="162525" bIns="1625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3200"/>
                <a:buFont typeface="Calibri"/>
                <a:buNone/>
              </a:pPr>
              <a:endParaRPr sz="3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958" name="Google Shape;958;p38"/>
            <p:cNvSpPr/>
            <p:nvPr/>
          </p:nvSpPr>
          <p:spPr>
            <a:xfrm>
              <a:off x="3553075" y="2269025"/>
              <a:ext cx="402875" cy="410600"/>
            </a:xfrm>
            <a:custGeom>
              <a:avLst/>
              <a:gdLst/>
              <a:ahLst/>
              <a:cxnLst/>
              <a:rect l="l" t="t" r="r" b="b"/>
              <a:pathLst>
                <a:path w="16115" h="16424" extrusionOk="0">
                  <a:moveTo>
                    <a:pt x="13056" y="161"/>
                  </a:moveTo>
                  <a:lnTo>
                    <a:pt x="12542" y="218"/>
                  </a:lnTo>
                  <a:lnTo>
                    <a:pt x="12223" y="1"/>
                  </a:lnTo>
                  <a:lnTo>
                    <a:pt x="11424" y="1"/>
                  </a:lnTo>
                  <a:lnTo>
                    <a:pt x="10728" y="377"/>
                  </a:lnTo>
                  <a:lnTo>
                    <a:pt x="10340" y="241"/>
                  </a:lnTo>
                  <a:lnTo>
                    <a:pt x="9096" y="309"/>
                  </a:lnTo>
                  <a:lnTo>
                    <a:pt x="7829" y="480"/>
                  </a:lnTo>
                  <a:lnTo>
                    <a:pt x="7110" y="766"/>
                  </a:lnTo>
                  <a:lnTo>
                    <a:pt x="6631" y="1131"/>
                  </a:lnTo>
                  <a:lnTo>
                    <a:pt x="5821" y="1302"/>
                  </a:lnTo>
                  <a:lnTo>
                    <a:pt x="5090" y="1804"/>
                  </a:lnTo>
                  <a:lnTo>
                    <a:pt x="5375" y="2386"/>
                  </a:lnTo>
                  <a:lnTo>
                    <a:pt x="5421" y="2945"/>
                  </a:lnTo>
                  <a:lnTo>
                    <a:pt x="5672" y="3904"/>
                  </a:lnTo>
                  <a:lnTo>
                    <a:pt x="5878" y="4098"/>
                  </a:lnTo>
                  <a:lnTo>
                    <a:pt x="5729" y="4452"/>
                  </a:lnTo>
                  <a:lnTo>
                    <a:pt x="4736" y="4600"/>
                  </a:lnTo>
                  <a:lnTo>
                    <a:pt x="4371" y="4942"/>
                  </a:lnTo>
                  <a:lnTo>
                    <a:pt x="3938" y="5011"/>
                  </a:lnTo>
                  <a:lnTo>
                    <a:pt x="3892" y="5684"/>
                  </a:lnTo>
                  <a:lnTo>
                    <a:pt x="2990" y="6038"/>
                  </a:lnTo>
                  <a:lnTo>
                    <a:pt x="2694" y="6494"/>
                  </a:lnTo>
                  <a:lnTo>
                    <a:pt x="2066" y="6734"/>
                  </a:lnTo>
                  <a:lnTo>
                    <a:pt x="1290" y="6882"/>
                  </a:lnTo>
                  <a:lnTo>
                    <a:pt x="23" y="7556"/>
                  </a:lnTo>
                  <a:lnTo>
                    <a:pt x="12" y="8617"/>
                  </a:lnTo>
                  <a:lnTo>
                    <a:pt x="12" y="8674"/>
                  </a:lnTo>
                  <a:lnTo>
                    <a:pt x="0" y="8845"/>
                  </a:lnTo>
                  <a:lnTo>
                    <a:pt x="2888" y="11059"/>
                  </a:lnTo>
                  <a:lnTo>
                    <a:pt x="5512" y="13045"/>
                  </a:lnTo>
                  <a:lnTo>
                    <a:pt x="8171" y="15008"/>
                  </a:lnTo>
                  <a:lnTo>
                    <a:pt x="8354" y="15442"/>
                  </a:lnTo>
                  <a:lnTo>
                    <a:pt x="8845" y="15693"/>
                  </a:lnTo>
                  <a:lnTo>
                    <a:pt x="9210" y="15852"/>
                  </a:lnTo>
                  <a:lnTo>
                    <a:pt x="9221" y="16423"/>
                  </a:lnTo>
                  <a:lnTo>
                    <a:pt x="10100" y="16343"/>
                  </a:lnTo>
                  <a:lnTo>
                    <a:pt x="11207" y="15944"/>
                  </a:lnTo>
                  <a:lnTo>
                    <a:pt x="13467" y="14152"/>
                  </a:lnTo>
                  <a:lnTo>
                    <a:pt x="16114" y="12417"/>
                  </a:lnTo>
                  <a:lnTo>
                    <a:pt x="15761" y="11847"/>
                  </a:lnTo>
                  <a:lnTo>
                    <a:pt x="15144" y="11436"/>
                  </a:lnTo>
                  <a:lnTo>
                    <a:pt x="14779" y="11607"/>
                  </a:lnTo>
                  <a:lnTo>
                    <a:pt x="14494" y="11094"/>
                  </a:lnTo>
                  <a:lnTo>
                    <a:pt x="14460" y="10706"/>
                  </a:lnTo>
                  <a:lnTo>
                    <a:pt x="13980" y="10032"/>
                  </a:lnTo>
                  <a:lnTo>
                    <a:pt x="14277" y="9667"/>
                  </a:lnTo>
                  <a:lnTo>
                    <a:pt x="14209" y="9096"/>
                  </a:lnTo>
                  <a:lnTo>
                    <a:pt x="14288" y="8594"/>
                  </a:lnTo>
                  <a:lnTo>
                    <a:pt x="14220" y="8183"/>
                  </a:lnTo>
                  <a:lnTo>
                    <a:pt x="14345" y="7442"/>
                  </a:lnTo>
                  <a:lnTo>
                    <a:pt x="14288" y="7008"/>
                  </a:lnTo>
                  <a:lnTo>
                    <a:pt x="14015" y="6209"/>
                  </a:lnTo>
                  <a:lnTo>
                    <a:pt x="13649" y="4600"/>
                  </a:lnTo>
                  <a:lnTo>
                    <a:pt x="13159" y="4223"/>
                  </a:lnTo>
                  <a:lnTo>
                    <a:pt x="13159" y="4018"/>
                  </a:lnTo>
                  <a:lnTo>
                    <a:pt x="12520" y="3470"/>
                  </a:lnTo>
                  <a:lnTo>
                    <a:pt x="12440" y="2785"/>
                  </a:lnTo>
                  <a:lnTo>
                    <a:pt x="12896" y="2272"/>
                  </a:lnTo>
                  <a:lnTo>
                    <a:pt x="13044" y="1519"/>
                  </a:lnTo>
                  <a:lnTo>
                    <a:pt x="12908" y="629"/>
                  </a:lnTo>
                  <a:close/>
                </a:path>
              </a:pathLst>
            </a:custGeom>
            <a:solidFill>
              <a:schemeClr val="accent2"/>
            </a:solidFill>
            <a:ln w="9525" cap="flat" cmpd="sng">
              <a:solidFill>
                <a:schemeClr val="accent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162525" tIns="162525" rIns="162525" bIns="1625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3200"/>
                <a:buFont typeface="Calibri"/>
                <a:buNone/>
              </a:pPr>
              <a:endParaRPr sz="3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959" name="Google Shape;959;p38"/>
            <p:cNvSpPr/>
            <p:nvPr/>
          </p:nvSpPr>
          <p:spPr>
            <a:xfrm>
              <a:off x="2098875" y="3081000"/>
              <a:ext cx="114725" cy="143550"/>
            </a:xfrm>
            <a:custGeom>
              <a:avLst/>
              <a:gdLst/>
              <a:ahLst/>
              <a:cxnLst/>
              <a:rect l="l" t="t" r="r" b="b"/>
              <a:pathLst>
                <a:path w="4589" h="5742" extrusionOk="0">
                  <a:moveTo>
                    <a:pt x="4474" y="1382"/>
                  </a:moveTo>
                  <a:lnTo>
                    <a:pt x="4132" y="1165"/>
                  </a:lnTo>
                  <a:lnTo>
                    <a:pt x="3732" y="868"/>
                  </a:lnTo>
                  <a:lnTo>
                    <a:pt x="3504" y="1005"/>
                  </a:lnTo>
                  <a:lnTo>
                    <a:pt x="2831" y="880"/>
                  </a:lnTo>
                  <a:lnTo>
                    <a:pt x="2637" y="492"/>
                  </a:lnTo>
                  <a:lnTo>
                    <a:pt x="2488" y="514"/>
                  </a:lnTo>
                  <a:lnTo>
                    <a:pt x="1689" y="1"/>
                  </a:lnTo>
                  <a:lnTo>
                    <a:pt x="1130" y="355"/>
                  </a:lnTo>
                  <a:lnTo>
                    <a:pt x="696" y="549"/>
                  </a:lnTo>
                  <a:lnTo>
                    <a:pt x="754" y="925"/>
                  </a:lnTo>
                  <a:lnTo>
                    <a:pt x="434" y="1507"/>
                  </a:lnTo>
                  <a:lnTo>
                    <a:pt x="286" y="2067"/>
                  </a:lnTo>
                  <a:lnTo>
                    <a:pt x="23" y="2203"/>
                  </a:lnTo>
                  <a:lnTo>
                    <a:pt x="160" y="3037"/>
                  </a:lnTo>
                  <a:lnTo>
                    <a:pt x="0" y="3288"/>
                  </a:lnTo>
                  <a:lnTo>
                    <a:pt x="491" y="3676"/>
                  </a:lnTo>
                  <a:lnTo>
                    <a:pt x="788" y="3265"/>
                  </a:lnTo>
                  <a:lnTo>
                    <a:pt x="970" y="3664"/>
                  </a:lnTo>
                  <a:lnTo>
                    <a:pt x="560" y="4326"/>
                  </a:lnTo>
                  <a:lnTo>
                    <a:pt x="662" y="4714"/>
                  </a:lnTo>
                  <a:lnTo>
                    <a:pt x="445" y="4931"/>
                  </a:lnTo>
                  <a:lnTo>
                    <a:pt x="480" y="5262"/>
                  </a:lnTo>
                  <a:lnTo>
                    <a:pt x="811" y="5182"/>
                  </a:lnTo>
                  <a:lnTo>
                    <a:pt x="1130" y="5285"/>
                  </a:lnTo>
                  <a:lnTo>
                    <a:pt x="1484" y="5741"/>
                  </a:lnTo>
                  <a:lnTo>
                    <a:pt x="1929" y="5376"/>
                  </a:lnTo>
                  <a:lnTo>
                    <a:pt x="2055" y="4760"/>
                  </a:lnTo>
                  <a:lnTo>
                    <a:pt x="2534" y="3972"/>
                  </a:lnTo>
                  <a:lnTo>
                    <a:pt x="3481" y="3619"/>
                  </a:lnTo>
                  <a:lnTo>
                    <a:pt x="4337" y="2660"/>
                  </a:lnTo>
                  <a:lnTo>
                    <a:pt x="4588" y="2078"/>
                  </a:lnTo>
                  <a:close/>
                </a:path>
              </a:pathLst>
            </a:custGeom>
            <a:solidFill>
              <a:schemeClr val="accent2"/>
            </a:solidFill>
            <a:ln w="9525" cap="flat" cmpd="sng">
              <a:solidFill>
                <a:schemeClr val="accent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162525" tIns="162525" rIns="162525" bIns="1625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3200"/>
                <a:buFont typeface="Calibri"/>
                <a:buNone/>
              </a:pPr>
              <a:endParaRPr sz="3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960" name="Google Shape;960;p38"/>
            <p:cNvSpPr/>
            <p:nvPr/>
          </p:nvSpPr>
          <p:spPr>
            <a:xfrm>
              <a:off x="4196425" y="2395425"/>
              <a:ext cx="248250" cy="217700"/>
            </a:xfrm>
            <a:custGeom>
              <a:avLst/>
              <a:gdLst/>
              <a:ahLst/>
              <a:cxnLst/>
              <a:rect l="l" t="t" r="r" b="b"/>
              <a:pathLst>
                <a:path w="9930" h="8708" extrusionOk="0">
                  <a:moveTo>
                    <a:pt x="2820" y="514"/>
                  </a:moveTo>
                  <a:lnTo>
                    <a:pt x="2044" y="240"/>
                  </a:lnTo>
                  <a:lnTo>
                    <a:pt x="1279" y="0"/>
                  </a:lnTo>
                  <a:lnTo>
                    <a:pt x="275" y="35"/>
                  </a:lnTo>
                  <a:lnTo>
                    <a:pt x="12" y="457"/>
                  </a:lnTo>
                  <a:lnTo>
                    <a:pt x="172" y="845"/>
                  </a:lnTo>
                  <a:lnTo>
                    <a:pt x="1" y="1404"/>
                  </a:lnTo>
                  <a:lnTo>
                    <a:pt x="286" y="2123"/>
                  </a:lnTo>
                  <a:lnTo>
                    <a:pt x="469" y="5364"/>
                  </a:lnTo>
                  <a:lnTo>
                    <a:pt x="617" y="8708"/>
                  </a:lnTo>
                  <a:lnTo>
                    <a:pt x="3767" y="8708"/>
                  </a:lnTo>
                  <a:lnTo>
                    <a:pt x="6814" y="8708"/>
                  </a:lnTo>
                  <a:lnTo>
                    <a:pt x="9929" y="8708"/>
                  </a:lnTo>
                  <a:lnTo>
                    <a:pt x="9781" y="8514"/>
                  </a:lnTo>
                  <a:lnTo>
                    <a:pt x="8811" y="7704"/>
                  </a:lnTo>
                  <a:lnTo>
                    <a:pt x="8754" y="7110"/>
                  </a:lnTo>
                  <a:lnTo>
                    <a:pt x="8902" y="6951"/>
                  </a:lnTo>
                  <a:lnTo>
                    <a:pt x="8149" y="5946"/>
                  </a:lnTo>
                  <a:lnTo>
                    <a:pt x="7864" y="5433"/>
                  </a:lnTo>
                  <a:lnTo>
                    <a:pt x="7533" y="4931"/>
                  </a:lnTo>
                  <a:lnTo>
                    <a:pt x="6848" y="3527"/>
                  </a:lnTo>
                  <a:lnTo>
                    <a:pt x="6289" y="2614"/>
                  </a:lnTo>
                  <a:lnTo>
                    <a:pt x="5890" y="1655"/>
                  </a:lnTo>
                  <a:lnTo>
                    <a:pt x="5958" y="1575"/>
                  </a:lnTo>
                  <a:lnTo>
                    <a:pt x="6620" y="2865"/>
                  </a:lnTo>
                  <a:lnTo>
                    <a:pt x="7008" y="3287"/>
                  </a:lnTo>
                  <a:lnTo>
                    <a:pt x="7293" y="3572"/>
                  </a:lnTo>
                  <a:lnTo>
                    <a:pt x="7464" y="3413"/>
                  </a:lnTo>
                  <a:lnTo>
                    <a:pt x="7636" y="2933"/>
                  </a:lnTo>
                  <a:lnTo>
                    <a:pt x="7727" y="2249"/>
                  </a:lnTo>
                  <a:lnTo>
                    <a:pt x="7921" y="1895"/>
                  </a:lnTo>
                  <a:lnTo>
                    <a:pt x="7818" y="1655"/>
                  </a:lnTo>
                  <a:lnTo>
                    <a:pt x="7259" y="343"/>
                  </a:lnTo>
                  <a:lnTo>
                    <a:pt x="7259" y="343"/>
                  </a:lnTo>
                  <a:lnTo>
                    <a:pt x="6905" y="571"/>
                  </a:lnTo>
                  <a:lnTo>
                    <a:pt x="6300" y="514"/>
                  </a:lnTo>
                  <a:lnTo>
                    <a:pt x="5673" y="297"/>
                  </a:lnTo>
                  <a:lnTo>
                    <a:pt x="5513" y="605"/>
                  </a:lnTo>
                  <a:lnTo>
                    <a:pt x="5273" y="149"/>
                  </a:lnTo>
                  <a:lnTo>
                    <a:pt x="4714" y="35"/>
                  </a:lnTo>
                  <a:lnTo>
                    <a:pt x="4052" y="115"/>
                  </a:lnTo>
                  <a:lnTo>
                    <a:pt x="3744" y="377"/>
                  </a:lnTo>
                  <a:lnTo>
                    <a:pt x="3196" y="662"/>
                  </a:lnTo>
                  <a:close/>
                </a:path>
              </a:pathLst>
            </a:custGeom>
            <a:solidFill>
              <a:schemeClr val="accent2"/>
            </a:solidFill>
            <a:ln w="9525" cap="flat" cmpd="sng">
              <a:solidFill>
                <a:schemeClr val="accent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162525" tIns="162525" rIns="162525" bIns="1625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3200"/>
                <a:buFont typeface="Calibri"/>
                <a:buNone/>
              </a:pPr>
              <a:endParaRPr sz="3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961" name="Google Shape;961;p38"/>
            <p:cNvSpPr/>
            <p:nvPr/>
          </p:nvSpPr>
          <p:spPr>
            <a:xfrm>
              <a:off x="4442375" y="2703850"/>
              <a:ext cx="136400" cy="125550"/>
            </a:xfrm>
            <a:custGeom>
              <a:avLst/>
              <a:gdLst/>
              <a:ahLst/>
              <a:cxnLst/>
              <a:rect l="l" t="t" r="r" b="b"/>
              <a:pathLst>
                <a:path w="5456" h="5022" extrusionOk="0">
                  <a:moveTo>
                    <a:pt x="2739" y="2328"/>
                  </a:moveTo>
                  <a:lnTo>
                    <a:pt x="2283" y="1883"/>
                  </a:lnTo>
                  <a:lnTo>
                    <a:pt x="2032" y="1050"/>
                  </a:lnTo>
                  <a:lnTo>
                    <a:pt x="1495" y="0"/>
                  </a:lnTo>
                  <a:lnTo>
                    <a:pt x="1130" y="514"/>
                  </a:lnTo>
                  <a:lnTo>
                    <a:pt x="559" y="662"/>
                  </a:lnTo>
                  <a:lnTo>
                    <a:pt x="331" y="947"/>
                  </a:lnTo>
                  <a:lnTo>
                    <a:pt x="274" y="1541"/>
                  </a:lnTo>
                  <a:lnTo>
                    <a:pt x="0" y="2887"/>
                  </a:lnTo>
                  <a:lnTo>
                    <a:pt x="103" y="3241"/>
                  </a:lnTo>
                  <a:lnTo>
                    <a:pt x="1027" y="3424"/>
                  </a:lnTo>
                  <a:lnTo>
                    <a:pt x="1244" y="2762"/>
                  </a:lnTo>
                  <a:lnTo>
                    <a:pt x="1746" y="3173"/>
                  </a:lnTo>
                  <a:lnTo>
                    <a:pt x="2203" y="2956"/>
                  </a:lnTo>
                  <a:lnTo>
                    <a:pt x="2397" y="3138"/>
                  </a:lnTo>
                  <a:lnTo>
                    <a:pt x="2956" y="3161"/>
                  </a:lnTo>
                  <a:lnTo>
                    <a:pt x="3652" y="3515"/>
                  </a:lnTo>
                  <a:lnTo>
                    <a:pt x="3880" y="3823"/>
                  </a:lnTo>
                  <a:lnTo>
                    <a:pt x="4245" y="4131"/>
                  </a:lnTo>
                  <a:lnTo>
                    <a:pt x="4599" y="4656"/>
                  </a:lnTo>
                  <a:lnTo>
                    <a:pt x="4885" y="4953"/>
                  </a:lnTo>
                  <a:lnTo>
                    <a:pt x="5227" y="5021"/>
                  </a:lnTo>
                  <a:lnTo>
                    <a:pt x="5455" y="4816"/>
                  </a:lnTo>
                  <a:lnTo>
                    <a:pt x="5056" y="4542"/>
                  </a:lnTo>
                  <a:lnTo>
                    <a:pt x="4782" y="4223"/>
                  </a:lnTo>
                  <a:lnTo>
                    <a:pt x="4325" y="3698"/>
                  </a:lnTo>
                  <a:lnTo>
                    <a:pt x="3869" y="3184"/>
                  </a:lnTo>
                  <a:close/>
                </a:path>
              </a:pathLst>
            </a:custGeom>
            <a:solidFill>
              <a:schemeClr val="accent2"/>
            </a:solidFill>
            <a:ln w="9525" cap="flat" cmpd="sng">
              <a:solidFill>
                <a:schemeClr val="accent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162525" tIns="162525" rIns="162525" bIns="1625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3200"/>
                <a:buFont typeface="Calibri"/>
                <a:buNone/>
              </a:pPr>
              <a:endParaRPr sz="3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962" name="Google Shape;962;p38"/>
            <p:cNvSpPr/>
            <p:nvPr/>
          </p:nvSpPr>
          <p:spPr>
            <a:xfrm>
              <a:off x="4098000" y="1776025"/>
              <a:ext cx="76500" cy="44825"/>
            </a:xfrm>
            <a:custGeom>
              <a:avLst/>
              <a:gdLst/>
              <a:ahLst/>
              <a:cxnLst/>
              <a:rect l="l" t="t" r="r" b="b"/>
              <a:pathLst>
                <a:path w="3060" h="1793" extrusionOk="0">
                  <a:moveTo>
                    <a:pt x="1553" y="1"/>
                  </a:moveTo>
                  <a:lnTo>
                    <a:pt x="765" y="126"/>
                  </a:lnTo>
                  <a:lnTo>
                    <a:pt x="1" y="354"/>
                  </a:lnTo>
                  <a:lnTo>
                    <a:pt x="126" y="845"/>
                  </a:lnTo>
                  <a:lnTo>
                    <a:pt x="594" y="1142"/>
                  </a:lnTo>
                  <a:lnTo>
                    <a:pt x="811" y="1028"/>
                  </a:lnTo>
                  <a:lnTo>
                    <a:pt x="822" y="1530"/>
                  </a:lnTo>
                  <a:lnTo>
                    <a:pt x="1359" y="1382"/>
                  </a:lnTo>
                  <a:lnTo>
                    <a:pt x="1655" y="1484"/>
                  </a:lnTo>
                  <a:lnTo>
                    <a:pt x="2283" y="1792"/>
                  </a:lnTo>
                  <a:lnTo>
                    <a:pt x="2819" y="1792"/>
                  </a:lnTo>
                  <a:lnTo>
                    <a:pt x="3048" y="1518"/>
                  </a:lnTo>
                  <a:lnTo>
                    <a:pt x="2694" y="742"/>
                  </a:lnTo>
                  <a:lnTo>
                    <a:pt x="3059" y="252"/>
                  </a:lnTo>
                  <a:lnTo>
                    <a:pt x="2934" y="115"/>
                  </a:lnTo>
                  <a:lnTo>
                    <a:pt x="2934" y="115"/>
                  </a:lnTo>
                  <a:lnTo>
                    <a:pt x="2283" y="138"/>
                  </a:lnTo>
                  <a:close/>
                </a:path>
              </a:pathLst>
            </a:custGeom>
            <a:solidFill>
              <a:schemeClr val="accent2"/>
            </a:solidFill>
            <a:ln w="9525" cap="flat" cmpd="sng">
              <a:solidFill>
                <a:schemeClr val="accent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162525" tIns="162525" rIns="162525" bIns="1625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3200"/>
                <a:buFont typeface="Calibri"/>
                <a:buNone/>
              </a:pPr>
              <a:endParaRPr sz="3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963" name="Google Shape;963;p38"/>
            <p:cNvSpPr/>
            <p:nvPr/>
          </p:nvSpPr>
          <p:spPr>
            <a:xfrm>
              <a:off x="4380175" y="2772875"/>
              <a:ext cx="296175" cy="261650"/>
            </a:xfrm>
            <a:custGeom>
              <a:avLst/>
              <a:gdLst/>
              <a:ahLst/>
              <a:cxnLst/>
              <a:rect l="l" t="t" r="r" b="b"/>
              <a:pathLst>
                <a:path w="11847" h="10466" extrusionOk="0">
                  <a:moveTo>
                    <a:pt x="3732" y="1"/>
                  </a:moveTo>
                  <a:lnTo>
                    <a:pt x="3515" y="663"/>
                  </a:lnTo>
                  <a:lnTo>
                    <a:pt x="2591" y="480"/>
                  </a:lnTo>
                  <a:lnTo>
                    <a:pt x="2488" y="1268"/>
                  </a:lnTo>
                  <a:lnTo>
                    <a:pt x="2191" y="2146"/>
                  </a:lnTo>
                  <a:lnTo>
                    <a:pt x="1735" y="2603"/>
                  </a:lnTo>
                  <a:lnTo>
                    <a:pt x="1404" y="3288"/>
                  </a:lnTo>
                  <a:lnTo>
                    <a:pt x="1336" y="3664"/>
                  </a:lnTo>
                  <a:lnTo>
                    <a:pt x="970" y="3915"/>
                  </a:lnTo>
                  <a:lnTo>
                    <a:pt x="765" y="4874"/>
                  </a:lnTo>
                  <a:lnTo>
                    <a:pt x="765" y="4977"/>
                  </a:lnTo>
                  <a:lnTo>
                    <a:pt x="799" y="5684"/>
                  </a:lnTo>
                  <a:lnTo>
                    <a:pt x="685" y="5969"/>
                  </a:lnTo>
                  <a:lnTo>
                    <a:pt x="251" y="5992"/>
                  </a:lnTo>
                  <a:lnTo>
                    <a:pt x="0" y="6506"/>
                  </a:lnTo>
                  <a:lnTo>
                    <a:pt x="480" y="6574"/>
                  </a:lnTo>
                  <a:lnTo>
                    <a:pt x="890" y="7019"/>
                  </a:lnTo>
                  <a:lnTo>
                    <a:pt x="1039" y="7373"/>
                  </a:lnTo>
                  <a:lnTo>
                    <a:pt x="1404" y="7590"/>
                  </a:lnTo>
                  <a:lnTo>
                    <a:pt x="1906" y="8571"/>
                  </a:lnTo>
                  <a:lnTo>
                    <a:pt x="2317" y="8731"/>
                  </a:lnTo>
                  <a:lnTo>
                    <a:pt x="2317" y="9245"/>
                  </a:lnTo>
                  <a:lnTo>
                    <a:pt x="2602" y="9541"/>
                  </a:lnTo>
                  <a:lnTo>
                    <a:pt x="3161" y="9541"/>
                  </a:lnTo>
                  <a:lnTo>
                    <a:pt x="4189" y="10306"/>
                  </a:lnTo>
                  <a:lnTo>
                    <a:pt x="4451" y="10306"/>
                  </a:lnTo>
                  <a:lnTo>
                    <a:pt x="4634" y="10295"/>
                  </a:lnTo>
                  <a:lnTo>
                    <a:pt x="4805" y="10397"/>
                  </a:lnTo>
                  <a:lnTo>
                    <a:pt x="5341" y="10466"/>
                  </a:lnTo>
                  <a:lnTo>
                    <a:pt x="5569" y="10078"/>
                  </a:lnTo>
                  <a:lnTo>
                    <a:pt x="6300" y="9713"/>
                  </a:lnTo>
                  <a:lnTo>
                    <a:pt x="6631" y="10009"/>
                  </a:lnTo>
                  <a:lnTo>
                    <a:pt x="7167" y="10009"/>
                  </a:lnTo>
                  <a:lnTo>
                    <a:pt x="7384" y="9724"/>
                  </a:lnTo>
                  <a:lnTo>
                    <a:pt x="7898" y="9713"/>
                  </a:lnTo>
                  <a:lnTo>
                    <a:pt x="8594" y="9073"/>
                  </a:lnTo>
                  <a:lnTo>
                    <a:pt x="9655" y="9028"/>
                  </a:lnTo>
                  <a:lnTo>
                    <a:pt x="11846" y="6300"/>
                  </a:lnTo>
                  <a:lnTo>
                    <a:pt x="11161" y="6312"/>
                  </a:lnTo>
                  <a:lnTo>
                    <a:pt x="8525" y="5228"/>
                  </a:lnTo>
                  <a:lnTo>
                    <a:pt x="8217" y="4919"/>
                  </a:lnTo>
                  <a:lnTo>
                    <a:pt x="7909" y="4474"/>
                  </a:lnTo>
                  <a:lnTo>
                    <a:pt x="7601" y="3972"/>
                  </a:lnTo>
                  <a:lnTo>
                    <a:pt x="7761" y="3653"/>
                  </a:lnTo>
                  <a:lnTo>
                    <a:pt x="7567" y="3493"/>
                  </a:lnTo>
                  <a:lnTo>
                    <a:pt x="7384" y="3561"/>
                  </a:lnTo>
                  <a:lnTo>
                    <a:pt x="6939" y="3550"/>
                  </a:lnTo>
                  <a:lnTo>
                    <a:pt x="6916" y="3265"/>
                  </a:lnTo>
                  <a:lnTo>
                    <a:pt x="6848" y="3025"/>
                  </a:lnTo>
                  <a:lnTo>
                    <a:pt x="7099" y="2591"/>
                  </a:lnTo>
                  <a:lnTo>
                    <a:pt x="7373" y="2192"/>
                  </a:lnTo>
                  <a:lnTo>
                    <a:pt x="7087" y="1895"/>
                  </a:lnTo>
                  <a:lnTo>
                    <a:pt x="6733" y="1370"/>
                  </a:lnTo>
                  <a:lnTo>
                    <a:pt x="6368" y="1062"/>
                  </a:lnTo>
                  <a:lnTo>
                    <a:pt x="6140" y="754"/>
                  </a:lnTo>
                  <a:lnTo>
                    <a:pt x="5444" y="389"/>
                  </a:lnTo>
                  <a:lnTo>
                    <a:pt x="4885" y="377"/>
                  </a:lnTo>
                  <a:lnTo>
                    <a:pt x="4691" y="195"/>
                  </a:lnTo>
                  <a:lnTo>
                    <a:pt x="4234" y="412"/>
                  </a:lnTo>
                  <a:close/>
                </a:path>
              </a:pathLst>
            </a:custGeom>
            <a:solidFill>
              <a:schemeClr val="accent2"/>
            </a:solidFill>
            <a:ln w="9525" cap="flat" cmpd="sng">
              <a:solidFill>
                <a:schemeClr val="accent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162525" tIns="162525" rIns="162525" bIns="1625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3200"/>
                <a:buFont typeface="Calibri"/>
                <a:buNone/>
              </a:pPr>
              <a:endParaRPr sz="3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964" name="Google Shape;964;p38"/>
            <p:cNvSpPr/>
            <p:nvPr/>
          </p:nvSpPr>
          <p:spPr>
            <a:xfrm>
              <a:off x="4022100" y="1565475"/>
              <a:ext cx="189775" cy="205450"/>
            </a:xfrm>
            <a:custGeom>
              <a:avLst/>
              <a:gdLst/>
              <a:ahLst/>
              <a:cxnLst/>
              <a:rect l="l" t="t" r="r" b="b"/>
              <a:pathLst>
                <a:path w="7591" h="8218" extrusionOk="0">
                  <a:moveTo>
                    <a:pt x="4623" y="845"/>
                  </a:moveTo>
                  <a:lnTo>
                    <a:pt x="4737" y="309"/>
                  </a:lnTo>
                  <a:lnTo>
                    <a:pt x="3915" y="0"/>
                  </a:lnTo>
                  <a:lnTo>
                    <a:pt x="3094" y="263"/>
                  </a:lnTo>
                  <a:lnTo>
                    <a:pt x="2934" y="822"/>
                  </a:lnTo>
                  <a:lnTo>
                    <a:pt x="2455" y="1165"/>
                  </a:lnTo>
                  <a:lnTo>
                    <a:pt x="1781" y="971"/>
                  </a:lnTo>
                  <a:lnTo>
                    <a:pt x="1028" y="1016"/>
                  </a:lnTo>
                  <a:lnTo>
                    <a:pt x="298" y="605"/>
                  </a:lnTo>
                  <a:lnTo>
                    <a:pt x="1" y="799"/>
                  </a:lnTo>
                  <a:lnTo>
                    <a:pt x="834" y="1187"/>
                  </a:lnTo>
                  <a:lnTo>
                    <a:pt x="1861" y="1712"/>
                  </a:lnTo>
                  <a:lnTo>
                    <a:pt x="2112" y="2911"/>
                  </a:lnTo>
                  <a:lnTo>
                    <a:pt x="2375" y="3230"/>
                  </a:lnTo>
                  <a:lnTo>
                    <a:pt x="3288" y="3595"/>
                  </a:lnTo>
                  <a:lnTo>
                    <a:pt x="3425" y="3926"/>
                  </a:lnTo>
                  <a:lnTo>
                    <a:pt x="3048" y="4097"/>
                  </a:lnTo>
                  <a:lnTo>
                    <a:pt x="1804" y="4965"/>
                  </a:lnTo>
                  <a:lnTo>
                    <a:pt x="1336" y="5478"/>
                  </a:lnTo>
                  <a:lnTo>
                    <a:pt x="1119" y="5958"/>
                  </a:lnTo>
                  <a:lnTo>
                    <a:pt x="1542" y="6688"/>
                  </a:lnTo>
                  <a:lnTo>
                    <a:pt x="1519" y="7510"/>
                  </a:lnTo>
                  <a:lnTo>
                    <a:pt x="2192" y="7772"/>
                  </a:lnTo>
                  <a:lnTo>
                    <a:pt x="2637" y="8217"/>
                  </a:lnTo>
                  <a:lnTo>
                    <a:pt x="3653" y="8046"/>
                  </a:lnTo>
                  <a:lnTo>
                    <a:pt x="4714" y="7749"/>
                  </a:lnTo>
                  <a:lnTo>
                    <a:pt x="5855" y="7681"/>
                  </a:lnTo>
                  <a:lnTo>
                    <a:pt x="5855" y="7681"/>
                  </a:lnTo>
                  <a:lnTo>
                    <a:pt x="6985" y="6620"/>
                  </a:lnTo>
                  <a:lnTo>
                    <a:pt x="7453" y="6152"/>
                  </a:lnTo>
                  <a:lnTo>
                    <a:pt x="7590" y="5741"/>
                  </a:lnTo>
                  <a:lnTo>
                    <a:pt x="6540" y="5182"/>
                  </a:lnTo>
                  <a:lnTo>
                    <a:pt x="6677" y="4657"/>
                  </a:lnTo>
                  <a:lnTo>
                    <a:pt x="5970" y="4063"/>
                  </a:lnTo>
                  <a:lnTo>
                    <a:pt x="6221" y="3378"/>
                  </a:lnTo>
                  <a:lnTo>
                    <a:pt x="5308" y="2488"/>
                  </a:lnTo>
                  <a:lnTo>
                    <a:pt x="5707" y="1895"/>
                  </a:lnTo>
                  <a:lnTo>
                    <a:pt x="4680" y="1370"/>
                  </a:lnTo>
                  <a:close/>
                </a:path>
              </a:pathLst>
            </a:custGeom>
            <a:solidFill>
              <a:schemeClr val="accent2"/>
            </a:solidFill>
            <a:ln w="9525" cap="flat" cmpd="sng">
              <a:solidFill>
                <a:schemeClr val="accent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162525" tIns="162525" rIns="162525" bIns="1625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3200"/>
                <a:buFont typeface="Calibri"/>
                <a:buNone/>
              </a:pPr>
              <a:endParaRPr sz="3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965" name="Google Shape;965;p38"/>
            <p:cNvSpPr/>
            <p:nvPr/>
          </p:nvSpPr>
          <p:spPr>
            <a:xfrm>
              <a:off x="7224100" y="3476725"/>
              <a:ext cx="63625" cy="50250"/>
            </a:xfrm>
            <a:custGeom>
              <a:avLst/>
              <a:gdLst/>
              <a:ahLst/>
              <a:cxnLst/>
              <a:rect l="l" t="t" r="r" b="b"/>
              <a:pathLst>
                <a:path w="2545" h="2010" extrusionOk="0">
                  <a:moveTo>
                    <a:pt x="2545" y="1"/>
                  </a:moveTo>
                  <a:lnTo>
                    <a:pt x="2020" y="286"/>
                  </a:lnTo>
                  <a:lnTo>
                    <a:pt x="1746" y="332"/>
                  </a:lnTo>
                  <a:lnTo>
                    <a:pt x="1301" y="514"/>
                  </a:lnTo>
                  <a:lnTo>
                    <a:pt x="1335" y="857"/>
                  </a:lnTo>
                  <a:lnTo>
                    <a:pt x="1883" y="674"/>
                  </a:lnTo>
                  <a:lnTo>
                    <a:pt x="2442" y="446"/>
                  </a:lnTo>
                  <a:close/>
                  <a:moveTo>
                    <a:pt x="970" y="1153"/>
                  </a:moveTo>
                  <a:lnTo>
                    <a:pt x="742" y="1302"/>
                  </a:lnTo>
                  <a:lnTo>
                    <a:pt x="422" y="1187"/>
                  </a:lnTo>
                  <a:lnTo>
                    <a:pt x="34" y="1496"/>
                  </a:lnTo>
                  <a:lnTo>
                    <a:pt x="0" y="1895"/>
                  </a:lnTo>
                  <a:lnTo>
                    <a:pt x="422" y="2009"/>
                  </a:lnTo>
                  <a:lnTo>
                    <a:pt x="936" y="1884"/>
                  </a:lnTo>
                  <a:lnTo>
                    <a:pt x="1187" y="1416"/>
                  </a:lnTo>
                  <a:close/>
                </a:path>
              </a:pathLst>
            </a:custGeom>
            <a:solidFill>
              <a:schemeClr val="accent2"/>
            </a:solidFill>
            <a:ln w="9525" cap="flat" cmpd="sng">
              <a:solidFill>
                <a:schemeClr val="accent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162525" tIns="162525" rIns="162525" bIns="1625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3200"/>
                <a:buFont typeface="Calibri"/>
                <a:buNone/>
              </a:pPr>
              <a:endParaRPr sz="3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966" name="Google Shape;966;p38"/>
            <p:cNvSpPr/>
            <p:nvPr/>
          </p:nvSpPr>
          <p:spPr>
            <a:xfrm>
              <a:off x="3897425" y="3059625"/>
              <a:ext cx="113300" cy="142950"/>
            </a:xfrm>
            <a:custGeom>
              <a:avLst/>
              <a:gdLst/>
              <a:ahLst/>
              <a:cxnLst/>
              <a:rect l="l" t="t" r="r" b="b"/>
              <a:pathLst>
                <a:path w="4532" h="5718" extrusionOk="0">
                  <a:moveTo>
                    <a:pt x="3447" y="34"/>
                  </a:moveTo>
                  <a:lnTo>
                    <a:pt x="3345" y="0"/>
                  </a:lnTo>
                  <a:lnTo>
                    <a:pt x="2854" y="114"/>
                  </a:lnTo>
                  <a:lnTo>
                    <a:pt x="2375" y="0"/>
                  </a:lnTo>
                  <a:lnTo>
                    <a:pt x="1998" y="57"/>
                  </a:lnTo>
                  <a:lnTo>
                    <a:pt x="1998" y="1141"/>
                  </a:lnTo>
                  <a:lnTo>
                    <a:pt x="834" y="1141"/>
                  </a:lnTo>
                  <a:lnTo>
                    <a:pt x="560" y="1175"/>
                  </a:lnTo>
                  <a:lnTo>
                    <a:pt x="400" y="1860"/>
                  </a:lnTo>
                  <a:lnTo>
                    <a:pt x="218" y="2522"/>
                  </a:lnTo>
                  <a:lnTo>
                    <a:pt x="35" y="2807"/>
                  </a:lnTo>
                  <a:lnTo>
                    <a:pt x="1" y="3104"/>
                  </a:lnTo>
                  <a:lnTo>
                    <a:pt x="492" y="4051"/>
                  </a:lnTo>
                  <a:lnTo>
                    <a:pt x="1017" y="4805"/>
                  </a:lnTo>
                  <a:lnTo>
                    <a:pt x="1850" y="5718"/>
                  </a:lnTo>
                  <a:lnTo>
                    <a:pt x="2454" y="5215"/>
                  </a:lnTo>
                  <a:lnTo>
                    <a:pt x="2158" y="4611"/>
                  </a:lnTo>
                  <a:lnTo>
                    <a:pt x="2432" y="4382"/>
                  </a:lnTo>
                  <a:lnTo>
                    <a:pt x="2968" y="4280"/>
                  </a:lnTo>
                  <a:lnTo>
                    <a:pt x="3048" y="3880"/>
                  </a:lnTo>
                  <a:lnTo>
                    <a:pt x="3470" y="4302"/>
                  </a:lnTo>
                  <a:lnTo>
                    <a:pt x="4166" y="4348"/>
                  </a:lnTo>
                  <a:lnTo>
                    <a:pt x="4417" y="3914"/>
                  </a:lnTo>
                  <a:lnTo>
                    <a:pt x="4531" y="3310"/>
                  </a:lnTo>
                  <a:lnTo>
                    <a:pt x="4440" y="2602"/>
                  </a:lnTo>
                  <a:lnTo>
                    <a:pt x="4052" y="2066"/>
                  </a:lnTo>
                  <a:lnTo>
                    <a:pt x="4395" y="1004"/>
                  </a:lnTo>
                  <a:lnTo>
                    <a:pt x="4201" y="833"/>
                  </a:lnTo>
                  <a:lnTo>
                    <a:pt x="3596" y="913"/>
                  </a:lnTo>
                  <a:lnTo>
                    <a:pt x="3390" y="434"/>
                  </a:lnTo>
                  <a:close/>
                </a:path>
              </a:pathLst>
            </a:custGeom>
            <a:solidFill>
              <a:schemeClr val="accent2"/>
            </a:solidFill>
            <a:ln w="9525" cap="flat" cmpd="sng">
              <a:solidFill>
                <a:schemeClr val="accent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162525" tIns="162525" rIns="162525" bIns="1625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3200"/>
                <a:buFont typeface="Calibri"/>
                <a:buNone/>
              </a:pPr>
              <a:endParaRPr sz="3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967" name="Google Shape;967;p38"/>
            <p:cNvSpPr/>
            <p:nvPr/>
          </p:nvSpPr>
          <p:spPr>
            <a:xfrm>
              <a:off x="3593575" y="1796275"/>
              <a:ext cx="156375" cy="186625"/>
            </a:xfrm>
            <a:custGeom>
              <a:avLst/>
              <a:gdLst/>
              <a:ahLst/>
              <a:cxnLst/>
              <a:rect l="l" t="t" r="r" b="b"/>
              <a:pathLst>
                <a:path w="6255" h="7465" extrusionOk="0">
                  <a:moveTo>
                    <a:pt x="1302" y="3470"/>
                  </a:moveTo>
                  <a:lnTo>
                    <a:pt x="606" y="2945"/>
                  </a:lnTo>
                  <a:lnTo>
                    <a:pt x="47" y="2980"/>
                  </a:lnTo>
                  <a:lnTo>
                    <a:pt x="161" y="3436"/>
                  </a:lnTo>
                  <a:lnTo>
                    <a:pt x="1" y="3892"/>
                  </a:lnTo>
                  <a:lnTo>
                    <a:pt x="423" y="3881"/>
                  </a:lnTo>
                  <a:lnTo>
                    <a:pt x="914" y="4064"/>
                  </a:lnTo>
                  <a:close/>
                  <a:moveTo>
                    <a:pt x="3162" y="1"/>
                  </a:moveTo>
                  <a:lnTo>
                    <a:pt x="2375" y="69"/>
                  </a:lnTo>
                  <a:lnTo>
                    <a:pt x="1861" y="12"/>
                  </a:lnTo>
                  <a:lnTo>
                    <a:pt x="1336" y="697"/>
                  </a:lnTo>
                  <a:lnTo>
                    <a:pt x="1062" y="1576"/>
                  </a:lnTo>
                  <a:lnTo>
                    <a:pt x="1370" y="1998"/>
                  </a:lnTo>
                  <a:lnTo>
                    <a:pt x="1393" y="2831"/>
                  </a:lnTo>
                  <a:lnTo>
                    <a:pt x="1758" y="2432"/>
                  </a:lnTo>
                  <a:lnTo>
                    <a:pt x="1964" y="2660"/>
                  </a:lnTo>
                  <a:lnTo>
                    <a:pt x="1713" y="3037"/>
                  </a:lnTo>
                  <a:lnTo>
                    <a:pt x="1861" y="3265"/>
                  </a:lnTo>
                  <a:lnTo>
                    <a:pt x="2671" y="3425"/>
                  </a:lnTo>
                  <a:lnTo>
                    <a:pt x="2683" y="3425"/>
                  </a:lnTo>
                  <a:lnTo>
                    <a:pt x="3128" y="3961"/>
                  </a:lnTo>
                  <a:lnTo>
                    <a:pt x="3014" y="4463"/>
                  </a:lnTo>
                  <a:lnTo>
                    <a:pt x="3014" y="4463"/>
                  </a:lnTo>
                  <a:lnTo>
                    <a:pt x="1998" y="4383"/>
                  </a:lnTo>
                  <a:lnTo>
                    <a:pt x="1861" y="4954"/>
                  </a:lnTo>
                  <a:lnTo>
                    <a:pt x="2226" y="5422"/>
                  </a:lnTo>
                  <a:lnTo>
                    <a:pt x="1507" y="5696"/>
                  </a:lnTo>
                  <a:lnTo>
                    <a:pt x="1690" y="6038"/>
                  </a:lnTo>
                  <a:lnTo>
                    <a:pt x="2763" y="6175"/>
                  </a:lnTo>
                  <a:lnTo>
                    <a:pt x="2763" y="6175"/>
                  </a:lnTo>
                  <a:lnTo>
                    <a:pt x="2146" y="6369"/>
                  </a:lnTo>
                  <a:lnTo>
                    <a:pt x="1108" y="7293"/>
                  </a:lnTo>
                  <a:lnTo>
                    <a:pt x="1462" y="7464"/>
                  </a:lnTo>
                  <a:lnTo>
                    <a:pt x="1964" y="7134"/>
                  </a:lnTo>
                  <a:lnTo>
                    <a:pt x="2603" y="7236"/>
                  </a:lnTo>
                  <a:lnTo>
                    <a:pt x="3071" y="6814"/>
                  </a:lnTo>
                  <a:lnTo>
                    <a:pt x="3390" y="6985"/>
                  </a:lnTo>
                  <a:lnTo>
                    <a:pt x="4566" y="6746"/>
                  </a:lnTo>
                  <a:lnTo>
                    <a:pt x="5502" y="6757"/>
                  </a:lnTo>
                  <a:lnTo>
                    <a:pt x="6106" y="6289"/>
                  </a:lnTo>
                  <a:lnTo>
                    <a:pt x="5844" y="5844"/>
                  </a:lnTo>
                  <a:lnTo>
                    <a:pt x="6186" y="5593"/>
                  </a:lnTo>
                  <a:lnTo>
                    <a:pt x="6255" y="5034"/>
                  </a:lnTo>
                  <a:lnTo>
                    <a:pt x="5422" y="4863"/>
                  </a:lnTo>
                  <a:lnTo>
                    <a:pt x="5239" y="4532"/>
                  </a:lnTo>
                  <a:lnTo>
                    <a:pt x="4828" y="3550"/>
                  </a:lnTo>
                  <a:lnTo>
                    <a:pt x="4372" y="3413"/>
                  </a:lnTo>
                  <a:lnTo>
                    <a:pt x="3790" y="2397"/>
                  </a:lnTo>
                  <a:lnTo>
                    <a:pt x="3733" y="2306"/>
                  </a:lnTo>
                  <a:lnTo>
                    <a:pt x="3048" y="2249"/>
                  </a:lnTo>
                  <a:lnTo>
                    <a:pt x="3641" y="1496"/>
                  </a:lnTo>
                  <a:lnTo>
                    <a:pt x="3824" y="800"/>
                  </a:lnTo>
                  <a:lnTo>
                    <a:pt x="3116" y="800"/>
                  </a:lnTo>
                  <a:lnTo>
                    <a:pt x="2443" y="914"/>
                  </a:lnTo>
                  <a:close/>
                </a:path>
              </a:pathLst>
            </a:custGeom>
            <a:solidFill>
              <a:schemeClr val="accent2"/>
            </a:solidFill>
            <a:ln w="9525" cap="flat" cmpd="sng">
              <a:solidFill>
                <a:schemeClr val="accent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162525" tIns="162525" rIns="162525" bIns="1625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3200"/>
                <a:buFont typeface="Calibri"/>
                <a:buNone/>
              </a:pPr>
              <a:endParaRPr sz="3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968" name="Google Shape;968;p38"/>
            <p:cNvSpPr/>
            <p:nvPr/>
          </p:nvSpPr>
          <p:spPr>
            <a:xfrm>
              <a:off x="4445800" y="2124375"/>
              <a:ext cx="131825" cy="54825"/>
            </a:xfrm>
            <a:custGeom>
              <a:avLst/>
              <a:gdLst/>
              <a:ahLst/>
              <a:cxnLst/>
              <a:rect l="l" t="t" r="r" b="b"/>
              <a:pathLst>
                <a:path w="5273" h="2193" extrusionOk="0">
                  <a:moveTo>
                    <a:pt x="2876" y="720"/>
                  </a:moveTo>
                  <a:lnTo>
                    <a:pt x="1803" y="298"/>
                  </a:lnTo>
                  <a:lnTo>
                    <a:pt x="708" y="161"/>
                  </a:lnTo>
                  <a:lnTo>
                    <a:pt x="69" y="1"/>
                  </a:lnTo>
                  <a:lnTo>
                    <a:pt x="0" y="104"/>
                  </a:lnTo>
                  <a:lnTo>
                    <a:pt x="308" y="366"/>
                  </a:lnTo>
                  <a:lnTo>
                    <a:pt x="742" y="469"/>
                  </a:lnTo>
                  <a:lnTo>
                    <a:pt x="1221" y="800"/>
                  </a:lnTo>
                  <a:lnTo>
                    <a:pt x="1518" y="1393"/>
                  </a:lnTo>
                  <a:lnTo>
                    <a:pt x="1484" y="1781"/>
                  </a:lnTo>
                  <a:lnTo>
                    <a:pt x="2248" y="1736"/>
                  </a:lnTo>
                  <a:lnTo>
                    <a:pt x="3047" y="2169"/>
                  </a:lnTo>
                  <a:lnTo>
                    <a:pt x="4029" y="2021"/>
                  </a:lnTo>
                  <a:lnTo>
                    <a:pt x="4188" y="1884"/>
                  </a:lnTo>
                  <a:lnTo>
                    <a:pt x="4793" y="2135"/>
                  </a:lnTo>
                  <a:lnTo>
                    <a:pt x="5193" y="2192"/>
                  </a:lnTo>
                  <a:lnTo>
                    <a:pt x="5273" y="2101"/>
                  </a:lnTo>
                  <a:lnTo>
                    <a:pt x="4816" y="1610"/>
                  </a:lnTo>
                  <a:lnTo>
                    <a:pt x="4976" y="1485"/>
                  </a:lnTo>
                  <a:lnTo>
                    <a:pt x="4474" y="1290"/>
                  </a:lnTo>
                  <a:lnTo>
                    <a:pt x="4177" y="925"/>
                  </a:lnTo>
                  <a:lnTo>
                    <a:pt x="3447" y="743"/>
                  </a:lnTo>
                  <a:lnTo>
                    <a:pt x="3036" y="880"/>
                  </a:lnTo>
                  <a:close/>
                </a:path>
              </a:pathLst>
            </a:custGeom>
            <a:solidFill>
              <a:schemeClr val="accent2"/>
            </a:solidFill>
            <a:ln w="9525" cap="flat" cmpd="sng">
              <a:solidFill>
                <a:schemeClr val="accent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162525" tIns="162525" rIns="162525" bIns="1625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3200"/>
                <a:buFont typeface="Calibri"/>
                <a:buNone/>
              </a:pPr>
              <a:endParaRPr sz="3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969" name="Google Shape;969;p38"/>
            <p:cNvSpPr/>
            <p:nvPr/>
          </p:nvSpPr>
          <p:spPr>
            <a:xfrm>
              <a:off x="3656350" y="2860475"/>
              <a:ext cx="85900" cy="144950"/>
            </a:xfrm>
            <a:custGeom>
              <a:avLst/>
              <a:gdLst/>
              <a:ahLst/>
              <a:cxnLst/>
              <a:rect l="l" t="t" r="r" b="b"/>
              <a:pathLst>
                <a:path w="3436" h="5798" extrusionOk="0">
                  <a:moveTo>
                    <a:pt x="2614" y="69"/>
                  </a:moveTo>
                  <a:lnTo>
                    <a:pt x="2249" y="0"/>
                  </a:lnTo>
                  <a:lnTo>
                    <a:pt x="1986" y="149"/>
                  </a:lnTo>
                  <a:lnTo>
                    <a:pt x="1644" y="69"/>
                  </a:lnTo>
                  <a:lnTo>
                    <a:pt x="263" y="114"/>
                  </a:lnTo>
                  <a:lnTo>
                    <a:pt x="229" y="628"/>
                  </a:lnTo>
                  <a:lnTo>
                    <a:pt x="343" y="1313"/>
                  </a:lnTo>
                  <a:lnTo>
                    <a:pt x="548" y="2614"/>
                  </a:lnTo>
                  <a:lnTo>
                    <a:pt x="217" y="3367"/>
                  </a:lnTo>
                  <a:lnTo>
                    <a:pt x="1" y="4394"/>
                  </a:lnTo>
                  <a:lnTo>
                    <a:pt x="343" y="5181"/>
                  </a:lnTo>
                  <a:lnTo>
                    <a:pt x="320" y="5535"/>
                  </a:lnTo>
                  <a:lnTo>
                    <a:pt x="1028" y="5798"/>
                  </a:lnTo>
                  <a:lnTo>
                    <a:pt x="1747" y="5524"/>
                  </a:lnTo>
                  <a:lnTo>
                    <a:pt x="2203" y="5227"/>
                  </a:lnTo>
                  <a:lnTo>
                    <a:pt x="3436" y="4679"/>
                  </a:lnTo>
                  <a:lnTo>
                    <a:pt x="3264" y="4371"/>
                  </a:lnTo>
                  <a:lnTo>
                    <a:pt x="3059" y="3801"/>
                  </a:lnTo>
                  <a:lnTo>
                    <a:pt x="3002" y="3344"/>
                  </a:lnTo>
                  <a:lnTo>
                    <a:pt x="3173" y="2522"/>
                  </a:lnTo>
                  <a:lnTo>
                    <a:pt x="2968" y="2203"/>
                  </a:lnTo>
                  <a:lnTo>
                    <a:pt x="2888" y="1473"/>
                  </a:lnTo>
                  <a:lnTo>
                    <a:pt x="2899" y="811"/>
                  </a:lnTo>
                  <a:lnTo>
                    <a:pt x="2557" y="343"/>
                  </a:lnTo>
                  <a:close/>
                </a:path>
              </a:pathLst>
            </a:custGeom>
            <a:solidFill>
              <a:schemeClr val="accent2"/>
            </a:solidFill>
            <a:ln w="9525" cap="flat" cmpd="sng">
              <a:solidFill>
                <a:schemeClr val="accent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162525" tIns="162525" rIns="162525" bIns="1625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3200"/>
                <a:buFont typeface="Calibri"/>
                <a:buNone/>
              </a:pPr>
              <a:endParaRPr sz="3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970" name="Google Shape;970;p38"/>
            <p:cNvSpPr/>
            <p:nvPr/>
          </p:nvSpPr>
          <p:spPr>
            <a:xfrm>
              <a:off x="3419550" y="2826525"/>
              <a:ext cx="145250" cy="119850"/>
            </a:xfrm>
            <a:custGeom>
              <a:avLst/>
              <a:gdLst/>
              <a:ahLst/>
              <a:cxnLst/>
              <a:rect l="l" t="t" r="r" b="b"/>
              <a:pathLst>
                <a:path w="5810" h="4794" extrusionOk="0">
                  <a:moveTo>
                    <a:pt x="2899" y="137"/>
                  </a:moveTo>
                  <a:lnTo>
                    <a:pt x="2785" y="194"/>
                  </a:lnTo>
                  <a:lnTo>
                    <a:pt x="2363" y="114"/>
                  </a:lnTo>
                  <a:lnTo>
                    <a:pt x="2306" y="217"/>
                  </a:lnTo>
                  <a:lnTo>
                    <a:pt x="2112" y="229"/>
                  </a:lnTo>
                  <a:lnTo>
                    <a:pt x="1541" y="23"/>
                  </a:lnTo>
                  <a:lnTo>
                    <a:pt x="1164" y="0"/>
                  </a:lnTo>
                  <a:lnTo>
                    <a:pt x="1142" y="308"/>
                  </a:lnTo>
                  <a:lnTo>
                    <a:pt x="1062" y="400"/>
                  </a:lnTo>
                  <a:lnTo>
                    <a:pt x="1119" y="708"/>
                  </a:lnTo>
                  <a:lnTo>
                    <a:pt x="1005" y="833"/>
                  </a:lnTo>
                  <a:lnTo>
                    <a:pt x="822" y="833"/>
                  </a:lnTo>
                  <a:lnTo>
                    <a:pt x="617" y="970"/>
                  </a:lnTo>
                  <a:lnTo>
                    <a:pt x="377" y="959"/>
                  </a:lnTo>
                  <a:lnTo>
                    <a:pt x="0" y="1404"/>
                  </a:lnTo>
                  <a:lnTo>
                    <a:pt x="229" y="1564"/>
                  </a:lnTo>
                  <a:lnTo>
                    <a:pt x="343" y="1758"/>
                  </a:lnTo>
                  <a:lnTo>
                    <a:pt x="445" y="2157"/>
                  </a:lnTo>
                  <a:lnTo>
                    <a:pt x="628" y="2328"/>
                  </a:lnTo>
                  <a:lnTo>
                    <a:pt x="845" y="2454"/>
                  </a:lnTo>
                  <a:lnTo>
                    <a:pt x="1142" y="2808"/>
                  </a:lnTo>
                  <a:lnTo>
                    <a:pt x="1484" y="3344"/>
                  </a:lnTo>
                  <a:lnTo>
                    <a:pt x="1918" y="2945"/>
                  </a:lnTo>
                  <a:lnTo>
                    <a:pt x="2020" y="2705"/>
                  </a:lnTo>
                  <a:lnTo>
                    <a:pt x="2157" y="2500"/>
                  </a:lnTo>
                  <a:lnTo>
                    <a:pt x="2374" y="2477"/>
                  </a:lnTo>
                  <a:lnTo>
                    <a:pt x="2557" y="2306"/>
                  </a:lnTo>
                  <a:lnTo>
                    <a:pt x="3196" y="2306"/>
                  </a:lnTo>
                  <a:lnTo>
                    <a:pt x="3413" y="2625"/>
                  </a:lnTo>
                  <a:lnTo>
                    <a:pt x="3584" y="3013"/>
                  </a:lnTo>
                  <a:lnTo>
                    <a:pt x="3561" y="3276"/>
                  </a:lnTo>
                  <a:lnTo>
                    <a:pt x="3687" y="3515"/>
                  </a:lnTo>
                  <a:lnTo>
                    <a:pt x="3687" y="3846"/>
                  </a:lnTo>
                  <a:lnTo>
                    <a:pt x="3903" y="3801"/>
                  </a:lnTo>
                  <a:lnTo>
                    <a:pt x="4075" y="3766"/>
                  </a:lnTo>
                  <a:lnTo>
                    <a:pt x="4280" y="3675"/>
                  </a:lnTo>
                  <a:lnTo>
                    <a:pt x="4611" y="4223"/>
                  </a:lnTo>
                  <a:lnTo>
                    <a:pt x="4554" y="4599"/>
                  </a:lnTo>
                  <a:lnTo>
                    <a:pt x="4714" y="4782"/>
                  </a:lnTo>
                  <a:lnTo>
                    <a:pt x="4942" y="4793"/>
                  </a:lnTo>
                  <a:lnTo>
                    <a:pt x="5102" y="4428"/>
                  </a:lnTo>
                  <a:lnTo>
                    <a:pt x="5330" y="4451"/>
                  </a:lnTo>
                  <a:lnTo>
                    <a:pt x="5455" y="4451"/>
                  </a:lnTo>
                  <a:lnTo>
                    <a:pt x="5501" y="4052"/>
                  </a:lnTo>
                  <a:lnTo>
                    <a:pt x="5444" y="3880"/>
                  </a:lnTo>
                  <a:lnTo>
                    <a:pt x="5524" y="3755"/>
                  </a:lnTo>
                  <a:lnTo>
                    <a:pt x="5809" y="3641"/>
                  </a:lnTo>
                  <a:lnTo>
                    <a:pt x="5627" y="2910"/>
                  </a:lnTo>
                  <a:lnTo>
                    <a:pt x="5444" y="2545"/>
                  </a:lnTo>
                  <a:lnTo>
                    <a:pt x="5513" y="2226"/>
                  </a:lnTo>
                  <a:lnTo>
                    <a:pt x="5672" y="2157"/>
                  </a:lnTo>
                  <a:lnTo>
                    <a:pt x="5421" y="1906"/>
                  </a:lnTo>
                  <a:lnTo>
                    <a:pt x="5467" y="1632"/>
                  </a:lnTo>
                  <a:lnTo>
                    <a:pt x="5364" y="1530"/>
                  </a:lnTo>
                  <a:lnTo>
                    <a:pt x="5193" y="1621"/>
                  </a:lnTo>
                  <a:lnTo>
                    <a:pt x="5227" y="1313"/>
                  </a:lnTo>
                  <a:lnTo>
                    <a:pt x="5398" y="1084"/>
                  </a:lnTo>
                  <a:lnTo>
                    <a:pt x="5067" y="708"/>
                  </a:lnTo>
                  <a:lnTo>
                    <a:pt x="4988" y="457"/>
                  </a:lnTo>
                  <a:lnTo>
                    <a:pt x="4794" y="263"/>
                  </a:lnTo>
                  <a:lnTo>
                    <a:pt x="4645" y="229"/>
                  </a:lnTo>
                  <a:lnTo>
                    <a:pt x="4451" y="365"/>
                  </a:lnTo>
                  <a:lnTo>
                    <a:pt x="4200" y="480"/>
                  </a:lnTo>
                  <a:lnTo>
                    <a:pt x="3972" y="674"/>
                  </a:lnTo>
                  <a:lnTo>
                    <a:pt x="3629" y="605"/>
                  </a:lnTo>
                  <a:lnTo>
                    <a:pt x="3413" y="377"/>
                  </a:lnTo>
                  <a:lnTo>
                    <a:pt x="3287" y="343"/>
                  </a:lnTo>
                  <a:lnTo>
                    <a:pt x="3070" y="457"/>
                  </a:lnTo>
                  <a:lnTo>
                    <a:pt x="2945" y="457"/>
                  </a:lnTo>
                  <a:close/>
                </a:path>
              </a:pathLst>
            </a:custGeom>
            <a:solidFill>
              <a:schemeClr val="accent2"/>
            </a:solidFill>
            <a:ln w="9525" cap="flat" cmpd="sng">
              <a:solidFill>
                <a:schemeClr val="accent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162525" tIns="162525" rIns="162525" bIns="1625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3200"/>
                <a:buFont typeface="Calibri"/>
                <a:buNone/>
              </a:pPr>
              <a:endParaRPr sz="3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971" name="Google Shape;971;p38"/>
            <p:cNvSpPr/>
            <p:nvPr/>
          </p:nvSpPr>
          <p:spPr>
            <a:xfrm>
              <a:off x="3386450" y="2797425"/>
              <a:ext cx="59650" cy="16850"/>
            </a:xfrm>
            <a:custGeom>
              <a:avLst/>
              <a:gdLst/>
              <a:ahLst/>
              <a:cxnLst/>
              <a:rect l="l" t="t" r="r" b="b"/>
              <a:pathLst>
                <a:path w="2386" h="674" extrusionOk="0">
                  <a:moveTo>
                    <a:pt x="1" y="651"/>
                  </a:moveTo>
                  <a:lnTo>
                    <a:pt x="720" y="674"/>
                  </a:lnTo>
                  <a:lnTo>
                    <a:pt x="914" y="537"/>
                  </a:lnTo>
                  <a:lnTo>
                    <a:pt x="1062" y="537"/>
                  </a:lnTo>
                  <a:lnTo>
                    <a:pt x="1359" y="331"/>
                  </a:lnTo>
                  <a:lnTo>
                    <a:pt x="1701" y="525"/>
                  </a:lnTo>
                  <a:lnTo>
                    <a:pt x="2043" y="537"/>
                  </a:lnTo>
                  <a:lnTo>
                    <a:pt x="2386" y="331"/>
                  </a:lnTo>
                  <a:lnTo>
                    <a:pt x="2226" y="69"/>
                  </a:lnTo>
                  <a:lnTo>
                    <a:pt x="1963" y="228"/>
                  </a:lnTo>
                  <a:lnTo>
                    <a:pt x="1712" y="217"/>
                  </a:lnTo>
                  <a:lnTo>
                    <a:pt x="1416" y="0"/>
                  </a:lnTo>
                  <a:lnTo>
                    <a:pt x="1153" y="12"/>
                  </a:lnTo>
                  <a:lnTo>
                    <a:pt x="971" y="228"/>
                  </a:lnTo>
                  <a:lnTo>
                    <a:pt x="103" y="251"/>
                  </a:lnTo>
                  <a:close/>
                </a:path>
              </a:pathLst>
            </a:custGeom>
            <a:solidFill>
              <a:schemeClr val="accent2"/>
            </a:solidFill>
            <a:ln w="9525" cap="flat" cmpd="sng">
              <a:solidFill>
                <a:schemeClr val="accent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162525" tIns="162525" rIns="162525" bIns="1625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3200"/>
                <a:buFont typeface="Calibri"/>
                <a:buNone/>
              </a:pPr>
              <a:endParaRPr sz="3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972" name="Google Shape;972;p38"/>
            <p:cNvSpPr/>
            <p:nvPr/>
          </p:nvSpPr>
          <p:spPr>
            <a:xfrm>
              <a:off x="3389300" y="2825675"/>
              <a:ext cx="59375" cy="35950"/>
            </a:xfrm>
            <a:custGeom>
              <a:avLst/>
              <a:gdLst/>
              <a:ahLst/>
              <a:cxnLst/>
              <a:rect l="l" t="t" r="r" b="b"/>
              <a:pathLst>
                <a:path w="2375" h="1438" extrusionOk="0">
                  <a:moveTo>
                    <a:pt x="2374" y="34"/>
                  </a:moveTo>
                  <a:lnTo>
                    <a:pt x="902" y="0"/>
                  </a:lnTo>
                  <a:lnTo>
                    <a:pt x="685" y="91"/>
                  </a:lnTo>
                  <a:lnTo>
                    <a:pt x="434" y="69"/>
                  </a:lnTo>
                  <a:lnTo>
                    <a:pt x="1" y="228"/>
                  </a:lnTo>
                  <a:lnTo>
                    <a:pt x="46" y="411"/>
                  </a:lnTo>
                  <a:lnTo>
                    <a:pt x="286" y="605"/>
                  </a:lnTo>
                  <a:lnTo>
                    <a:pt x="286" y="742"/>
                  </a:lnTo>
                  <a:lnTo>
                    <a:pt x="457" y="993"/>
                  </a:lnTo>
                  <a:lnTo>
                    <a:pt x="800" y="1061"/>
                  </a:lnTo>
                  <a:lnTo>
                    <a:pt x="1210" y="1438"/>
                  </a:lnTo>
                  <a:lnTo>
                    <a:pt x="1587" y="993"/>
                  </a:lnTo>
                  <a:lnTo>
                    <a:pt x="1827" y="1004"/>
                  </a:lnTo>
                  <a:lnTo>
                    <a:pt x="2032" y="867"/>
                  </a:lnTo>
                  <a:lnTo>
                    <a:pt x="2215" y="867"/>
                  </a:lnTo>
                  <a:lnTo>
                    <a:pt x="2329" y="742"/>
                  </a:lnTo>
                  <a:lnTo>
                    <a:pt x="2272" y="434"/>
                  </a:lnTo>
                  <a:lnTo>
                    <a:pt x="2352" y="342"/>
                  </a:lnTo>
                  <a:close/>
                </a:path>
              </a:pathLst>
            </a:custGeom>
            <a:solidFill>
              <a:schemeClr val="accent2"/>
            </a:solidFill>
            <a:ln w="9525" cap="flat" cmpd="sng">
              <a:solidFill>
                <a:schemeClr val="accent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162525" tIns="162525" rIns="162525" bIns="1625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3200"/>
                <a:buFont typeface="Calibri"/>
                <a:buNone/>
              </a:pPr>
              <a:endParaRPr sz="3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973" name="Google Shape;973;p38"/>
            <p:cNvSpPr/>
            <p:nvPr/>
          </p:nvSpPr>
          <p:spPr>
            <a:xfrm>
              <a:off x="3907700" y="3060175"/>
              <a:ext cx="39675" cy="28850"/>
            </a:xfrm>
            <a:custGeom>
              <a:avLst/>
              <a:gdLst/>
              <a:ahLst/>
              <a:cxnLst/>
              <a:rect l="l" t="t" r="r" b="b"/>
              <a:pathLst>
                <a:path w="1587" h="1154" extrusionOk="0">
                  <a:moveTo>
                    <a:pt x="1587" y="24"/>
                  </a:moveTo>
                  <a:lnTo>
                    <a:pt x="275" y="1"/>
                  </a:lnTo>
                  <a:lnTo>
                    <a:pt x="1" y="1028"/>
                  </a:lnTo>
                  <a:lnTo>
                    <a:pt x="149" y="1153"/>
                  </a:lnTo>
                  <a:lnTo>
                    <a:pt x="423" y="1119"/>
                  </a:lnTo>
                  <a:lnTo>
                    <a:pt x="1587" y="1119"/>
                  </a:lnTo>
                  <a:close/>
                </a:path>
              </a:pathLst>
            </a:custGeom>
            <a:solidFill>
              <a:schemeClr val="accent2"/>
            </a:solidFill>
            <a:ln w="9525" cap="flat" cmpd="sng">
              <a:solidFill>
                <a:schemeClr val="accent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162525" tIns="162525" rIns="162525" bIns="1625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3200"/>
                <a:buFont typeface="Calibri"/>
                <a:buNone/>
              </a:pPr>
              <a:endParaRPr sz="3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974" name="Google Shape;974;p38"/>
            <p:cNvSpPr/>
            <p:nvPr/>
          </p:nvSpPr>
          <p:spPr>
            <a:xfrm>
              <a:off x="4094300" y="2162625"/>
              <a:ext cx="123275" cy="157225"/>
            </a:xfrm>
            <a:custGeom>
              <a:avLst/>
              <a:gdLst/>
              <a:ahLst/>
              <a:cxnLst/>
              <a:rect l="l" t="t" r="r" b="b"/>
              <a:pathLst>
                <a:path w="4931" h="6289" extrusionOk="0">
                  <a:moveTo>
                    <a:pt x="2945" y="5558"/>
                  </a:moveTo>
                  <a:lnTo>
                    <a:pt x="2830" y="5957"/>
                  </a:lnTo>
                  <a:lnTo>
                    <a:pt x="3766" y="6128"/>
                  </a:lnTo>
                  <a:lnTo>
                    <a:pt x="3766" y="6288"/>
                  </a:lnTo>
                  <a:lnTo>
                    <a:pt x="4850" y="6208"/>
                  </a:lnTo>
                  <a:lnTo>
                    <a:pt x="4930" y="5934"/>
                  </a:lnTo>
                  <a:lnTo>
                    <a:pt x="4531" y="6049"/>
                  </a:lnTo>
                  <a:lnTo>
                    <a:pt x="4531" y="5889"/>
                  </a:lnTo>
                  <a:lnTo>
                    <a:pt x="3972" y="5820"/>
                  </a:lnTo>
                  <a:lnTo>
                    <a:pt x="3390" y="5877"/>
                  </a:lnTo>
                  <a:close/>
                  <a:moveTo>
                    <a:pt x="4588" y="228"/>
                  </a:moveTo>
                  <a:lnTo>
                    <a:pt x="4200" y="0"/>
                  </a:lnTo>
                  <a:lnTo>
                    <a:pt x="4246" y="422"/>
                  </a:lnTo>
                  <a:lnTo>
                    <a:pt x="3584" y="514"/>
                  </a:lnTo>
                  <a:lnTo>
                    <a:pt x="3024" y="206"/>
                  </a:lnTo>
                  <a:lnTo>
                    <a:pt x="2465" y="457"/>
                  </a:lnTo>
                  <a:lnTo>
                    <a:pt x="1929" y="422"/>
                  </a:lnTo>
                  <a:lnTo>
                    <a:pt x="1792" y="457"/>
                  </a:lnTo>
                  <a:lnTo>
                    <a:pt x="1689" y="616"/>
                  </a:lnTo>
                  <a:lnTo>
                    <a:pt x="1290" y="594"/>
                  </a:lnTo>
                  <a:lnTo>
                    <a:pt x="1016" y="776"/>
                  </a:lnTo>
                  <a:lnTo>
                    <a:pt x="548" y="867"/>
                  </a:lnTo>
                  <a:lnTo>
                    <a:pt x="548" y="1096"/>
                  </a:lnTo>
                  <a:lnTo>
                    <a:pt x="320" y="1221"/>
                  </a:lnTo>
                  <a:lnTo>
                    <a:pt x="308" y="1529"/>
                  </a:lnTo>
                  <a:lnTo>
                    <a:pt x="0" y="1952"/>
                  </a:lnTo>
                  <a:lnTo>
                    <a:pt x="80" y="2226"/>
                  </a:lnTo>
                  <a:lnTo>
                    <a:pt x="491" y="2739"/>
                  </a:lnTo>
                  <a:lnTo>
                    <a:pt x="822" y="3161"/>
                  </a:lnTo>
                  <a:lnTo>
                    <a:pt x="1005" y="3778"/>
                  </a:lnTo>
                  <a:lnTo>
                    <a:pt x="1335" y="4508"/>
                  </a:lnTo>
                  <a:lnTo>
                    <a:pt x="1986" y="4919"/>
                  </a:lnTo>
                  <a:lnTo>
                    <a:pt x="2477" y="4907"/>
                  </a:lnTo>
                  <a:lnTo>
                    <a:pt x="2134" y="4097"/>
                  </a:lnTo>
                  <a:lnTo>
                    <a:pt x="2602" y="3994"/>
                  </a:lnTo>
                  <a:lnTo>
                    <a:pt x="2328" y="3527"/>
                  </a:lnTo>
                  <a:lnTo>
                    <a:pt x="3036" y="3766"/>
                  </a:lnTo>
                  <a:lnTo>
                    <a:pt x="2979" y="3241"/>
                  </a:lnTo>
                  <a:lnTo>
                    <a:pt x="2602" y="2979"/>
                  </a:lnTo>
                  <a:lnTo>
                    <a:pt x="2146" y="2556"/>
                  </a:lnTo>
                  <a:lnTo>
                    <a:pt x="2397" y="2351"/>
                  </a:lnTo>
                  <a:lnTo>
                    <a:pt x="1997" y="1929"/>
                  </a:lnTo>
                  <a:lnTo>
                    <a:pt x="1769" y="1381"/>
                  </a:lnTo>
                  <a:lnTo>
                    <a:pt x="1895" y="1198"/>
                  </a:lnTo>
                  <a:lnTo>
                    <a:pt x="2328" y="1655"/>
                  </a:lnTo>
                  <a:lnTo>
                    <a:pt x="2739" y="1655"/>
                  </a:lnTo>
                  <a:lnTo>
                    <a:pt x="3104" y="1507"/>
                  </a:lnTo>
                  <a:lnTo>
                    <a:pt x="2545" y="993"/>
                  </a:lnTo>
                  <a:lnTo>
                    <a:pt x="3413" y="765"/>
                  </a:lnTo>
                  <a:lnTo>
                    <a:pt x="3801" y="856"/>
                  </a:lnTo>
                  <a:lnTo>
                    <a:pt x="4257" y="879"/>
                  </a:lnTo>
                  <a:lnTo>
                    <a:pt x="4405" y="776"/>
                  </a:lnTo>
                  <a:close/>
                </a:path>
              </a:pathLst>
            </a:custGeom>
            <a:solidFill>
              <a:schemeClr val="accent2"/>
            </a:solidFill>
            <a:ln w="9525" cap="flat" cmpd="sng">
              <a:solidFill>
                <a:schemeClr val="accent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162525" tIns="162525" rIns="162525" bIns="1625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3200"/>
                <a:buFont typeface="Calibri"/>
                <a:buNone/>
              </a:pPr>
              <a:endParaRPr sz="3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975" name="Google Shape;975;p38"/>
            <p:cNvSpPr/>
            <p:nvPr/>
          </p:nvSpPr>
          <p:spPr>
            <a:xfrm>
              <a:off x="2778475" y="1342375"/>
              <a:ext cx="794300" cy="424550"/>
            </a:xfrm>
            <a:custGeom>
              <a:avLst/>
              <a:gdLst/>
              <a:ahLst/>
              <a:cxnLst/>
              <a:rect l="l" t="t" r="r" b="b"/>
              <a:pathLst>
                <a:path w="31772" h="16982" extrusionOk="0">
                  <a:moveTo>
                    <a:pt x="24982" y="57"/>
                  </a:moveTo>
                  <a:lnTo>
                    <a:pt x="21273" y="0"/>
                  </a:lnTo>
                  <a:lnTo>
                    <a:pt x="19584" y="34"/>
                  </a:lnTo>
                  <a:lnTo>
                    <a:pt x="18876" y="228"/>
                  </a:lnTo>
                  <a:lnTo>
                    <a:pt x="17233" y="206"/>
                  </a:lnTo>
                  <a:lnTo>
                    <a:pt x="15418" y="514"/>
                  </a:lnTo>
                  <a:lnTo>
                    <a:pt x="15190" y="753"/>
                  </a:lnTo>
                  <a:lnTo>
                    <a:pt x="16148" y="1050"/>
                  </a:lnTo>
                  <a:lnTo>
                    <a:pt x="15258" y="867"/>
                  </a:lnTo>
                  <a:lnTo>
                    <a:pt x="14619" y="822"/>
                  </a:lnTo>
                  <a:lnTo>
                    <a:pt x="13626" y="628"/>
                  </a:lnTo>
                  <a:lnTo>
                    <a:pt x="12109" y="925"/>
                  </a:lnTo>
                  <a:lnTo>
                    <a:pt x="11721" y="753"/>
                  </a:lnTo>
                  <a:lnTo>
                    <a:pt x="10237" y="753"/>
                  </a:lnTo>
                  <a:lnTo>
                    <a:pt x="8685" y="833"/>
                  </a:lnTo>
                  <a:lnTo>
                    <a:pt x="7418" y="982"/>
                  </a:lnTo>
                  <a:lnTo>
                    <a:pt x="7384" y="1233"/>
                  </a:lnTo>
                  <a:lnTo>
                    <a:pt x="6631" y="1313"/>
                  </a:lnTo>
                  <a:lnTo>
                    <a:pt x="4554" y="1723"/>
                  </a:lnTo>
                  <a:lnTo>
                    <a:pt x="3892" y="1963"/>
                  </a:lnTo>
                  <a:lnTo>
                    <a:pt x="5044" y="2180"/>
                  </a:lnTo>
                  <a:lnTo>
                    <a:pt x="4645" y="2408"/>
                  </a:lnTo>
                  <a:lnTo>
                    <a:pt x="2522" y="2716"/>
                  </a:lnTo>
                  <a:lnTo>
                    <a:pt x="308" y="3036"/>
                  </a:lnTo>
                  <a:lnTo>
                    <a:pt x="0" y="3275"/>
                  </a:lnTo>
                  <a:lnTo>
                    <a:pt x="913" y="3561"/>
                  </a:lnTo>
                  <a:lnTo>
                    <a:pt x="2979" y="3732"/>
                  </a:lnTo>
                  <a:lnTo>
                    <a:pt x="1906" y="3766"/>
                  </a:lnTo>
                  <a:lnTo>
                    <a:pt x="354" y="3972"/>
                  </a:lnTo>
                  <a:lnTo>
                    <a:pt x="890" y="4417"/>
                  </a:lnTo>
                  <a:lnTo>
                    <a:pt x="1324" y="4633"/>
                  </a:lnTo>
                  <a:lnTo>
                    <a:pt x="2659" y="4588"/>
                  </a:lnTo>
                  <a:lnTo>
                    <a:pt x="4109" y="4565"/>
                  </a:lnTo>
                  <a:lnTo>
                    <a:pt x="5193" y="4599"/>
                  </a:lnTo>
                  <a:lnTo>
                    <a:pt x="6334" y="5022"/>
                  </a:lnTo>
                  <a:lnTo>
                    <a:pt x="6129" y="5318"/>
                  </a:lnTo>
                  <a:lnTo>
                    <a:pt x="6642" y="5592"/>
                  </a:lnTo>
                  <a:lnTo>
                    <a:pt x="6848" y="6345"/>
                  </a:lnTo>
                  <a:lnTo>
                    <a:pt x="6984" y="6859"/>
                  </a:lnTo>
                  <a:lnTo>
                    <a:pt x="7190" y="7133"/>
                  </a:lnTo>
                  <a:lnTo>
                    <a:pt x="6186" y="7817"/>
                  </a:lnTo>
                  <a:lnTo>
                    <a:pt x="6562" y="8000"/>
                  </a:lnTo>
                  <a:lnTo>
                    <a:pt x="7190" y="7886"/>
                  </a:lnTo>
                  <a:lnTo>
                    <a:pt x="7555" y="8148"/>
                  </a:lnTo>
                  <a:lnTo>
                    <a:pt x="8308" y="8628"/>
                  </a:lnTo>
                  <a:lnTo>
                    <a:pt x="7247" y="8434"/>
                  </a:lnTo>
                  <a:lnTo>
                    <a:pt x="6699" y="8434"/>
                  </a:lnTo>
                  <a:lnTo>
                    <a:pt x="6277" y="8833"/>
                  </a:lnTo>
                  <a:lnTo>
                    <a:pt x="6060" y="9347"/>
                  </a:lnTo>
                  <a:lnTo>
                    <a:pt x="6665" y="9598"/>
                  </a:lnTo>
                  <a:lnTo>
                    <a:pt x="7236" y="9484"/>
                  </a:lnTo>
                  <a:lnTo>
                    <a:pt x="7601" y="9370"/>
                  </a:lnTo>
                  <a:lnTo>
                    <a:pt x="8388" y="9096"/>
                  </a:lnTo>
                  <a:lnTo>
                    <a:pt x="7989" y="9701"/>
                  </a:lnTo>
                  <a:lnTo>
                    <a:pt x="7612" y="10020"/>
                  </a:lnTo>
                  <a:lnTo>
                    <a:pt x="6608" y="10305"/>
                  </a:lnTo>
                  <a:lnTo>
                    <a:pt x="5604" y="11207"/>
                  </a:lnTo>
                  <a:lnTo>
                    <a:pt x="5889" y="11492"/>
                  </a:lnTo>
                  <a:lnTo>
                    <a:pt x="5410" y="12063"/>
                  </a:lnTo>
                  <a:lnTo>
                    <a:pt x="5935" y="12805"/>
                  </a:lnTo>
                  <a:lnTo>
                    <a:pt x="5718" y="13524"/>
                  </a:lnTo>
                  <a:lnTo>
                    <a:pt x="5820" y="14049"/>
                  </a:lnTo>
                  <a:lnTo>
                    <a:pt x="6505" y="15064"/>
                  </a:lnTo>
                  <a:lnTo>
                    <a:pt x="6619" y="15863"/>
                  </a:lnTo>
                  <a:lnTo>
                    <a:pt x="7064" y="16320"/>
                  </a:lnTo>
                  <a:lnTo>
                    <a:pt x="8331" y="16320"/>
                  </a:lnTo>
                  <a:lnTo>
                    <a:pt x="9039" y="16981"/>
                  </a:lnTo>
                  <a:lnTo>
                    <a:pt x="9974" y="16947"/>
                  </a:lnTo>
                  <a:lnTo>
                    <a:pt x="10556" y="16126"/>
                  </a:lnTo>
                  <a:lnTo>
                    <a:pt x="11059" y="15441"/>
                  </a:lnTo>
                  <a:lnTo>
                    <a:pt x="11013" y="14813"/>
                  </a:lnTo>
                  <a:lnTo>
                    <a:pt x="12234" y="14163"/>
                  </a:lnTo>
                  <a:lnTo>
                    <a:pt x="12713" y="13638"/>
                  </a:lnTo>
                  <a:lnTo>
                    <a:pt x="12907" y="13079"/>
                  </a:lnTo>
                  <a:lnTo>
                    <a:pt x="13581" y="12576"/>
                  </a:lnTo>
                  <a:lnTo>
                    <a:pt x="14505" y="12394"/>
                  </a:lnTo>
                  <a:lnTo>
                    <a:pt x="15372" y="12188"/>
                  </a:lnTo>
                  <a:lnTo>
                    <a:pt x="15806" y="12166"/>
                  </a:lnTo>
                  <a:lnTo>
                    <a:pt x="17255" y="11606"/>
                  </a:lnTo>
                  <a:lnTo>
                    <a:pt x="18317" y="10796"/>
                  </a:lnTo>
                  <a:lnTo>
                    <a:pt x="19002" y="10499"/>
                  </a:lnTo>
                  <a:lnTo>
                    <a:pt x="19652" y="10477"/>
                  </a:lnTo>
                  <a:lnTo>
                    <a:pt x="21444" y="10225"/>
                  </a:lnTo>
                  <a:lnTo>
                    <a:pt x="23167" y="9609"/>
                  </a:lnTo>
                  <a:lnTo>
                    <a:pt x="24867" y="8959"/>
                  </a:lnTo>
                  <a:lnTo>
                    <a:pt x="24080" y="8913"/>
                  </a:lnTo>
                  <a:lnTo>
                    <a:pt x="22562" y="8879"/>
                  </a:lnTo>
                  <a:lnTo>
                    <a:pt x="23327" y="8479"/>
                  </a:lnTo>
                  <a:lnTo>
                    <a:pt x="23247" y="7966"/>
                  </a:lnTo>
                  <a:lnTo>
                    <a:pt x="23852" y="8400"/>
                  </a:lnTo>
                  <a:lnTo>
                    <a:pt x="24240" y="8696"/>
                  </a:lnTo>
                  <a:lnTo>
                    <a:pt x="25278" y="8559"/>
                  </a:lnTo>
                  <a:lnTo>
                    <a:pt x="25187" y="7943"/>
                  </a:lnTo>
                  <a:lnTo>
                    <a:pt x="24548" y="7498"/>
                  </a:lnTo>
                  <a:lnTo>
                    <a:pt x="23840" y="7315"/>
                  </a:lnTo>
                  <a:lnTo>
                    <a:pt x="24183" y="7110"/>
                  </a:lnTo>
                  <a:lnTo>
                    <a:pt x="25210" y="7418"/>
                  </a:lnTo>
                  <a:lnTo>
                    <a:pt x="25278" y="7087"/>
                  </a:lnTo>
                  <a:lnTo>
                    <a:pt x="24696" y="6596"/>
                  </a:lnTo>
                  <a:lnTo>
                    <a:pt x="25461" y="6596"/>
                  </a:lnTo>
                  <a:lnTo>
                    <a:pt x="26260" y="6482"/>
                  </a:lnTo>
                  <a:lnTo>
                    <a:pt x="26499" y="6231"/>
                  </a:lnTo>
                  <a:lnTo>
                    <a:pt x="25929" y="5934"/>
                  </a:lnTo>
                  <a:lnTo>
                    <a:pt x="27161" y="5889"/>
                  </a:lnTo>
                  <a:lnTo>
                    <a:pt x="26591" y="5273"/>
                  </a:lnTo>
                  <a:lnTo>
                    <a:pt x="27173" y="5204"/>
                  </a:lnTo>
                  <a:lnTo>
                    <a:pt x="27184" y="4599"/>
                  </a:lnTo>
                  <a:lnTo>
                    <a:pt x="26305" y="4245"/>
                  </a:lnTo>
                  <a:lnTo>
                    <a:pt x="27218" y="4017"/>
                  </a:lnTo>
                  <a:lnTo>
                    <a:pt x="28040" y="4006"/>
                  </a:lnTo>
                  <a:lnTo>
                    <a:pt x="27526" y="3549"/>
                  </a:lnTo>
                  <a:lnTo>
                    <a:pt x="27686" y="2819"/>
                  </a:lnTo>
                  <a:lnTo>
                    <a:pt x="28200" y="2408"/>
                  </a:lnTo>
                  <a:lnTo>
                    <a:pt x="28896" y="1952"/>
                  </a:lnTo>
                  <a:lnTo>
                    <a:pt x="27755" y="1917"/>
                  </a:lnTo>
                  <a:lnTo>
                    <a:pt x="29375" y="1826"/>
                  </a:lnTo>
                  <a:lnTo>
                    <a:pt x="29683" y="1678"/>
                  </a:lnTo>
                  <a:lnTo>
                    <a:pt x="31772" y="1267"/>
                  </a:lnTo>
                  <a:lnTo>
                    <a:pt x="31544" y="1027"/>
                  </a:lnTo>
                  <a:lnTo>
                    <a:pt x="30117" y="913"/>
                  </a:lnTo>
                  <a:lnTo>
                    <a:pt x="27698" y="1119"/>
                  </a:lnTo>
                  <a:lnTo>
                    <a:pt x="26385" y="1335"/>
                  </a:lnTo>
                  <a:lnTo>
                    <a:pt x="27036" y="1004"/>
                  </a:lnTo>
                  <a:lnTo>
                    <a:pt x="26705" y="810"/>
                  </a:lnTo>
                  <a:lnTo>
                    <a:pt x="25700" y="982"/>
                  </a:lnTo>
                  <a:lnTo>
                    <a:pt x="24320" y="776"/>
                  </a:lnTo>
                  <a:lnTo>
                    <a:pt x="22596" y="856"/>
                  </a:lnTo>
                  <a:lnTo>
                    <a:pt x="22391" y="753"/>
                  </a:lnTo>
                  <a:lnTo>
                    <a:pt x="25004" y="696"/>
                  </a:lnTo>
                  <a:lnTo>
                    <a:pt x="26842" y="662"/>
                  </a:lnTo>
                  <a:lnTo>
                    <a:pt x="27789" y="468"/>
                  </a:lnTo>
                  <a:close/>
                </a:path>
              </a:pathLst>
            </a:custGeom>
            <a:solidFill>
              <a:schemeClr val="accent2"/>
            </a:solidFill>
            <a:ln w="9525" cap="flat" cmpd="sng">
              <a:solidFill>
                <a:schemeClr val="accent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162525" tIns="162525" rIns="162525" bIns="1625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3200"/>
                <a:buFont typeface="Calibri"/>
                <a:buNone/>
              </a:pPr>
              <a:endParaRPr sz="3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976" name="Google Shape;976;p38"/>
            <p:cNvSpPr/>
            <p:nvPr/>
          </p:nvSpPr>
          <p:spPr>
            <a:xfrm>
              <a:off x="1890025" y="2707825"/>
              <a:ext cx="82475" cy="92750"/>
            </a:xfrm>
            <a:custGeom>
              <a:avLst/>
              <a:gdLst/>
              <a:ahLst/>
              <a:cxnLst/>
              <a:rect l="l" t="t" r="r" b="b"/>
              <a:pathLst>
                <a:path w="3299" h="3710" extrusionOk="0">
                  <a:moveTo>
                    <a:pt x="2797" y="12"/>
                  </a:moveTo>
                  <a:lnTo>
                    <a:pt x="2066" y="1"/>
                  </a:lnTo>
                  <a:lnTo>
                    <a:pt x="1324" y="1"/>
                  </a:lnTo>
                  <a:lnTo>
                    <a:pt x="1267" y="514"/>
                  </a:lnTo>
                  <a:lnTo>
                    <a:pt x="902" y="514"/>
                  </a:lnTo>
                  <a:lnTo>
                    <a:pt x="1153" y="811"/>
                  </a:lnTo>
                  <a:lnTo>
                    <a:pt x="1427" y="1028"/>
                  </a:lnTo>
                  <a:lnTo>
                    <a:pt x="1496" y="1233"/>
                  </a:lnTo>
                  <a:lnTo>
                    <a:pt x="1610" y="1279"/>
                  </a:lnTo>
                  <a:lnTo>
                    <a:pt x="1553" y="1587"/>
                  </a:lnTo>
                  <a:lnTo>
                    <a:pt x="548" y="1587"/>
                  </a:lnTo>
                  <a:lnTo>
                    <a:pt x="69" y="2329"/>
                  </a:lnTo>
                  <a:lnTo>
                    <a:pt x="172" y="2500"/>
                  </a:lnTo>
                  <a:lnTo>
                    <a:pt x="58" y="2706"/>
                  </a:lnTo>
                  <a:lnTo>
                    <a:pt x="1" y="2979"/>
                  </a:lnTo>
                  <a:lnTo>
                    <a:pt x="389" y="3356"/>
                  </a:lnTo>
                  <a:lnTo>
                    <a:pt x="742" y="3539"/>
                  </a:lnTo>
                  <a:lnTo>
                    <a:pt x="1222" y="3550"/>
                  </a:lnTo>
                  <a:lnTo>
                    <a:pt x="1633" y="3710"/>
                  </a:lnTo>
                  <a:lnTo>
                    <a:pt x="1655" y="3573"/>
                  </a:lnTo>
                  <a:lnTo>
                    <a:pt x="1952" y="3345"/>
                  </a:lnTo>
                  <a:lnTo>
                    <a:pt x="2112" y="3242"/>
                  </a:lnTo>
                  <a:lnTo>
                    <a:pt x="2089" y="3139"/>
                  </a:lnTo>
                  <a:lnTo>
                    <a:pt x="2283" y="3082"/>
                  </a:lnTo>
                  <a:lnTo>
                    <a:pt x="2466" y="2854"/>
                  </a:lnTo>
                  <a:lnTo>
                    <a:pt x="2431" y="2671"/>
                  </a:lnTo>
                  <a:lnTo>
                    <a:pt x="2500" y="2500"/>
                  </a:lnTo>
                  <a:lnTo>
                    <a:pt x="2899" y="2238"/>
                  </a:lnTo>
                  <a:lnTo>
                    <a:pt x="3299" y="1895"/>
                  </a:lnTo>
                  <a:lnTo>
                    <a:pt x="3082" y="1781"/>
                  </a:lnTo>
                  <a:lnTo>
                    <a:pt x="3002" y="1918"/>
                  </a:lnTo>
                  <a:lnTo>
                    <a:pt x="2751" y="1758"/>
                  </a:lnTo>
                  <a:lnTo>
                    <a:pt x="2523" y="1758"/>
                  </a:lnTo>
                  <a:lnTo>
                    <a:pt x="2694" y="731"/>
                  </a:lnTo>
                  <a:close/>
                </a:path>
              </a:pathLst>
            </a:custGeom>
            <a:solidFill>
              <a:schemeClr val="accent2"/>
            </a:solidFill>
            <a:ln w="9525" cap="flat" cmpd="sng">
              <a:solidFill>
                <a:schemeClr val="accent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162525" tIns="162525" rIns="162525" bIns="1625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3200"/>
                <a:buFont typeface="Calibri"/>
                <a:buNone/>
              </a:pPr>
              <a:endParaRPr sz="3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977" name="Google Shape;977;p38"/>
            <p:cNvSpPr/>
            <p:nvPr/>
          </p:nvSpPr>
          <p:spPr>
            <a:xfrm>
              <a:off x="2492600" y="2922100"/>
              <a:ext cx="95875" cy="161225"/>
            </a:xfrm>
            <a:custGeom>
              <a:avLst/>
              <a:gdLst/>
              <a:ahLst/>
              <a:cxnLst/>
              <a:rect l="l" t="t" r="r" b="b"/>
              <a:pathLst>
                <a:path w="3835" h="6449" extrusionOk="0">
                  <a:moveTo>
                    <a:pt x="3412" y="2191"/>
                  </a:moveTo>
                  <a:lnTo>
                    <a:pt x="3116" y="1861"/>
                  </a:lnTo>
                  <a:lnTo>
                    <a:pt x="2705" y="1415"/>
                  </a:lnTo>
                  <a:lnTo>
                    <a:pt x="2408" y="1404"/>
                  </a:lnTo>
                  <a:lnTo>
                    <a:pt x="2385" y="936"/>
                  </a:lnTo>
                  <a:lnTo>
                    <a:pt x="1917" y="343"/>
                  </a:lnTo>
                  <a:lnTo>
                    <a:pt x="1404" y="0"/>
                  </a:lnTo>
                  <a:lnTo>
                    <a:pt x="753" y="548"/>
                  </a:lnTo>
                  <a:lnTo>
                    <a:pt x="662" y="879"/>
                  </a:lnTo>
                  <a:lnTo>
                    <a:pt x="936" y="1199"/>
                  </a:lnTo>
                  <a:lnTo>
                    <a:pt x="719" y="1370"/>
                  </a:lnTo>
                  <a:lnTo>
                    <a:pt x="228" y="1530"/>
                  </a:lnTo>
                  <a:lnTo>
                    <a:pt x="228" y="1940"/>
                  </a:lnTo>
                  <a:lnTo>
                    <a:pt x="0" y="2203"/>
                  </a:lnTo>
                  <a:lnTo>
                    <a:pt x="537" y="2888"/>
                  </a:lnTo>
                  <a:lnTo>
                    <a:pt x="947" y="2842"/>
                  </a:lnTo>
                  <a:lnTo>
                    <a:pt x="1130" y="3059"/>
                  </a:lnTo>
                  <a:lnTo>
                    <a:pt x="1016" y="3458"/>
                  </a:lnTo>
                  <a:lnTo>
                    <a:pt x="1290" y="3584"/>
                  </a:lnTo>
                  <a:lnTo>
                    <a:pt x="1461" y="4006"/>
                  </a:lnTo>
                  <a:lnTo>
                    <a:pt x="1233" y="4326"/>
                  </a:lnTo>
                  <a:lnTo>
                    <a:pt x="1084" y="5090"/>
                  </a:lnTo>
                  <a:lnTo>
                    <a:pt x="1290" y="5570"/>
                  </a:lnTo>
                  <a:lnTo>
                    <a:pt x="1335" y="5980"/>
                  </a:lnTo>
                  <a:lnTo>
                    <a:pt x="1826" y="6403"/>
                  </a:lnTo>
                  <a:lnTo>
                    <a:pt x="2214" y="6448"/>
                  </a:lnTo>
                  <a:lnTo>
                    <a:pt x="2317" y="6266"/>
                  </a:lnTo>
                  <a:lnTo>
                    <a:pt x="2557" y="6231"/>
                  </a:lnTo>
                  <a:lnTo>
                    <a:pt x="2933" y="6083"/>
                  </a:lnTo>
                  <a:lnTo>
                    <a:pt x="3184" y="5832"/>
                  </a:lnTo>
                  <a:lnTo>
                    <a:pt x="3629" y="5912"/>
                  </a:lnTo>
                  <a:lnTo>
                    <a:pt x="3835" y="5878"/>
                  </a:lnTo>
                  <a:lnTo>
                    <a:pt x="3355" y="5079"/>
                  </a:lnTo>
                  <a:lnTo>
                    <a:pt x="3264" y="4577"/>
                  </a:lnTo>
                  <a:lnTo>
                    <a:pt x="3002" y="4565"/>
                  </a:lnTo>
                  <a:lnTo>
                    <a:pt x="2659" y="3915"/>
                  </a:lnTo>
                  <a:lnTo>
                    <a:pt x="2819" y="3435"/>
                  </a:lnTo>
                  <a:lnTo>
                    <a:pt x="2773" y="3230"/>
                  </a:lnTo>
                  <a:lnTo>
                    <a:pt x="3275" y="3002"/>
                  </a:lnTo>
                  <a:close/>
                </a:path>
              </a:pathLst>
            </a:custGeom>
            <a:solidFill>
              <a:schemeClr val="accent2"/>
            </a:solidFill>
            <a:ln w="9525" cap="flat" cmpd="sng">
              <a:solidFill>
                <a:schemeClr val="accent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162525" tIns="162525" rIns="162525" bIns="1625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3200"/>
                <a:buFont typeface="Calibri"/>
                <a:buNone/>
              </a:pPr>
              <a:endParaRPr sz="3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978" name="Google Shape;978;p38"/>
            <p:cNvSpPr/>
            <p:nvPr/>
          </p:nvSpPr>
          <p:spPr>
            <a:xfrm>
              <a:off x="1947100" y="2748925"/>
              <a:ext cx="124400" cy="68775"/>
            </a:xfrm>
            <a:custGeom>
              <a:avLst/>
              <a:gdLst/>
              <a:ahLst/>
              <a:cxnLst/>
              <a:rect l="l" t="t" r="r" b="b"/>
              <a:pathLst>
                <a:path w="4976" h="2751" extrusionOk="0">
                  <a:moveTo>
                    <a:pt x="4976" y="925"/>
                  </a:moveTo>
                  <a:lnTo>
                    <a:pt x="4793" y="673"/>
                  </a:lnTo>
                  <a:lnTo>
                    <a:pt x="4519" y="525"/>
                  </a:lnTo>
                  <a:lnTo>
                    <a:pt x="4314" y="331"/>
                  </a:lnTo>
                  <a:lnTo>
                    <a:pt x="4086" y="160"/>
                  </a:lnTo>
                  <a:lnTo>
                    <a:pt x="3972" y="137"/>
                  </a:lnTo>
                  <a:lnTo>
                    <a:pt x="3606" y="12"/>
                  </a:lnTo>
                  <a:lnTo>
                    <a:pt x="3458" y="80"/>
                  </a:lnTo>
                  <a:lnTo>
                    <a:pt x="3241" y="114"/>
                  </a:lnTo>
                  <a:lnTo>
                    <a:pt x="3059" y="57"/>
                  </a:lnTo>
                  <a:lnTo>
                    <a:pt x="2807" y="0"/>
                  </a:lnTo>
                  <a:lnTo>
                    <a:pt x="2693" y="103"/>
                  </a:lnTo>
                  <a:lnTo>
                    <a:pt x="2442" y="194"/>
                  </a:lnTo>
                  <a:lnTo>
                    <a:pt x="2066" y="228"/>
                  </a:lnTo>
                  <a:lnTo>
                    <a:pt x="1712" y="137"/>
                  </a:lnTo>
                  <a:lnTo>
                    <a:pt x="1586" y="194"/>
                  </a:lnTo>
                  <a:lnTo>
                    <a:pt x="1518" y="114"/>
                  </a:lnTo>
                  <a:lnTo>
                    <a:pt x="1290" y="126"/>
                  </a:lnTo>
                  <a:lnTo>
                    <a:pt x="1096" y="285"/>
                  </a:lnTo>
                  <a:lnTo>
                    <a:pt x="1016" y="251"/>
                  </a:lnTo>
                  <a:lnTo>
                    <a:pt x="616" y="594"/>
                  </a:lnTo>
                  <a:lnTo>
                    <a:pt x="217" y="856"/>
                  </a:lnTo>
                  <a:lnTo>
                    <a:pt x="137" y="1027"/>
                  </a:lnTo>
                  <a:lnTo>
                    <a:pt x="183" y="1210"/>
                  </a:lnTo>
                  <a:lnTo>
                    <a:pt x="0" y="1438"/>
                  </a:lnTo>
                  <a:lnTo>
                    <a:pt x="217" y="1507"/>
                  </a:lnTo>
                  <a:lnTo>
                    <a:pt x="365" y="1701"/>
                  </a:lnTo>
                  <a:lnTo>
                    <a:pt x="605" y="1838"/>
                  </a:lnTo>
                  <a:lnTo>
                    <a:pt x="616" y="1963"/>
                  </a:lnTo>
                  <a:lnTo>
                    <a:pt x="970" y="1849"/>
                  </a:lnTo>
                  <a:lnTo>
                    <a:pt x="1130" y="1929"/>
                  </a:lnTo>
                  <a:lnTo>
                    <a:pt x="1233" y="2020"/>
                  </a:lnTo>
                  <a:lnTo>
                    <a:pt x="1141" y="2385"/>
                  </a:lnTo>
                  <a:lnTo>
                    <a:pt x="1381" y="2465"/>
                  </a:lnTo>
                  <a:lnTo>
                    <a:pt x="1484" y="2751"/>
                  </a:lnTo>
                  <a:lnTo>
                    <a:pt x="1746" y="2705"/>
                  </a:lnTo>
                  <a:lnTo>
                    <a:pt x="1860" y="2499"/>
                  </a:lnTo>
                  <a:lnTo>
                    <a:pt x="1974" y="2499"/>
                  </a:lnTo>
                  <a:lnTo>
                    <a:pt x="1997" y="2054"/>
                  </a:lnTo>
                  <a:lnTo>
                    <a:pt x="2180" y="2020"/>
                  </a:lnTo>
                  <a:lnTo>
                    <a:pt x="2351" y="2020"/>
                  </a:lnTo>
                  <a:lnTo>
                    <a:pt x="2556" y="1780"/>
                  </a:lnTo>
                  <a:lnTo>
                    <a:pt x="2773" y="1963"/>
                  </a:lnTo>
                  <a:lnTo>
                    <a:pt x="2853" y="1849"/>
                  </a:lnTo>
                  <a:lnTo>
                    <a:pt x="3013" y="1758"/>
                  </a:lnTo>
                  <a:lnTo>
                    <a:pt x="3310" y="1495"/>
                  </a:lnTo>
                  <a:lnTo>
                    <a:pt x="3355" y="1313"/>
                  </a:lnTo>
                  <a:lnTo>
                    <a:pt x="3424" y="1324"/>
                  </a:lnTo>
                  <a:lnTo>
                    <a:pt x="3538" y="1107"/>
                  </a:lnTo>
                  <a:lnTo>
                    <a:pt x="3629" y="1084"/>
                  </a:lnTo>
                  <a:lnTo>
                    <a:pt x="3755" y="1210"/>
                  </a:lnTo>
                  <a:lnTo>
                    <a:pt x="3914" y="1256"/>
                  </a:lnTo>
                  <a:lnTo>
                    <a:pt x="4097" y="1141"/>
                  </a:lnTo>
                  <a:lnTo>
                    <a:pt x="4291" y="1141"/>
                  </a:lnTo>
                  <a:lnTo>
                    <a:pt x="4576" y="1027"/>
                  </a:lnTo>
                  <a:lnTo>
                    <a:pt x="4713" y="902"/>
                  </a:lnTo>
                  <a:close/>
                </a:path>
              </a:pathLst>
            </a:custGeom>
            <a:solidFill>
              <a:schemeClr val="accent2"/>
            </a:solidFill>
            <a:ln w="9525" cap="flat" cmpd="sng">
              <a:solidFill>
                <a:schemeClr val="accent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162525" tIns="162525" rIns="162525" bIns="1625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3200"/>
                <a:buFont typeface="Calibri"/>
                <a:buNone/>
              </a:pPr>
              <a:endParaRPr sz="3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979" name="Google Shape;979;p38"/>
            <p:cNvSpPr/>
            <p:nvPr/>
          </p:nvSpPr>
          <p:spPr>
            <a:xfrm>
              <a:off x="3966475" y="2059325"/>
              <a:ext cx="102725" cy="88475"/>
            </a:xfrm>
            <a:custGeom>
              <a:avLst/>
              <a:gdLst/>
              <a:ahLst/>
              <a:cxnLst/>
              <a:rect l="l" t="t" r="r" b="b"/>
              <a:pathLst>
                <a:path w="4109" h="3539" extrusionOk="0">
                  <a:moveTo>
                    <a:pt x="2797" y="492"/>
                  </a:moveTo>
                  <a:lnTo>
                    <a:pt x="2226" y="115"/>
                  </a:lnTo>
                  <a:lnTo>
                    <a:pt x="1998" y="1"/>
                  </a:lnTo>
                  <a:lnTo>
                    <a:pt x="1439" y="252"/>
                  </a:lnTo>
                  <a:lnTo>
                    <a:pt x="1393" y="606"/>
                  </a:lnTo>
                  <a:lnTo>
                    <a:pt x="1153" y="686"/>
                  </a:lnTo>
                  <a:lnTo>
                    <a:pt x="1176" y="937"/>
                  </a:lnTo>
                  <a:lnTo>
                    <a:pt x="891" y="914"/>
                  </a:lnTo>
                  <a:lnTo>
                    <a:pt x="640" y="777"/>
                  </a:lnTo>
                  <a:lnTo>
                    <a:pt x="526" y="914"/>
                  </a:lnTo>
                  <a:lnTo>
                    <a:pt x="23" y="891"/>
                  </a:lnTo>
                  <a:lnTo>
                    <a:pt x="1" y="903"/>
                  </a:lnTo>
                  <a:lnTo>
                    <a:pt x="1" y="1222"/>
                  </a:lnTo>
                  <a:lnTo>
                    <a:pt x="240" y="1507"/>
                  </a:lnTo>
                  <a:lnTo>
                    <a:pt x="423" y="1131"/>
                  </a:lnTo>
                  <a:lnTo>
                    <a:pt x="891" y="1279"/>
                  </a:lnTo>
                  <a:lnTo>
                    <a:pt x="936" y="1564"/>
                  </a:lnTo>
                  <a:lnTo>
                    <a:pt x="1290" y="1930"/>
                  </a:lnTo>
                  <a:lnTo>
                    <a:pt x="1153" y="1998"/>
                  </a:lnTo>
                  <a:lnTo>
                    <a:pt x="1804" y="2649"/>
                  </a:lnTo>
                  <a:lnTo>
                    <a:pt x="2488" y="2900"/>
                  </a:lnTo>
                  <a:lnTo>
                    <a:pt x="2934" y="3219"/>
                  </a:lnTo>
                  <a:lnTo>
                    <a:pt x="3641" y="3539"/>
                  </a:lnTo>
                  <a:lnTo>
                    <a:pt x="3641" y="3539"/>
                  </a:lnTo>
                  <a:lnTo>
                    <a:pt x="3721" y="3402"/>
                  </a:lnTo>
                  <a:lnTo>
                    <a:pt x="3048" y="3059"/>
                  </a:lnTo>
                  <a:lnTo>
                    <a:pt x="2728" y="2706"/>
                  </a:lnTo>
                  <a:lnTo>
                    <a:pt x="2443" y="2500"/>
                  </a:lnTo>
                  <a:lnTo>
                    <a:pt x="2089" y="2181"/>
                  </a:lnTo>
                  <a:lnTo>
                    <a:pt x="1906" y="1907"/>
                  </a:lnTo>
                  <a:lnTo>
                    <a:pt x="1518" y="1496"/>
                  </a:lnTo>
                  <a:lnTo>
                    <a:pt x="1644" y="1131"/>
                  </a:lnTo>
                  <a:lnTo>
                    <a:pt x="1918" y="1336"/>
                  </a:lnTo>
                  <a:lnTo>
                    <a:pt x="2066" y="1154"/>
                  </a:lnTo>
                  <a:lnTo>
                    <a:pt x="2386" y="1131"/>
                  </a:lnTo>
                  <a:lnTo>
                    <a:pt x="3013" y="1279"/>
                  </a:lnTo>
                  <a:lnTo>
                    <a:pt x="3516" y="1256"/>
                  </a:lnTo>
                  <a:lnTo>
                    <a:pt x="3858" y="1462"/>
                  </a:lnTo>
                  <a:lnTo>
                    <a:pt x="3858" y="1462"/>
                  </a:lnTo>
                  <a:lnTo>
                    <a:pt x="4109" y="1131"/>
                  </a:lnTo>
                  <a:lnTo>
                    <a:pt x="3858" y="880"/>
                  </a:lnTo>
                  <a:lnTo>
                    <a:pt x="3653" y="537"/>
                  </a:lnTo>
                  <a:lnTo>
                    <a:pt x="3653" y="537"/>
                  </a:lnTo>
                  <a:lnTo>
                    <a:pt x="3390" y="663"/>
                  </a:lnTo>
                  <a:close/>
                </a:path>
              </a:pathLst>
            </a:custGeom>
            <a:solidFill>
              <a:schemeClr val="accent2"/>
            </a:solidFill>
            <a:ln w="9525" cap="flat" cmpd="sng">
              <a:solidFill>
                <a:schemeClr val="accent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162525" tIns="162525" rIns="162525" bIns="1625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3200"/>
                <a:buFont typeface="Calibri"/>
                <a:buNone/>
              </a:pPr>
              <a:endParaRPr sz="3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980" name="Google Shape;980;p38"/>
            <p:cNvSpPr/>
            <p:nvPr/>
          </p:nvSpPr>
          <p:spPr>
            <a:xfrm>
              <a:off x="2251225" y="2660475"/>
              <a:ext cx="58225" cy="42525"/>
            </a:xfrm>
            <a:custGeom>
              <a:avLst/>
              <a:gdLst/>
              <a:ahLst/>
              <a:cxnLst/>
              <a:rect l="l" t="t" r="r" b="b"/>
              <a:pathLst>
                <a:path w="2329" h="1701" extrusionOk="0">
                  <a:moveTo>
                    <a:pt x="2306" y="172"/>
                  </a:moveTo>
                  <a:lnTo>
                    <a:pt x="1644" y="23"/>
                  </a:lnTo>
                  <a:lnTo>
                    <a:pt x="1165" y="0"/>
                  </a:lnTo>
                  <a:lnTo>
                    <a:pt x="959" y="240"/>
                  </a:lnTo>
                  <a:lnTo>
                    <a:pt x="1450" y="388"/>
                  </a:lnTo>
                  <a:lnTo>
                    <a:pt x="1404" y="731"/>
                  </a:lnTo>
                  <a:lnTo>
                    <a:pt x="1712" y="1130"/>
                  </a:lnTo>
                  <a:lnTo>
                    <a:pt x="1416" y="1324"/>
                  </a:lnTo>
                  <a:lnTo>
                    <a:pt x="822" y="1256"/>
                  </a:lnTo>
                  <a:lnTo>
                    <a:pt x="103" y="1130"/>
                  </a:lnTo>
                  <a:lnTo>
                    <a:pt x="0" y="1427"/>
                  </a:lnTo>
                  <a:lnTo>
                    <a:pt x="400" y="1701"/>
                  </a:lnTo>
                  <a:lnTo>
                    <a:pt x="788" y="1541"/>
                  </a:lnTo>
                  <a:lnTo>
                    <a:pt x="1256" y="1598"/>
                  </a:lnTo>
                  <a:lnTo>
                    <a:pt x="1644" y="1541"/>
                  </a:lnTo>
                  <a:lnTo>
                    <a:pt x="2157" y="1701"/>
                  </a:lnTo>
                  <a:lnTo>
                    <a:pt x="2192" y="1438"/>
                  </a:lnTo>
                  <a:lnTo>
                    <a:pt x="2020" y="1164"/>
                  </a:lnTo>
                  <a:lnTo>
                    <a:pt x="2226" y="1016"/>
                  </a:lnTo>
                  <a:lnTo>
                    <a:pt x="2329" y="674"/>
                  </a:lnTo>
                  <a:close/>
                </a:path>
              </a:pathLst>
            </a:custGeom>
            <a:solidFill>
              <a:schemeClr val="accent2"/>
            </a:solidFill>
            <a:ln w="9525" cap="flat" cmpd="sng">
              <a:solidFill>
                <a:schemeClr val="accent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162525" tIns="162525" rIns="162525" bIns="1625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3200"/>
                <a:buFont typeface="Calibri"/>
                <a:buNone/>
              </a:pPr>
              <a:endParaRPr sz="3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981" name="Google Shape;981;p38"/>
            <p:cNvSpPr/>
            <p:nvPr/>
          </p:nvSpPr>
          <p:spPr>
            <a:xfrm>
              <a:off x="4009275" y="2012550"/>
              <a:ext cx="113000" cy="63350"/>
            </a:xfrm>
            <a:custGeom>
              <a:avLst/>
              <a:gdLst/>
              <a:ahLst/>
              <a:cxnLst/>
              <a:rect l="l" t="t" r="r" b="b"/>
              <a:pathLst>
                <a:path w="4520" h="2534" extrusionOk="0">
                  <a:moveTo>
                    <a:pt x="3093" y="0"/>
                  </a:moveTo>
                  <a:lnTo>
                    <a:pt x="2865" y="57"/>
                  </a:lnTo>
                  <a:lnTo>
                    <a:pt x="2717" y="263"/>
                  </a:lnTo>
                  <a:lnTo>
                    <a:pt x="2408" y="366"/>
                  </a:lnTo>
                  <a:lnTo>
                    <a:pt x="2317" y="308"/>
                  </a:lnTo>
                  <a:lnTo>
                    <a:pt x="1998" y="457"/>
                  </a:lnTo>
                  <a:lnTo>
                    <a:pt x="1724" y="480"/>
                  </a:lnTo>
                  <a:lnTo>
                    <a:pt x="1678" y="651"/>
                  </a:lnTo>
                  <a:lnTo>
                    <a:pt x="1096" y="765"/>
                  </a:lnTo>
                  <a:lnTo>
                    <a:pt x="822" y="662"/>
                  </a:lnTo>
                  <a:lnTo>
                    <a:pt x="457" y="434"/>
                  </a:lnTo>
                  <a:lnTo>
                    <a:pt x="423" y="811"/>
                  </a:lnTo>
                  <a:lnTo>
                    <a:pt x="23" y="811"/>
                  </a:lnTo>
                  <a:lnTo>
                    <a:pt x="183" y="993"/>
                  </a:lnTo>
                  <a:lnTo>
                    <a:pt x="0" y="1564"/>
                  </a:lnTo>
                  <a:lnTo>
                    <a:pt x="115" y="1575"/>
                  </a:lnTo>
                  <a:lnTo>
                    <a:pt x="286" y="1883"/>
                  </a:lnTo>
                  <a:lnTo>
                    <a:pt x="514" y="1997"/>
                  </a:lnTo>
                  <a:lnTo>
                    <a:pt x="1085" y="2363"/>
                  </a:lnTo>
                  <a:lnTo>
                    <a:pt x="1678" y="2534"/>
                  </a:lnTo>
                  <a:lnTo>
                    <a:pt x="1941" y="2408"/>
                  </a:lnTo>
                  <a:lnTo>
                    <a:pt x="1941" y="2408"/>
                  </a:lnTo>
                  <a:lnTo>
                    <a:pt x="2465" y="2180"/>
                  </a:lnTo>
                  <a:lnTo>
                    <a:pt x="2922" y="2203"/>
                  </a:lnTo>
                  <a:lnTo>
                    <a:pt x="3458" y="2055"/>
                  </a:lnTo>
                  <a:lnTo>
                    <a:pt x="3835" y="1438"/>
                  </a:lnTo>
                  <a:lnTo>
                    <a:pt x="4109" y="833"/>
                  </a:lnTo>
                  <a:lnTo>
                    <a:pt x="4520" y="651"/>
                  </a:lnTo>
                  <a:lnTo>
                    <a:pt x="4428" y="423"/>
                  </a:lnTo>
                  <a:lnTo>
                    <a:pt x="4018" y="183"/>
                  </a:lnTo>
                  <a:lnTo>
                    <a:pt x="3881" y="263"/>
                  </a:lnTo>
                  <a:close/>
                </a:path>
              </a:pathLst>
            </a:custGeom>
            <a:solidFill>
              <a:schemeClr val="accent2"/>
            </a:solidFill>
            <a:ln w="9525" cap="flat" cmpd="sng">
              <a:solidFill>
                <a:schemeClr val="accent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162525" tIns="162525" rIns="162525" bIns="1625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3200"/>
                <a:buFont typeface="Calibri"/>
                <a:buNone/>
              </a:pPr>
              <a:endParaRPr sz="3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982" name="Google Shape;982;p38"/>
            <p:cNvSpPr/>
            <p:nvPr/>
          </p:nvSpPr>
          <p:spPr>
            <a:xfrm>
              <a:off x="5628375" y="2987725"/>
              <a:ext cx="917850" cy="359500"/>
            </a:xfrm>
            <a:custGeom>
              <a:avLst/>
              <a:gdLst/>
              <a:ahLst/>
              <a:cxnLst/>
              <a:rect l="l" t="t" r="r" b="b"/>
              <a:pathLst>
                <a:path w="36714" h="14380" extrusionOk="0">
                  <a:moveTo>
                    <a:pt x="20040" y="14265"/>
                  </a:moveTo>
                  <a:lnTo>
                    <a:pt x="20109" y="14026"/>
                  </a:lnTo>
                  <a:lnTo>
                    <a:pt x="19858" y="13752"/>
                  </a:lnTo>
                  <a:lnTo>
                    <a:pt x="19458" y="13467"/>
                  </a:lnTo>
                  <a:lnTo>
                    <a:pt x="18694" y="13649"/>
                  </a:lnTo>
                  <a:lnTo>
                    <a:pt x="19698" y="14277"/>
                  </a:lnTo>
                  <a:close/>
                  <a:moveTo>
                    <a:pt x="23019" y="14185"/>
                  </a:moveTo>
                  <a:lnTo>
                    <a:pt x="23590" y="13501"/>
                  </a:lnTo>
                  <a:lnTo>
                    <a:pt x="23601" y="13227"/>
                  </a:lnTo>
                  <a:lnTo>
                    <a:pt x="23533" y="13044"/>
                  </a:lnTo>
                  <a:lnTo>
                    <a:pt x="22722" y="13409"/>
                  </a:lnTo>
                  <a:lnTo>
                    <a:pt x="22323" y="13969"/>
                  </a:lnTo>
                  <a:lnTo>
                    <a:pt x="22220" y="14265"/>
                  </a:lnTo>
                  <a:lnTo>
                    <a:pt x="22311" y="14380"/>
                  </a:lnTo>
                  <a:close/>
                  <a:moveTo>
                    <a:pt x="17941" y="12325"/>
                  </a:moveTo>
                  <a:lnTo>
                    <a:pt x="17712" y="12645"/>
                  </a:lnTo>
                  <a:lnTo>
                    <a:pt x="17267" y="12656"/>
                  </a:lnTo>
                  <a:lnTo>
                    <a:pt x="16959" y="13170"/>
                  </a:lnTo>
                  <a:lnTo>
                    <a:pt x="17381" y="13181"/>
                  </a:lnTo>
                  <a:lnTo>
                    <a:pt x="17941" y="13056"/>
                  </a:lnTo>
                  <a:lnTo>
                    <a:pt x="18888" y="12885"/>
                  </a:lnTo>
                  <a:lnTo>
                    <a:pt x="18717" y="12485"/>
                  </a:lnTo>
                  <a:lnTo>
                    <a:pt x="18215" y="12576"/>
                  </a:lnTo>
                  <a:close/>
                  <a:moveTo>
                    <a:pt x="21946" y="12325"/>
                  </a:moveTo>
                  <a:lnTo>
                    <a:pt x="21205" y="12656"/>
                  </a:lnTo>
                  <a:lnTo>
                    <a:pt x="20668" y="12725"/>
                  </a:lnTo>
                  <a:lnTo>
                    <a:pt x="20177" y="12451"/>
                  </a:lnTo>
                  <a:lnTo>
                    <a:pt x="19538" y="12645"/>
                  </a:lnTo>
                  <a:lnTo>
                    <a:pt x="19516" y="12964"/>
                  </a:lnTo>
                  <a:lnTo>
                    <a:pt x="20565" y="13079"/>
                  </a:lnTo>
                  <a:lnTo>
                    <a:pt x="21798" y="12827"/>
                  </a:lnTo>
                  <a:close/>
                  <a:moveTo>
                    <a:pt x="10614" y="11127"/>
                  </a:moveTo>
                  <a:lnTo>
                    <a:pt x="10511" y="10807"/>
                  </a:lnTo>
                  <a:lnTo>
                    <a:pt x="10180" y="10728"/>
                  </a:lnTo>
                  <a:lnTo>
                    <a:pt x="9553" y="10385"/>
                  </a:lnTo>
                  <a:lnTo>
                    <a:pt x="8583" y="10328"/>
                  </a:lnTo>
                  <a:lnTo>
                    <a:pt x="8001" y="11207"/>
                  </a:lnTo>
                  <a:lnTo>
                    <a:pt x="8731" y="11264"/>
                  </a:lnTo>
                  <a:lnTo>
                    <a:pt x="8845" y="11663"/>
                  </a:lnTo>
                  <a:lnTo>
                    <a:pt x="10272" y="12029"/>
                  </a:lnTo>
                  <a:lnTo>
                    <a:pt x="10614" y="11914"/>
                  </a:lnTo>
                  <a:lnTo>
                    <a:pt x="11196" y="12006"/>
                  </a:lnTo>
                  <a:lnTo>
                    <a:pt x="12098" y="12348"/>
                  </a:lnTo>
                  <a:lnTo>
                    <a:pt x="12839" y="12519"/>
                  </a:lnTo>
                  <a:lnTo>
                    <a:pt x="13661" y="12588"/>
                  </a:lnTo>
                  <a:lnTo>
                    <a:pt x="14391" y="12554"/>
                  </a:lnTo>
                  <a:lnTo>
                    <a:pt x="15236" y="12919"/>
                  </a:lnTo>
                  <a:lnTo>
                    <a:pt x="16172" y="12576"/>
                  </a:lnTo>
                  <a:lnTo>
                    <a:pt x="15236" y="12029"/>
                  </a:lnTo>
                  <a:lnTo>
                    <a:pt x="14049" y="11869"/>
                  </a:lnTo>
                  <a:lnTo>
                    <a:pt x="13787" y="11287"/>
                  </a:lnTo>
                  <a:lnTo>
                    <a:pt x="12326" y="10842"/>
                  </a:lnTo>
                  <a:lnTo>
                    <a:pt x="12132" y="11218"/>
                  </a:lnTo>
                  <a:close/>
                  <a:moveTo>
                    <a:pt x="31521" y="10613"/>
                  </a:moveTo>
                  <a:lnTo>
                    <a:pt x="31555" y="10191"/>
                  </a:lnTo>
                  <a:lnTo>
                    <a:pt x="31384" y="9917"/>
                  </a:lnTo>
                  <a:lnTo>
                    <a:pt x="31190" y="10237"/>
                  </a:lnTo>
                  <a:lnTo>
                    <a:pt x="31019" y="10545"/>
                  </a:lnTo>
                  <a:lnTo>
                    <a:pt x="31065" y="11230"/>
                  </a:lnTo>
                  <a:close/>
                  <a:moveTo>
                    <a:pt x="25678" y="8114"/>
                  </a:moveTo>
                  <a:lnTo>
                    <a:pt x="25473" y="7817"/>
                  </a:lnTo>
                  <a:lnTo>
                    <a:pt x="24662" y="7863"/>
                  </a:lnTo>
                  <a:lnTo>
                    <a:pt x="24799" y="8251"/>
                  </a:lnTo>
                  <a:lnTo>
                    <a:pt x="25359" y="8422"/>
                  </a:lnTo>
                  <a:close/>
                  <a:moveTo>
                    <a:pt x="28257" y="7772"/>
                  </a:moveTo>
                  <a:lnTo>
                    <a:pt x="27390" y="7521"/>
                  </a:lnTo>
                  <a:lnTo>
                    <a:pt x="26397" y="7566"/>
                  </a:lnTo>
                  <a:lnTo>
                    <a:pt x="26192" y="8057"/>
                  </a:lnTo>
                  <a:lnTo>
                    <a:pt x="26739" y="8091"/>
                  </a:lnTo>
                  <a:lnTo>
                    <a:pt x="27196" y="8034"/>
                  </a:lnTo>
                  <a:lnTo>
                    <a:pt x="27858" y="8103"/>
                  </a:lnTo>
                  <a:lnTo>
                    <a:pt x="28531" y="8479"/>
                  </a:lnTo>
                  <a:close/>
                  <a:moveTo>
                    <a:pt x="31247" y="6026"/>
                  </a:moveTo>
                  <a:lnTo>
                    <a:pt x="31133" y="5683"/>
                  </a:lnTo>
                  <a:lnTo>
                    <a:pt x="29855" y="5307"/>
                  </a:lnTo>
                  <a:lnTo>
                    <a:pt x="29444" y="5615"/>
                  </a:lnTo>
                  <a:lnTo>
                    <a:pt x="28360" y="5820"/>
                  </a:lnTo>
                  <a:lnTo>
                    <a:pt x="28679" y="6277"/>
                  </a:lnTo>
                  <a:lnTo>
                    <a:pt x="29398" y="6448"/>
                  </a:lnTo>
                  <a:lnTo>
                    <a:pt x="29695" y="6984"/>
                  </a:lnTo>
                  <a:lnTo>
                    <a:pt x="30882" y="6996"/>
                  </a:lnTo>
                  <a:lnTo>
                    <a:pt x="30939" y="7224"/>
                  </a:lnTo>
                  <a:lnTo>
                    <a:pt x="30369" y="7213"/>
                  </a:lnTo>
                  <a:lnTo>
                    <a:pt x="29478" y="7532"/>
                  </a:lnTo>
                  <a:lnTo>
                    <a:pt x="30083" y="7977"/>
                  </a:lnTo>
                  <a:lnTo>
                    <a:pt x="30072" y="8377"/>
                  </a:lnTo>
                  <a:lnTo>
                    <a:pt x="30243" y="8708"/>
                  </a:lnTo>
                  <a:lnTo>
                    <a:pt x="30540" y="8639"/>
                  </a:lnTo>
                  <a:lnTo>
                    <a:pt x="30791" y="8194"/>
                  </a:lnTo>
                  <a:lnTo>
                    <a:pt x="31966" y="9039"/>
                  </a:lnTo>
                  <a:lnTo>
                    <a:pt x="32617" y="9107"/>
                  </a:lnTo>
                  <a:lnTo>
                    <a:pt x="34135" y="9872"/>
                  </a:lnTo>
                  <a:lnTo>
                    <a:pt x="34454" y="10625"/>
                  </a:lnTo>
                  <a:lnTo>
                    <a:pt x="34602" y="11618"/>
                  </a:lnTo>
                  <a:lnTo>
                    <a:pt x="34077" y="11869"/>
                  </a:lnTo>
                  <a:lnTo>
                    <a:pt x="33678" y="12611"/>
                  </a:lnTo>
                  <a:lnTo>
                    <a:pt x="34682" y="12588"/>
                  </a:lnTo>
                  <a:lnTo>
                    <a:pt x="34911" y="12325"/>
                  </a:lnTo>
                  <a:lnTo>
                    <a:pt x="35698" y="12508"/>
                  </a:lnTo>
                  <a:lnTo>
                    <a:pt x="36360" y="13250"/>
                  </a:lnTo>
                  <a:lnTo>
                    <a:pt x="36565" y="10294"/>
                  </a:lnTo>
                  <a:lnTo>
                    <a:pt x="36714" y="7338"/>
                  </a:lnTo>
                  <a:lnTo>
                    <a:pt x="35858" y="7167"/>
                  </a:lnTo>
                  <a:lnTo>
                    <a:pt x="35276" y="6836"/>
                  </a:lnTo>
                  <a:lnTo>
                    <a:pt x="34602" y="6517"/>
                  </a:lnTo>
                  <a:lnTo>
                    <a:pt x="33883" y="6517"/>
                  </a:lnTo>
                  <a:lnTo>
                    <a:pt x="32948" y="7064"/>
                  </a:lnTo>
                  <a:lnTo>
                    <a:pt x="32252" y="8034"/>
                  </a:lnTo>
                  <a:lnTo>
                    <a:pt x="31430" y="7487"/>
                  </a:lnTo>
                  <a:close/>
                  <a:moveTo>
                    <a:pt x="24115" y="3686"/>
                  </a:moveTo>
                  <a:lnTo>
                    <a:pt x="23978" y="3481"/>
                  </a:lnTo>
                  <a:lnTo>
                    <a:pt x="23190" y="4143"/>
                  </a:lnTo>
                  <a:lnTo>
                    <a:pt x="22266" y="4188"/>
                  </a:lnTo>
                  <a:lnTo>
                    <a:pt x="21250" y="4051"/>
                  </a:lnTo>
                  <a:lnTo>
                    <a:pt x="20622" y="3789"/>
                  </a:lnTo>
                  <a:lnTo>
                    <a:pt x="19949" y="4474"/>
                  </a:lnTo>
                  <a:lnTo>
                    <a:pt x="19778" y="4839"/>
                  </a:lnTo>
                  <a:lnTo>
                    <a:pt x="19367" y="6208"/>
                  </a:lnTo>
                  <a:lnTo>
                    <a:pt x="19242" y="6927"/>
                  </a:lnTo>
                  <a:lnTo>
                    <a:pt x="18899" y="7521"/>
                  </a:lnTo>
                  <a:lnTo>
                    <a:pt x="19127" y="8137"/>
                  </a:lnTo>
                  <a:lnTo>
                    <a:pt x="19447" y="8148"/>
                  </a:lnTo>
                  <a:lnTo>
                    <a:pt x="19538" y="9016"/>
                  </a:lnTo>
                  <a:lnTo>
                    <a:pt x="19264" y="9860"/>
                  </a:lnTo>
                  <a:lnTo>
                    <a:pt x="19595" y="10134"/>
                  </a:lnTo>
                  <a:lnTo>
                    <a:pt x="20109" y="9986"/>
                  </a:lnTo>
                  <a:lnTo>
                    <a:pt x="20155" y="8696"/>
                  </a:lnTo>
                  <a:lnTo>
                    <a:pt x="20120" y="7635"/>
                  </a:lnTo>
                  <a:lnTo>
                    <a:pt x="20668" y="7361"/>
                  </a:lnTo>
                  <a:lnTo>
                    <a:pt x="20565" y="8251"/>
                  </a:lnTo>
                  <a:lnTo>
                    <a:pt x="21125" y="8776"/>
                  </a:lnTo>
                  <a:lnTo>
                    <a:pt x="21010" y="9130"/>
                  </a:lnTo>
                  <a:lnTo>
                    <a:pt x="21193" y="9381"/>
                  </a:lnTo>
                  <a:lnTo>
                    <a:pt x="21992" y="9039"/>
                  </a:lnTo>
                  <a:lnTo>
                    <a:pt x="21558" y="9780"/>
                  </a:lnTo>
                  <a:lnTo>
                    <a:pt x="21866" y="10089"/>
                  </a:lnTo>
                  <a:lnTo>
                    <a:pt x="22300" y="9815"/>
                  </a:lnTo>
                  <a:lnTo>
                    <a:pt x="22346" y="9233"/>
                  </a:lnTo>
                  <a:lnTo>
                    <a:pt x="21672" y="8183"/>
                  </a:lnTo>
                  <a:lnTo>
                    <a:pt x="21832" y="7863"/>
                  </a:lnTo>
                  <a:lnTo>
                    <a:pt x="21102" y="6711"/>
                  </a:lnTo>
                  <a:lnTo>
                    <a:pt x="21821" y="6357"/>
                  </a:lnTo>
                  <a:lnTo>
                    <a:pt x="22186" y="5820"/>
                  </a:lnTo>
                  <a:lnTo>
                    <a:pt x="22528" y="5957"/>
                  </a:lnTo>
                  <a:lnTo>
                    <a:pt x="22608" y="5535"/>
                  </a:lnTo>
                  <a:lnTo>
                    <a:pt x="21102" y="5843"/>
                  </a:lnTo>
                  <a:lnTo>
                    <a:pt x="20668" y="6254"/>
                  </a:lnTo>
                  <a:lnTo>
                    <a:pt x="19949" y="5455"/>
                  </a:lnTo>
                  <a:lnTo>
                    <a:pt x="20075" y="4770"/>
                  </a:lnTo>
                  <a:lnTo>
                    <a:pt x="20782" y="4622"/>
                  </a:lnTo>
                  <a:lnTo>
                    <a:pt x="22106" y="4588"/>
                  </a:lnTo>
                  <a:lnTo>
                    <a:pt x="22871" y="4770"/>
                  </a:lnTo>
                  <a:lnTo>
                    <a:pt x="23487" y="4588"/>
                  </a:lnTo>
                  <a:close/>
                  <a:moveTo>
                    <a:pt x="26888" y="3960"/>
                  </a:moveTo>
                  <a:lnTo>
                    <a:pt x="26796" y="3584"/>
                  </a:lnTo>
                  <a:lnTo>
                    <a:pt x="26329" y="3492"/>
                  </a:lnTo>
                  <a:lnTo>
                    <a:pt x="26260" y="3002"/>
                  </a:lnTo>
                  <a:lnTo>
                    <a:pt x="25998" y="3321"/>
                  </a:lnTo>
                  <a:lnTo>
                    <a:pt x="25861" y="4051"/>
                  </a:lnTo>
                  <a:lnTo>
                    <a:pt x="26100" y="5227"/>
                  </a:lnTo>
                  <a:lnTo>
                    <a:pt x="26420" y="5798"/>
                  </a:lnTo>
                  <a:lnTo>
                    <a:pt x="26648" y="5683"/>
                  </a:lnTo>
                  <a:lnTo>
                    <a:pt x="26317" y="5216"/>
                  </a:lnTo>
                  <a:lnTo>
                    <a:pt x="26443" y="4656"/>
                  </a:lnTo>
                  <a:lnTo>
                    <a:pt x="26854" y="4736"/>
                  </a:lnTo>
                  <a:close/>
                  <a:moveTo>
                    <a:pt x="18203" y="3310"/>
                  </a:moveTo>
                  <a:lnTo>
                    <a:pt x="18329" y="2899"/>
                  </a:lnTo>
                  <a:lnTo>
                    <a:pt x="17712" y="2043"/>
                  </a:lnTo>
                  <a:lnTo>
                    <a:pt x="18146" y="1221"/>
                  </a:lnTo>
                  <a:lnTo>
                    <a:pt x="17427" y="1073"/>
                  </a:lnTo>
                  <a:lnTo>
                    <a:pt x="16514" y="1073"/>
                  </a:lnTo>
                  <a:lnTo>
                    <a:pt x="16274" y="2100"/>
                  </a:lnTo>
                  <a:lnTo>
                    <a:pt x="15989" y="2420"/>
                  </a:lnTo>
                  <a:lnTo>
                    <a:pt x="15601" y="3686"/>
                  </a:lnTo>
                  <a:lnTo>
                    <a:pt x="14962" y="3869"/>
                  </a:lnTo>
                  <a:lnTo>
                    <a:pt x="14186" y="3618"/>
                  </a:lnTo>
                  <a:lnTo>
                    <a:pt x="13798" y="3698"/>
                  </a:lnTo>
                  <a:lnTo>
                    <a:pt x="13342" y="4154"/>
                  </a:lnTo>
                  <a:lnTo>
                    <a:pt x="12839" y="4097"/>
                  </a:lnTo>
                  <a:lnTo>
                    <a:pt x="12326" y="4268"/>
                  </a:lnTo>
                  <a:lnTo>
                    <a:pt x="11767" y="3766"/>
                  </a:lnTo>
                  <a:lnTo>
                    <a:pt x="11618" y="3161"/>
                  </a:lnTo>
                  <a:lnTo>
                    <a:pt x="11150" y="3755"/>
                  </a:lnTo>
                  <a:lnTo>
                    <a:pt x="11070" y="4599"/>
                  </a:lnTo>
                  <a:lnTo>
                    <a:pt x="11185" y="5398"/>
                  </a:lnTo>
                  <a:lnTo>
                    <a:pt x="11550" y="6163"/>
                  </a:lnTo>
                  <a:lnTo>
                    <a:pt x="11949" y="6425"/>
                  </a:lnTo>
                  <a:lnTo>
                    <a:pt x="12052" y="7635"/>
                  </a:lnTo>
                  <a:lnTo>
                    <a:pt x="12702" y="7749"/>
                  </a:lnTo>
                  <a:lnTo>
                    <a:pt x="13216" y="7692"/>
                  </a:lnTo>
                  <a:lnTo>
                    <a:pt x="13501" y="8137"/>
                  </a:lnTo>
                  <a:lnTo>
                    <a:pt x="14460" y="7806"/>
                  </a:lnTo>
                  <a:lnTo>
                    <a:pt x="14859" y="8091"/>
                  </a:lnTo>
                  <a:lnTo>
                    <a:pt x="15430" y="8148"/>
                  </a:lnTo>
                  <a:lnTo>
                    <a:pt x="15715" y="8708"/>
                  </a:lnTo>
                  <a:lnTo>
                    <a:pt x="16640" y="8297"/>
                  </a:lnTo>
                  <a:lnTo>
                    <a:pt x="16754" y="8616"/>
                  </a:lnTo>
                  <a:lnTo>
                    <a:pt x="17108" y="7235"/>
                  </a:lnTo>
                  <a:lnTo>
                    <a:pt x="17153" y="6323"/>
                  </a:lnTo>
                  <a:lnTo>
                    <a:pt x="17941" y="5706"/>
                  </a:lnTo>
                  <a:lnTo>
                    <a:pt x="17906" y="4885"/>
                  </a:lnTo>
                  <a:lnTo>
                    <a:pt x="18169" y="4268"/>
                  </a:lnTo>
                  <a:lnTo>
                    <a:pt x="19127" y="4154"/>
                  </a:lnTo>
                  <a:close/>
                  <a:moveTo>
                    <a:pt x="8400" y="10294"/>
                  </a:moveTo>
                  <a:lnTo>
                    <a:pt x="8503" y="8890"/>
                  </a:lnTo>
                  <a:lnTo>
                    <a:pt x="8742" y="7749"/>
                  </a:lnTo>
                  <a:lnTo>
                    <a:pt x="8366" y="7178"/>
                  </a:lnTo>
                  <a:lnTo>
                    <a:pt x="7784" y="7110"/>
                  </a:lnTo>
                  <a:lnTo>
                    <a:pt x="7510" y="6596"/>
                  </a:lnTo>
                  <a:lnTo>
                    <a:pt x="7384" y="5969"/>
                  </a:lnTo>
                  <a:lnTo>
                    <a:pt x="7099" y="5934"/>
                  </a:lnTo>
                  <a:lnTo>
                    <a:pt x="6643" y="5626"/>
                  </a:lnTo>
                  <a:lnTo>
                    <a:pt x="6973" y="4885"/>
                  </a:lnTo>
                  <a:lnTo>
                    <a:pt x="6357" y="4462"/>
                  </a:lnTo>
                  <a:lnTo>
                    <a:pt x="5889" y="3709"/>
                  </a:lnTo>
                  <a:lnTo>
                    <a:pt x="5205" y="3081"/>
                  </a:lnTo>
                  <a:lnTo>
                    <a:pt x="4394" y="3070"/>
                  </a:lnTo>
                  <a:lnTo>
                    <a:pt x="3607" y="2100"/>
                  </a:lnTo>
                  <a:lnTo>
                    <a:pt x="3150" y="1712"/>
                  </a:lnTo>
                  <a:lnTo>
                    <a:pt x="2511" y="1107"/>
                  </a:lnTo>
                  <a:lnTo>
                    <a:pt x="1770" y="217"/>
                  </a:lnTo>
                  <a:lnTo>
                    <a:pt x="514" y="46"/>
                  </a:lnTo>
                  <a:lnTo>
                    <a:pt x="1" y="0"/>
                  </a:lnTo>
                  <a:lnTo>
                    <a:pt x="81" y="457"/>
                  </a:lnTo>
                  <a:lnTo>
                    <a:pt x="948" y="1461"/>
                  </a:lnTo>
                  <a:lnTo>
                    <a:pt x="1576" y="1974"/>
                  </a:lnTo>
                  <a:lnTo>
                    <a:pt x="2021" y="2762"/>
                  </a:lnTo>
                  <a:lnTo>
                    <a:pt x="2751" y="3333"/>
                  </a:lnTo>
                  <a:lnTo>
                    <a:pt x="3059" y="4029"/>
                  </a:lnTo>
                  <a:lnTo>
                    <a:pt x="3310" y="4816"/>
                  </a:lnTo>
                  <a:lnTo>
                    <a:pt x="4006" y="5569"/>
                  </a:lnTo>
                  <a:lnTo>
                    <a:pt x="4588" y="6836"/>
                  </a:lnTo>
                  <a:lnTo>
                    <a:pt x="4976" y="7521"/>
                  </a:lnTo>
                  <a:lnTo>
                    <a:pt x="5558" y="8263"/>
                  </a:lnTo>
                  <a:lnTo>
                    <a:pt x="5878" y="8799"/>
                  </a:lnTo>
                  <a:lnTo>
                    <a:pt x="6871" y="9541"/>
                  </a:lnTo>
                  <a:lnTo>
                    <a:pt x="7510" y="10305"/>
                  </a:lnTo>
                  <a:close/>
                </a:path>
              </a:pathLst>
            </a:custGeom>
            <a:solidFill>
              <a:schemeClr val="accent2"/>
            </a:solidFill>
            <a:ln w="9525" cap="flat" cmpd="sng">
              <a:solidFill>
                <a:schemeClr val="accent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162525" tIns="162525" rIns="162525" bIns="1625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3200"/>
                <a:buFont typeface="Calibri"/>
                <a:buNone/>
              </a:pPr>
              <a:endParaRPr sz="3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983" name="Google Shape;983;p38"/>
            <p:cNvSpPr/>
            <p:nvPr/>
          </p:nvSpPr>
          <p:spPr>
            <a:xfrm>
              <a:off x="5054350" y="2306700"/>
              <a:ext cx="552950" cy="624825"/>
            </a:xfrm>
            <a:custGeom>
              <a:avLst/>
              <a:gdLst/>
              <a:ahLst/>
              <a:cxnLst/>
              <a:rect l="l" t="t" r="r" b="b"/>
              <a:pathLst>
                <a:path w="22118" h="24993" extrusionOk="0">
                  <a:moveTo>
                    <a:pt x="9073" y="4816"/>
                  </a:moveTo>
                  <a:lnTo>
                    <a:pt x="7863" y="4189"/>
                  </a:lnTo>
                  <a:lnTo>
                    <a:pt x="6985" y="3618"/>
                  </a:lnTo>
                  <a:lnTo>
                    <a:pt x="6517" y="2625"/>
                  </a:lnTo>
                  <a:lnTo>
                    <a:pt x="7110" y="2751"/>
                  </a:lnTo>
                  <a:lnTo>
                    <a:pt x="7019" y="2283"/>
                  </a:lnTo>
                  <a:lnTo>
                    <a:pt x="6597" y="1815"/>
                  </a:lnTo>
                  <a:lnTo>
                    <a:pt x="6482" y="1073"/>
                  </a:lnTo>
                  <a:lnTo>
                    <a:pt x="5398" y="0"/>
                  </a:lnTo>
                  <a:lnTo>
                    <a:pt x="4873" y="765"/>
                  </a:lnTo>
                  <a:lnTo>
                    <a:pt x="4052" y="913"/>
                  </a:lnTo>
                  <a:lnTo>
                    <a:pt x="2842" y="685"/>
                  </a:lnTo>
                  <a:lnTo>
                    <a:pt x="2568" y="1084"/>
                  </a:lnTo>
                  <a:lnTo>
                    <a:pt x="3025" y="1883"/>
                  </a:lnTo>
                  <a:lnTo>
                    <a:pt x="3447" y="2500"/>
                  </a:lnTo>
                  <a:lnTo>
                    <a:pt x="4154" y="2933"/>
                  </a:lnTo>
                  <a:lnTo>
                    <a:pt x="3629" y="3470"/>
                  </a:lnTo>
                  <a:lnTo>
                    <a:pt x="3766" y="4109"/>
                  </a:lnTo>
                  <a:lnTo>
                    <a:pt x="3207" y="5010"/>
                  </a:lnTo>
                  <a:lnTo>
                    <a:pt x="2910" y="5935"/>
                  </a:lnTo>
                  <a:lnTo>
                    <a:pt x="2271" y="6893"/>
                  </a:lnTo>
                  <a:lnTo>
                    <a:pt x="1358" y="6813"/>
                  </a:lnTo>
                  <a:lnTo>
                    <a:pt x="662" y="7761"/>
                  </a:lnTo>
                  <a:lnTo>
                    <a:pt x="1233" y="8171"/>
                  </a:lnTo>
                  <a:lnTo>
                    <a:pt x="1415" y="8868"/>
                  </a:lnTo>
                  <a:lnTo>
                    <a:pt x="1918" y="9324"/>
                  </a:lnTo>
                  <a:lnTo>
                    <a:pt x="2169" y="10111"/>
                  </a:lnTo>
                  <a:lnTo>
                    <a:pt x="457" y="10111"/>
                  </a:lnTo>
                  <a:lnTo>
                    <a:pt x="0" y="10716"/>
                  </a:lnTo>
                  <a:lnTo>
                    <a:pt x="1016" y="11481"/>
                  </a:lnTo>
                  <a:lnTo>
                    <a:pt x="1290" y="11835"/>
                  </a:lnTo>
                  <a:lnTo>
                    <a:pt x="948" y="12166"/>
                  </a:lnTo>
                  <a:lnTo>
                    <a:pt x="2089" y="13261"/>
                  </a:lnTo>
                  <a:lnTo>
                    <a:pt x="2659" y="13375"/>
                  </a:lnTo>
                  <a:lnTo>
                    <a:pt x="3744" y="12839"/>
                  </a:lnTo>
                  <a:lnTo>
                    <a:pt x="3983" y="13672"/>
                  </a:lnTo>
                  <a:lnTo>
                    <a:pt x="4097" y="14790"/>
                  </a:lnTo>
                  <a:lnTo>
                    <a:pt x="4451" y="15943"/>
                  </a:lnTo>
                  <a:lnTo>
                    <a:pt x="4965" y="17701"/>
                  </a:lnTo>
                  <a:lnTo>
                    <a:pt x="5798" y="18956"/>
                  </a:lnTo>
                  <a:lnTo>
                    <a:pt x="5980" y="19515"/>
                  </a:lnTo>
                  <a:lnTo>
                    <a:pt x="6266" y="20656"/>
                  </a:lnTo>
                  <a:lnTo>
                    <a:pt x="6745" y="21524"/>
                  </a:lnTo>
                  <a:lnTo>
                    <a:pt x="7064" y="21957"/>
                  </a:lnTo>
                  <a:lnTo>
                    <a:pt x="7418" y="22870"/>
                  </a:lnTo>
                  <a:lnTo>
                    <a:pt x="7863" y="24137"/>
                  </a:lnTo>
                  <a:lnTo>
                    <a:pt x="8651" y="24993"/>
                  </a:lnTo>
                  <a:lnTo>
                    <a:pt x="8959" y="24730"/>
                  </a:lnTo>
                  <a:lnTo>
                    <a:pt x="9199" y="24103"/>
                  </a:lnTo>
                  <a:lnTo>
                    <a:pt x="9918" y="23852"/>
                  </a:lnTo>
                  <a:lnTo>
                    <a:pt x="9655" y="23555"/>
                  </a:lnTo>
                  <a:lnTo>
                    <a:pt x="9975" y="22870"/>
                  </a:lnTo>
                  <a:lnTo>
                    <a:pt x="10385" y="22825"/>
                  </a:lnTo>
                  <a:lnTo>
                    <a:pt x="10283" y="21284"/>
                  </a:lnTo>
                  <a:lnTo>
                    <a:pt x="10557" y="20417"/>
                  </a:lnTo>
                  <a:lnTo>
                    <a:pt x="10454" y="19652"/>
                  </a:lnTo>
                  <a:lnTo>
                    <a:pt x="10191" y="18488"/>
                  </a:lnTo>
                  <a:lnTo>
                    <a:pt x="10363" y="17792"/>
                  </a:lnTo>
                  <a:lnTo>
                    <a:pt x="10716" y="17746"/>
                  </a:lnTo>
                  <a:lnTo>
                    <a:pt x="11401" y="17415"/>
                  </a:lnTo>
                  <a:lnTo>
                    <a:pt x="11766" y="17187"/>
                  </a:lnTo>
                  <a:lnTo>
                    <a:pt x="11732" y="16776"/>
                  </a:lnTo>
                  <a:lnTo>
                    <a:pt x="12440" y="16171"/>
                  </a:lnTo>
                  <a:lnTo>
                    <a:pt x="12965" y="15601"/>
                  </a:lnTo>
                  <a:lnTo>
                    <a:pt x="13729" y="14539"/>
                  </a:lnTo>
                  <a:lnTo>
                    <a:pt x="14779" y="13935"/>
                  </a:lnTo>
                  <a:lnTo>
                    <a:pt x="15121" y="13398"/>
                  </a:lnTo>
                  <a:lnTo>
                    <a:pt x="14996" y="12713"/>
                  </a:lnTo>
                  <a:lnTo>
                    <a:pt x="15932" y="12519"/>
                  </a:lnTo>
                  <a:lnTo>
                    <a:pt x="16468" y="12542"/>
                  </a:lnTo>
                  <a:lnTo>
                    <a:pt x="16537" y="12200"/>
                  </a:lnTo>
                  <a:lnTo>
                    <a:pt x="16308" y="11458"/>
                  </a:lnTo>
                  <a:lnTo>
                    <a:pt x="15932" y="10773"/>
                  </a:lnTo>
                  <a:lnTo>
                    <a:pt x="15989" y="10226"/>
                  </a:lnTo>
                  <a:lnTo>
                    <a:pt x="15464" y="9986"/>
                  </a:lnTo>
                  <a:lnTo>
                    <a:pt x="15578" y="9655"/>
                  </a:lnTo>
                  <a:lnTo>
                    <a:pt x="16023" y="9313"/>
                  </a:lnTo>
                  <a:lnTo>
                    <a:pt x="15361" y="8833"/>
                  </a:lnTo>
                  <a:lnTo>
                    <a:pt x="15532" y="8217"/>
                  </a:lnTo>
                  <a:lnTo>
                    <a:pt x="16217" y="8605"/>
                  </a:lnTo>
                  <a:lnTo>
                    <a:pt x="16605" y="8662"/>
                  </a:lnTo>
                  <a:lnTo>
                    <a:pt x="16776" y="9290"/>
                  </a:lnTo>
                  <a:lnTo>
                    <a:pt x="17552" y="9415"/>
                  </a:lnTo>
                  <a:lnTo>
                    <a:pt x="18260" y="9404"/>
                  </a:lnTo>
                  <a:lnTo>
                    <a:pt x="18751" y="9552"/>
                  </a:lnTo>
                  <a:lnTo>
                    <a:pt x="18522" y="10317"/>
                  </a:lnTo>
                  <a:lnTo>
                    <a:pt x="18180" y="10374"/>
                  </a:lnTo>
                  <a:lnTo>
                    <a:pt x="18020" y="10888"/>
                  </a:lnTo>
                  <a:lnTo>
                    <a:pt x="18522" y="11355"/>
                  </a:lnTo>
                  <a:lnTo>
                    <a:pt x="18545" y="10785"/>
                  </a:lnTo>
                  <a:lnTo>
                    <a:pt x="18762" y="10773"/>
                  </a:lnTo>
                  <a:lnTo>
                    <a:pt x="19401" y="12211"/>
                  </a:lnTo>
                  <a:lnTo>
                    <a:pt x="19743" y="11994"/>
                  </a:lnTo>
                  <a:lnTo>
                    <a:pt x="19618" y="11606"/>
                  </a:lnTo>
                  <a:lnTo>
                    <a:pt x="19743" y="11310"/>
                  </a:lnTo>
                  <a:lnTo>
                    <a:pt x="19618" y="10374"/>
                  </a:lnTo>
                  <a:lnTo>
                    <a:pt x="20280" y="10568"/>
                  </a:lnTo>
                  <a:lnTo>
                    <a:pt x="20485" y="9826"/>
                  </a:lnTo>
                  <a:lnTo>
                    <a:pt x="20451" y="9381"/>
                  </a:lnTo>
                  <a:lnTo>
                    <a:pt x="20748" y="8616"/>
                  </a:lnTo>
                  <a:lnTo>
                    <a:pt x="20611" y="8103"/>
                  </a:lnTo>
                  <a:lnTo>
                    <a:pt x="21489" y="7475"/>
                  </a:lnTo>
                  <a:lnTo>
                    <a:pt x="22071" y="7635"/>
                  </a:lnTo>
                  <a:lnTo>
                    <a:pt x="21889" y="7076"/>
                  </a:lnTo>
                  <a:lnTo>
                    <a:pt x="22117" y="6905"/>
                  </a:lnTo>
                  <a:lnTo>
                    <a:pt x="21980" y="6562"/>
                  </a:lnTo>
                  <a:lnTo>
                    <a:pt x="21113" y="6437"/>
                  </a:lnTo>
                  <a:lnTo>
                    <a:pt x="21284" y="6049"/>
                  </a:lnTo>
                  <a:lnTo>
                    <a:pt x="20782" y="5490"/>
                  </a:lnTo>
                  <a:lnTo>
                    <a:pt x="20325" y="5866"/>
                  </a:lnTo>
                  <a:lnTo>
                    <a:pt x="19629" y="5649"/>
                  </a:lnTo>
                  <a:lnTo>
                    <a:pt x="18876" y="6220"/>
                  </a:lnTo>
                  <a:lnTo>
                    <a:pt x="18317" y="6905"/>
                  </a:lnTo>
                  <a:lnTo>
                    <a:pt x="17723" y="7019"/>
                  </a:lnTo>
                  <a:lnTo>
                    <a:pt x="18100" y="7304"/>
                  </a:lnTo>
                  <a:lnTo>
                    <a:pt x="18157" y="7863"/>
                  </a:lnTo>
                  <a:lnTo>
                    <a:pt x="17529" y="7886"/>
                  </a:lnTo>
                  <a:lnTo>
                    <a:pt x="16868" y="7829"/>
                  </a:lnTo>
                  <a:lnTo>
                    <a:pt x="16411" y="7977"/>
                  </a:lnTo>
                  <a:lnTo>
                    <a:pt x="15624" y="7612"/>
                  </a:lnTo>
                  <a:lnTo>
                    <a:pt x="15578" y="7441"/>
                  </a:lnTo>
                  <a:lnTo>
                    <a:pt x="15361" y="6722"/>
                  </a:lnTo>
                  <a:lnTo>
                    <a:pt x="14939" y="6916"/>
                  </a:lnTo>
                  <a:lnTo>
                    <a:pt x="14950" y="7304"/>
                  </a:lnTo>
                  <a:lnTo>
                    <a:pt x="15167" y="7886"/>
                  </a:lnTo>
                  <a:lnTo>
                    <a:pt x="15156" y="8240"/>
                  </a:lnTo>
                  <a:lnTo>
                    <a:pt x="14494" y="8263"/>
                  </a:lnTo>
                  <a:lnTo>
                    <a:pt x="13524" y="8046"/>
                  </a:lnTo>
                  <a:lnTo>
                    <a:pt x="12907" y="7955"/>
                  </a:lnTo>
                  <a:lnTo>
                    <a:pt x="12371" y="7498"/>
                  </a:lnTo>
                  <a:lnTo>
                    <a:pt x="11287" y="7373"/>
                  </a:lnTo>
                  <a:lnTo>
                    <a:pt x="10191" y="6870"/>
                  </a:lnTo>
                  <a:lnTo>
                    <a:pt x="9358" y="6437"/>
                  </a:lnTo>
                  <a:lnTo>
                    <a:pt x="8548" y="6072"/>
                  </a:lnTo>
                  <a:lnTo>
                    <a:pt x="8674" y="5238"/>
                  </a:lnTo>
                  <a:close/>
                </a:path>
              </a:pathLst>
            </a:custGeom>
            <a:solidFill>
              <a:schemeClr val="accent2"/>
            </a:solidFill>
            <a:ln w="9525" cap="flat" cmpd="sng">
              <a:solidFill>
                <a:schemeClr val="accent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162525" tIns="162525" rIns="162525" bIns="1625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3200"/>
                <a:buFont typeface="Calibri"/>
                <a:buNone/>
              </a:pPr>
              <a:endParaRPr sz="3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984" name="Google Shape;984;p38"/>
            <p:cNvSpPr/>
            <p:nvPr/>
          </p:nvSpPr>
          <p:spPr>
            <a:xfrm>
              <a:off x="3550225" y="1870750"/>
              <a:ext cx="68775" cy="74775"/>
            </a:xfrm>
            <a:custGeom>
              <a:avLst/>
              <a:gdLst/>
              <a:ahLst/>
              <a:cxnLst/>
              <a:rect l="l" t="t" r="r" b="b"/>
              <a:pathLst>
                <a:path w="2751" h="2991" extrusionOk="0">
                  <a:moveTo>
                    <a:pt x="2648" y="1085"/>
                  </a:moveTo>
                  <a:lnTo>
                    <a:pt x="2157" y="902"/>
                  </a:lnTo>
                  <a:lnTo>
                    <a:pt x="1735" y="913"/>
                  </a:lnTo>
                  <a:lnTo>
                    <a:pt x="1895" y="457"/>
                  </a:lnTo>
                  <a:lnTo>
                    <a:pt x="1781" y="1"/>
                  </a:lnTo>
                  <a:lnTo>
                    <a:pt x="1256" y="400"/>
                  </a:lnTo>
                  <a:lnTo>
                    <a:pt x="297" y="1073"/>
                  </a:lnTo>
                  <a:lnTo>
                    <a:pt x="594" y="1941"/>
                  </a:lnTo>
                  <a:lnTo>
                    <a:pt x="0" y="2854"/>
                  </a:lnTo>
                  <a:lnTo>
                    <a:pt x="959" y="2990"/>
                  </a:lnTo>
                  <a:lnTo>
                    <a:pt x="2191" y="2477"/>
                  </a:lnTo>
                  <a:lnTo>
                    <a:pt x="2751" y="1701"/>
                  </a:lnTo>
                  <a:close/>
                </a:path>
              </a:pathLst>
            </a:custGeom>
            <a:solidFill>
              <a:schemeClr val="accent2"/>
            </a:solidFill>
            <a:ln w="9525" cap="flat" cmpd="sng">
              <a:solidFill>
                <a:schemeClr val="accent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162525" tIns="162525" rIns="162525" bIns="1625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3200"/>
                <a:buFont typeface="Calibri"/>
                <a:buNone/>
              </a:pPr>
              <a:endParaRPr sz="3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985" name="Google Shape;985;p38"/>
            <p:cNvSpPr/>
            <p:nvPr/>
          </p:nvSpPr>
          <p:spPr>
            <a:xfrm>
              <a:off x="4538525" y="2209700"/>
              <a:ext cx="412575" cy="333525"/>
            </a:xfrm>
            <a:custGeom>
              <a:avLst/>
              <a:gdLst/>
              <a:ahLst/>
              <a:cxnLst/>
              <a:rect l="l" t="t" r="r" b="b"/>
              <a:pathLst>
                <a:path w="16503" h="13341" extrusionOk="0">
                  <a:moveTo>
                    <a:pt x="1096" y="753"/>
                  </a:moveTo>
                  <a:lnTo>
                    <a:pt x="639" y="343"/>
                  </a:lnTo>
                  <a:lnTo>
                    <a:pt x="468" y="0"/>
                  </a:lnTo>
                  <a:lnTo>
                    <a:pt x="0" y="251"/>
                  </a:lnTo>
                  <a:lnTo>
                    <a:pt x="411" y="1301"/>
                  </a:lnTo>
                  <a:lnTo>
                    <a:pt x="308" y="1586"/>
                  </a:lnTo>
                  <a:lnTo>
                    <a:pt x="833" y="2328"/>
                  </a:lnTo>
                  <a:lnTo>
                    <a:pt x="833" y="2328"/>
                  </a:lnTo>
                  <a:lnTo>
                    <a:pt x="1506" y="3435"/>
                  </a:lnTo>
                  <a:lnTo>
                    <a:pt x="2031" y="3709"/>
                  </a:lnTo>
                  <a:lnTo>
                    <a:pt x="2180" y="4245"/>
                  </a:lnTo>
                  <a:lnTo>
                    <a:pt x="1849" y="4565"/>
                  </a:lnTo>
                  <a:lnTo>
                    <a:pt x="1780" y="5273"/>
                  </a:lnTo>
                  <a:lnTo>
                    <a:pt x="2431" y="6151"/>
                  </a:lnTo>
                  <a:lnTo>
                    <a:pt x="3435" y="6631"/>
                  </a:lnTo>
                  <a:lnTo>
                    <a:pt x="3937" y="7327"/>
                  </a:lnTo>
                  <a:lnTo>
                    <a:pt x="3903" y="7989"/>
                  </a:lnTo>
                  <a:lnTo>
                    <a:pt x="4143" y="7989"/>
                  </a:lnTo>
                  <a:lnTo>
                    <a:pt x="4223" y="8457"/>
                  </a:lnTo>
                  <a:lnTo>
                    <a:pt x="4702" y="8947"/>
                  </a:lnTo>
                  <a:lnTo>
                    <a:pt x="4942" y="8582"/>
                  </a:lnTo>
                  <a:lnTo>
                    <a:pt x="5478" y="8890"/>
                  </a:lnTo>
                  <a:lnTo>
                    <a:pt x="5877" y="8742"/>
                  </a:lnTo>
                  <a:lnTo>
                    <a:pt x="6596" y="9940"/>
                  </a:lnTo>
                  <a:lnTo>
                    <a:pt x="7213" y="10807"/>
                  </a:lnTo>
                  <a:lnTo>
                    <a:pt x="8000" y="11070"/>
                  </a:lnTo>
                  <a:lnTo>
                    <a:pt x="8867" y="11766"/>
                  </a:lnTo>
                  <a:lnTo>
                    <a:pt x="9849" y="12063"/>
                  </a:lnTo>
                  <a:lnTo>
                    <a:pt x="10579" y="11629"/>
                  </a:lnTo>
                  <a:lnTo>
                    <a:pt x="11150" y="11469"/>
                  </a:lnTo>
                  <a:lnTo>
                    <a:pt x="11549" y="11629"/>
                  </a:lnTo>
                  <a:lnTo>
                    <a:pt x="12006" y="12736"/>
                  </a:lnTo>
                  <a:lnTo>
                    <a:pt x="12907" y="12850"/>
                  </a:lnTo>
                  <a:lnTo>
                    <a:pt x="13775" y="13067"/>
                  </a:lnTo>
                  <a:lnTo>
                    <a:pt x="15270" y="13341"/>
                  </a:lnTo>
                  <a:lnTo>
                    <a:pt x="15441" y="12280"/>
                  </a:lnTo>
                  <a:lnTo>
                    <a:pt x="16502" y="11812"/>
                  </a:lnTo>
                  <a:lnTo>
                    <a:pt x="16377" y="11401"/>
                  </a:lnTo>
                  <a:lnTo>
                    <a:pt x="15989" y="11253"/>
                  </a:lnTo>
                  <a:lnTo>
                    <a:pt x="15840" y="10442"/>
                  </a:lnTo>
                  <a:lnTo>
                    <a:pt x="15041" y="10054"/>
                  </a:lnTo>
                  <a:lnTo>
                    <a:pt x="14642" y="9495"/>
                  </a:lnTo>
                  <a:lnTo>
                    <a:pt x="14185" y="9027"/>
                  </a:lnTo>
                  <a:lnTo>
                    <a:pt x="14745" y="8206"/>
                  </a:lnTo>
                  <a:lnTo>
                    <a:pt x="14585" y="7635"/>
                  </a:lnTo>
                  <a:lnTo>
                    <a:pt x="13980" y="7475"/>
                  </a:lnTo>
                  <a:lnTo>
                    <a:pt x="13820" y="6905"/>
                  </a:lnTo>
                  <a:lnTo>
                    <a:pt x="13432" y="6174"/>
                  </a:lnTo>
                  <a:lnTo>
                    <a:pt x="13660" y="5672"/>
                  </a:lnTo>
                  <a:lnTo>
                    <a:pt x="13307" y="5546"/>
                  </a:lnTo>
                  <a:lnTo>
                    <a:pt x="13375" y="4873"/>
                  </a:lnTo>
                  <a:lnTo>
                    <a:pt x="13444" y="3732"/>
                  </a:lnTo>
                  <a:lnTo>
                    <a:pt x="13215" y="2956"/>
                  </a:lnTo>
                  <a:lnTo>
                    <a:pt x="12668" y="2922"/>
                  </a:lnTo>
                  <a:lnTo>
                    <a:pt x="11618" y="2111"/>
                  </a:lnTo>
                  <a:lnTo>
                    <a:pt x="11013" y="2009"/>
                  </a:lnTo>
                  <a:lnTo>
                    <a:pt x="10077" y="1541"/>
                  </a:lnTo>
                  <a:lnTo>
                    <a:pt x="9541" y="1450"/>
                  </a:lnTo>
                  <a:lnTo>
                    <a:pt x="9244" y="1621"/>
                  </a:lnTo>
                  <a:lnTo>
                    <a:pt x="8742" y="1598"/>
                  </a:lnTo>
                  <a:lnTo>
                    <a:pt x="8308" y="2123"/>
                  </a:lnTo>
                  <a:lnTo>
                    <a:pt x="7680" y="2294"/>
                  </a:lnTo>
                  <a:lnTo>
                    <a:pt x="7658" y="2522"/>
                  </a:lnTo>
                  <a:lnTo>
                    <a:pt x="6528" y="2762"/>
                  </a:lnTo>
                  <a:lnTo>
                    <a:pt x="5444" y="2614"/>
                  </a:lnTo>
                  <a:lnTo>
                    <a:pt x="4827" y="2134"/>
                  </a:lnTo>
                  <a:lnTo>
                    <a:pt x="4086" y="1952"/>
                  </a:lnTo>
                  <a:lnTo>
                    <a:pt x="3732" y="1267"/>
                  </a:lnTo>
                  <a:lnTo>
                    <a:pt x="3549" y="1313"/>
                  </a:lnTo>
                  <a:lnTo>
                    <a:pt x="3001" y="822"/>
                  </a:lnTo>
                  <a:lnTo>
                    <a:pt x="3173" y="388"/>
                  </a:lnTo>
                  <a:lnTo>
                    <a:pt x="2910" y="114"/>
                  </a:lnTo>
                  <a:lnTo>
                    <a:pt x="2636" y="183"/>
                  </a:lnTo>
                  <a:lnTo>
                    <a:pt x="1883" y="856"/>
                  </a:lnTo>
                  <a:lnTo>
                    <a:pt x="1621" y="879"/>
                  </a:lnTo>
                  <a:close/>
                </a:path>
              </a:pathLst>
            </a:custGeom>
            <a:solidFill>
              <a:schemeClr val="accent2"/>
            </a:solidFill>
            <a:ln w="9525" cap="flat" cmpd="sng">
              <a:solidFill>
                <a:schemeClr val="accent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162525" tIns="162525" rIns="162525" bIns="1625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3200"/>
                <a:buFont typeface="Calibri"/>
                <a:buNone/>
              </a:pPr>
              <a:endParaRPr sz="3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986" name="Google Shape;986;p38"/>
            <p:cNvSpPr/>
            <p:nvPr/>
          </p:nvSpPr>
          <p:spPr>
            <a:xfrm>
              <a:off x="4458925" y="2262750"/>
              <a:ext cx="197150" cy="189200"/>
            </a:xfrm>
            <a:custGeom>
              <a:avLst/>
              <a:gdLst/>
              <a:ahLst/>
              <a:cxnLst/>
              <a:rect l="l" t="t" r="r" b="b"/>
              <a:pathLst>
                <a:path w="7886" h="7568" extrusionOk="0">
                  <a:moveTo>
                    <a:pt x="3389" y="126"/>
                  </a:moveTo>
                  <a:lnTo>
                    <a:pt x="2511" y="1"/>
                  </a:lnTo>
                  <a:lnTo>
                    <a:pt x="2214" y="149"/>
                  </a:lnTo>
                  <a:lnTo>
                    <a:pt x="1906" y="731"/>
                  </a:lnTo>
                  <a:lnTo>
                    <a:pt x="1529" y="959"/>
                  </a:lnTo>
                  <a:lnTo>
                    <a:pt x="1700" y="1633"/>
                  </a:lnTo>
                  <a:lnTo>
                    <a:pt x="1564" y="2740"/>
                  </a:lnTo>
                  <a:lnTo>
                    <a:pt x="0" y="3698"/>
                  </a:lnTo>
                  <a:lnTo>
                    <a:pt x="434" y="4794"/>
                  </a:lnTo>
                  <a:lnTo>
                    <a:pt x="1392" y="5034"/>
                  </a:lnTo>
                  <a:lnTo>
                    <a:pt x="2613" y="5684"/>
                  </a:lnTo>
                  <a:lnTo>
                    <a:pt x="4987" y="7487"/>
                  </a:lnTo>
                  <a:lnTo>
                    <a:pt x="6448" y="7567"/>
                  </a:lnTo>
                  <a:lnTo>
                    <a:pt x="6904" y="6688"/>
                  </a:lnTo>
                  <a:lnTo>
                    <a:pt x="7429" y="6768"/>
                  </a:lnTo>
                  <a:lnTo>
                    <a:pt x="7886" y="6814"/>
                  </a:lnTo>
                  <a:lnTo>
                    <a:pt x="7407" y="6335"/>
                  </a:lnTo>
                  <a:lnTo>
                    <a:pt x="7327" y="5867"/>
                  </a:lnTo>
                  <a:lnTo>
                    <a:pt x="7087" y="5867"/>
                  </a:lnTo>
                  <a:lnTo>
                    <a:pt x="7121" y="5205"/>
                  </a:lnTo>
                  <a:lnTo>
                    <a:pt x="6619" y="4509"/>
                  </a:lnTo>
                  <a:lnTo>
                    <a:pt x="5615" y="4029"/>
                  </a:lnTo>
                  <a:lnTo>
                    <a:pt x="4964" y="3151"/>
                  </a:lnTo>
                  <a:lnTo>
                    <a:pt x="5033" y="2443"/>
                  </a:lnTo>
                  <a:lnTo>
                    <a:pt x="5364" y="2123"/>
                  </a:lnTo>
                  <a:lnTo>
                    <a:pt x="5215" y="1587"/>
                  </a:lnTo>
                  <a:lnTo>
                    <a:pt x="4690" y="1313"/>
                  </a:lnTo>
                  <a:lnTo>
                    <a:pt x="4017" y="206"/>
                  </a:lnTo>
                  <a:lnTo>
                    <a:pt x="4017" y="206"/>
                  </a:lnTo>
                  <a:lnTo>
                    <a:pt x="3698" y="355"/>
                  </a:lnTo>
                  <a:close/>
                </a:path>
              </a:pathLst>
            </a:custGeom>
            <a:solidFill>
              <a:schemeClr val="accent2"/>
            </a:solidFill>
            <a:ln w="9525" cap="flat" cmpd="sng">
              <a:solidFill>
                <a:schemeClr val="accent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162525" tIns="162525" rIns="162525" bIns="1625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3200"/>
                <a:buFont typeface="Calibri"/>
                <a:buNone/>
              </a:pPr>
              <a:endParaRPr sz="3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987" name="Google Shape;987;p38"/>
            <p:cNvSpPr/>
            <p:nvPr/>
          </p:nvSpPr>
          <p:spPr>
            <a:xfrm>
              <a:off x="3353350" y="1635650"/>
              <a:ext cx="161225" cy="60525"/>
            </a:xfrm>
            <a:custGeom>
              <a:avLst/>
              <a:gdLst/>
              <a:ahLst/>
              <a:cxnLst/>
              <a:rect l="l" t="t" r="r" b="b"/>
              <a:pathLst>
                <a:path w="6449" h="2421" extrusionOk="0">
                  <a:moveTo>
                    <a:pt x="6015" y="69"/>
                  </a:moveTo>
                  <a:lnTo>
                    <a:pt x="5034" y="1"/>
                  </a:lnTo>
                  <a:lnTo>
                    <a:pt x="3995" y="423"/>
                  </a:lnTo>
                  <a:lnTo>
                    <a:pt x="3265" y="206"/>
                  </a:lnTo>
                  <a:lnTo>
                    <a:pt x="2283" y="640"/>
                  </a:lnTo>
                  <a:lnTo>
                    <a:pt x="1439" y="92"/>
                  </a:lnTo>
                  <a:lnTo>
                    <a:pt x="514" y="206"/>
                  </a:lnTo>
                  <a:lnTo>
                    <a:pt x="1" y="731"/>
                  </a:lnTo>
                  <a:lnTo>
                    <a:pt x="1245" y="925"/>
                  </a:lnTo>
                  <a:lnTo>
                    <a:pt x="1222" y="1154"/>
                  </a:lnTo>
                  <a:lnTo>
                    <a:pt x="115" y="1302"/>
                  </a:lnTo>
                  <a:lnTo>
                    <a:pt x="1370" y="1690"/>
                  </a:lnTo>
                  <a:lnTo>
                    <a:pt x="708" y="2044"/>
                  </a:lnTo>
                  <a:lnTo>
                    <a:pt x="2386" y="2306"/>
                  </a:lnTo>
                  <a:lnTo>
                    <a:pt x="3185" y="2420"/>
                  </a:lnTo>
                  <a:lnTo>
                    <a:pt x="3733" y="2272"/>
                  </a:lnTo>
                  <a:lnTo>
                    <a:pt x="5581" y="1724"/>
                  </a:lnTo>
                  <a:lnTo>
                    <a:pt x="6449" y="1119"/>
                  </a:lnTo>
                  <a:lnTo>
                    <a:pt x="5821" y="571"/>
                  </a:lnTo>
                  <a:close/>
                </a:path>
              </a:pathLst>
            </a:custGeom>
            <a:solidFill>
              <a:schemeClr val="accent2"/>
            </a:solidFill>
            <a:ln w="9525" cap="flat" cmpd="sng">
              <a:solidFill>
                <a:schemeClr val="accent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162525" tIns="162525" rIns="162525" bIns="1625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3200"/>
                <a:buFont typeface="Calibri"/>
                <a:buNone/>
              </a:pPr>
              <a:endParaRPr sz="3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988" name="Google Shape;988;p38"/>
            <p:cNvSpPr/>
            <p:nvPr/>
          </p:nvSpPr>
          <p:spPr>
            <a:xfrm>
              <a:off x="4377875" y="2357200"/>
              <a:ext cx="26000" cy="85600"/>
            </a:xfrm>
            <a:custGeom>
              <a:avLst/>
              <a:gdLst/>
              <a:ahLst/>
              <a:cxnLst/>
              <a:rect l="l" t="t" r="r" b="b"/>
              <a:pathLst>
                <a:path w="1040" h="3424" extrusionOk="0">
                  <a:moveTo>
                    <a:pt x="1005" y="0"/>
                  </a:moveTo>
                  <a:lnTo>
                    <a:pt x="800" y="23"/>
                  </a:lnTo>
                  <a:lnTo>
                    <a:pt x="743" y="171"/>
                  </a:lnTo>
                  <a:lnTo>
                    <a:pt x="480" y="171"/>
                  </a:lnTo>
                  <a:lnTo>
                    <a:pt x="469" y="194"/>
                  </a:lnTo>
                  <a:lnTo>
                    <a:pt x="389" y="423"/>
                  </a:lnTo>
                  <a:lnTo>
                    <a:pt x="298" y="1107"/>
                  </a:lnTo>
                  <a:lnTo>
                    <a:pt x="149" y="1518"/>
                  </a:lnTo>
                  <a:lnTo>
                    <a:pt x="206" y="1575"/>
                  </a:lnTo>
                  <a:lnTo>
                    <a:pt x="1" y="1872"/>
                  </a:lnTo>
                  <a:lnTo>
                    <a:pt x="1" y="1872"/>
                  </a:lnTo>
                  <a:lnTo>
                    <a:pt x="560" y="3184"/>
                  </a:lnTo>
                  <a:lnTo>
                    <a:pt x="663" y="3424"/>
                  </a:lnTo>
                  <a:lnTo>
                    <a:pt x="903" y="1975"/>
                  </a:lnTo>
                  <a:lnTo>
                    <a:pt x="845" y="1632"/>
                  </a:lnTo>
                  <a:lnTo>
                    <a:pt x="503" y="1746"/>
                  </a:lnTo>
                  <a:lnTo>
                    <a:pt x="515" y="1507"/>
                  </a:lnTo>
                  <a:lnTo>
                    <a:pt x="686" y="1393"/>
                  </a:lnTo>
                  <a:lnTo>
                    <a:pt x="492" y="1290"/>
                  </a:lnTo>
                  <a:lnTo>
                    <a:pt x="583" y="674"/>
                  </a:lnTo>
                  <a:lnTo>
                    <a:pt x="868" y="799"/>
                  </a:lnTo>
                  <a:lnTo>
                    <a:pt x="971" y="514"/>
                  </a:lnTo>
                  <a:lnTo>
                    <a:pt x="960" y="514"/>
                  </a:lnTo>
                  <a:lnTo>
                    <a:pt x="1039" y="377"/>
                  </a:lnTo>
                  <a:close/>
                </a:path>
              </a:pathLst>
            </a:custGeom>
            <a:solidFill>
              <a:schemeClr val="accent2"/>
            </a:solidFill>
            <a:ln w="9525" cap="flat" cmpd="sng">
              <a:solidFill>
                <a:schemeClr val="accent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162525" tIns="162525" rIns="162525" bIns="1625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3200"/>
                <a:buFont typeface="Calibri"/>
                <a:buNone/>
              </a:pPr>
              <a:endParaRPr sz="3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989" name="Google Shape;989;p38"/>
            <p:cNvSpPr/>
            <p:nvPr/>
          </p:nvSpPr>
          <p:spPr>
            <a:xfrm>
              <a:off x="3842650" y="2045925"/>
              <a:ext cx="219725" cy="234550"/>
            </a:xfrm>
            <a:custGeom>
              <a:avLst/>
              <a:gdLst/>
              <a:ahLst/>
              <a:cxnLst/>
              <a:rect l="l" t="t" r="r" b="b"/>
              <a:pathLst>
                <a:path w="8789" h="9382" extrusionOk="0">
                  <a:moveTo>
                    <a:pt x="6722" y="7909"/>
                  </a:moveTo>
                  <a:lnTo>
                    <a:pt x="6152" y="7978"/>
                  </a:lnTo>
                  <a:lnTo>
                    <a:pt x="5399" y="8080"/>
                  </a:lnTo>
                  <a:lnTo>
                    <a:pt x="4520" y="7989"/>
                  </a:lnTo>
                  <a:lnTo>
                    <a:pt x="4440" y="8480"/>
                  </a:lnTo>
                  <a:lnTo>
                    <a:pt x="5501" y="8948"/>
                  </a:lnTo>
                  <a:lnTo>
                    <a:pt x="5889" y="9050"/>
                  </a:lnTo>
                  <a:lnTo>
                    <a:pt x="6494" y="9381"/>
                  </a:lnTo>
                  <a:lnTo>
                    <a:pt x="6620" y="8913"/>
                  </a:lnTo>
                  <a:lnTo>
                    <a:pt x="6494" y="8628"/>
                  </a:lnTo>
                  <a:close/>
                  <a:moveTo>
                    <a:pt x="1907" y="5205"/>
                  </a:moveTo>
                  <a:lnTo>
                    <a:pt x="1553" y="5478"/>
                  </a:lnTo>
                  <a:lnTo>
                    <a:pt x="1153" y="5433"/>
                  </a:lnTo>
                  <a:lnTo>
                    <a:pt x="1336" y="5946"/>
                  </a:lnTo>
                  <a:lnTo>
                    <a:pt x="1393" y="7030"/>
                  </a:lnTo>
                  <a:lnTo>
                    <a:pt x="1690" y="7282"/>
                  </a:lnTo>
                  <a:lnTo>
                    <a:pt x="1975" y="6973"/>
                  </a:lnTo>
                  <a:lnTo>
                    <a:pt x="2329" y="7030"/>
                  </a:lnTo>
                  <a:lnTo>
                    <a:pt x="2386" y="5832"/>
                  </a:lnTo>
                  <a:close/>
                  <a:moveTo>
                    <a:pt x="3949" y="320"/>
                  </a:moveTo>
                  <a:lnTo>
                    <a:pt x="3767" y="1"/>
                  </a:lnTo>
                  <a:lnTo>
                    <a:pt x="3082" y="160"/>
                  </a:lnTo>
                  <a:lnTo>
                    <a:pt x="3014" y="332"/>
                  </a:lnTo>
                  <a:lnTo>
                    <a:pt x="2568" y="206"/>
                  </a:lnTo>
                  <a:lnTo>
                    <a:pt x="2523" y="560"/>
                  </a:lnTo>
                  <a:lnTo>
                    <a:pt x="2226" y="720"/>
                  </a:lnTo>
                  <a:lnTo>
                    <a:pt x="1678" y="605"/>
                  </a:lnTo>
                  <a:lnTo>
                    <a:pt x="1553" y="959"/>
                  </a:lnTo>
                  <a:lnTo>
                    <a:pt x="1210" y="982"/>
                  </a:lnTo>
                  <a:lnTo>
                    <a:pt x="1085" y="845"/>
                  </a:lnTo>
                  <a:lnTo>
                    <a:pt x="697" y="1142"/>
                  </a:lnTo>
                  <a:lnTo>
                    <a:pt x="354" y="1187"/>
                  </a:lnTo>
                  <a:lnTo>
                    <a:pt x="46" y="1005"/>
                  </a:lnTo>
                  <a:lnTo>
                    <a:pt x="12" y="1245"/>
                  </a:lnTo>
                  <a:lnTo>
                    <a:pt x="240" y="1587"/>
                  </a:lnTo>
                  <a:lnTo>
                    <a:pt x="1" y="1838"/>
                  </a:lnTo>
                  <a:lnTo>
                    <a:pt x="218" y="2523"/>
                  </a:lnTo>
                  <a:lnTo>
                    <a:pt x="594" y="2637"/>
                  </a:lnTo>
                  <a:lnTo>
                    <a:pt x="526" y="3025"/>
                  </a:lnTo>
                  <a:lnTo>
                    <a:pt x="822" y="2956"/>
                  </a:lnTo>
                  <a:lnTo>
                    <a:pt x="1222" y="2557"/>
                  </a:lnTo>
                  <a:lnTo>
                    <a:pt x="1553" y="2431"/>
                  </a:lnTo>
                  <a:lnTo>
                    <a:pt x="2158" y="2728"/>
                  </a:lnTo>
                  <a:lnTo>
                    <a:pt x="2523" y="2831"/>
                  </a:lnTo>
                  <a:lnTo>
                    <a:pt x="2797" y="3687"/>
                  </a:lnTo>
                  <a:lnTo>
                    <a:pt x="3310" y="4200"/>
                  </a:lnTo>
                  <a:lnTo>
                    <a:pt x="4006" y="4771"/>
                  </a:lnTo>
                  <a:lnTo>
                    <a:pt x="4611" y="5170"/>
                  </a:lnTo>
                  <a:lnTo>
                    <a:pt x="5159" y="5227"/>
                  </a:lnTo>
                  <a:lnTo>
                    <a:pt x="5490" y="5581"/>
                  </a:lnTo>
                  <a:lnTo>
                    <a:pt x="5981" y="5752"/>
                  </a:lnTo>
                  <a:lnTo>
                    <a:pt x="6220" y="6140"/>
                  </a:lnTo>
                  <a:lnTo>
                    <a:pt x="6528" y="6254"/>
                  </a:lnTo>
                  <a:lnTo>
                    <a:pt x="6791" y="6711"/>
                  </a:lnTo>
                  <a:lnTo>
                    <a:pt x="7122" y="7236"/>
                  </a:lnTo>
                  <a:lnTo>
                    <a:pt x="6962" y="7418"/>
                  </a:lnTo>
                  <a:lnTo>
                    <a:pt x="6848" y="7921"/>
                  </a:lnTo>
                  <a:lnTo>
                    <a:pt x="6859" y="8206"/>
                  </a:lnTo>
                  <a:lnTo>
                    <a:pt x="7156" y="8137"/>
                  </a:lnTo>
                  <a:lnTo>
                    <a:pt x="7521" y="7339"/>
                  </a:lnTo>
                  <a:lnTo>
                    <a:pt x="7818" y="7282"/>
                  </a:lnTo>
                  <a:lnTo>
                    <a:pt x="7875" y="6802"/>
                  </a:lnTo>
                  <a:lnTo>
                    <a:pt x="7316" y="6483"/>
                  </a:lnTo>
                  <a:lnTo>
                    <a:pt x="7590" y="5889"/>
                  </a:lnTo>
                  <a:lnTo>
                    <a:pt x="8229" y="6038"/>
                  </a:lnTo>
                  <a:lnTo>
                    <a:pt x="8674" y="6460"/>
                  </a:lnTo>
                  <a:lnTo>
                    <a:pt x="8788" y="6140"/>
                  </a:lnTo>
                  <a:lnTo>
                    <a:pt x="8697" y="5969"/>
                  </a:lnTo>
                  <a:lnTo>
                    <a:pt x="8035" y="5513"/>
                  </a:lnTo>
                  <a:lnTo>
                    <a:pt x="7476" y="5239"/>
                  </a:lnTo>
                  <a:lnTo>
                    <a:pt x="6791" y="4908"/>
                  </a:lnTo>
                  <a:lnTo>
                    <a:pt x="6985" y="4737"/>
                  </a:lnTo>
                  <a:lnTo>
                    <a:pt x="6791" y="4543"/>
                  </a:lnTo>
                  <a:lnTo>
                    <a:pt x="6220" y="4554"/>
                  </a:lnTo>
                  <a:lnTo>
                    <a:pt x="5364" y="3835"/>
                  </a:lnTo>
                  <a:lnTo>
                    <a:pt x="4954" y="3116"/>
                  </a:lnTo>
                  <a:lnTo>
                    <a:pt x="4246" y="2671"/>
                  </a:lnTo>
                  <a:lnTo>
                    <a:pt x="3972" y="2226"/>
                  </a:lnTo>
                  <a:lnTo>
                    <a:pt x="4052" y="1975"/>
                  </a:lnTo>
                  <a:lnTo>
                    <a:pt x="3995" y="1541"/>
                  </a:lnTo>
                  <a:lnTo>
                    <a:pt x="4543" y="1233"/>
                  </a:lnTo>
                  <a:lnTo>
                    <a:pt x="5136" y="1359"/>
                  </a:lnTo>
                  <a:lnTo>
                    <a:pt x="4931" y="971"/>
                  </a:lnTo>
                  <a:lnTo>
                    <a:pt x="4976" y="548"/>
                  </a:lnTo>
                  <a:close/>
                </a:path>
              </a:pathLst>
            </a:custGeom>
            <a:solidFill>
              <a:schemeClr val="accent2"/>
            </a:solidFill>
            <a:ln w="9525" cap="flat" cmpd="sng">
              <a:solidFill>
                <a:schemeClr val="accent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162525" tIns="162525" rIns="162525" bIns="1625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3200"/>
                <a:buFont typeface="Calibri"/>
                <a:buNone/>
              </a:pPr>
              <a:endParaRPr sz="3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990" name="Google Shape;990;p38"/>
            <p:cNvSpPr/>
            <p:nvPr/>
          </p:nvSpPr>
          <p:spPr>
            <a:xfrm>
              <a:off x="2174750" y="2691850"/>
              <a:ext cx="41400" cy="18575"/>
            </a:xfrm>
            <a:custGeom>
              <a:avLst/>
              <a:gdLst/>
              <a:ahLst/>
              <a:cxnLst/>
              <a:rect l="l" t="t" r="r" b="b"/>
              <a:pathLst>
                <a:path w="1656" h="743" extrusionOk="0">
                  <a:moveTo>
                    <a:pt x="1097" y="594"/>
                  </a:moveTo>
                  <a:lnTo>
                    <a:pt x="1656" y="583"/>
                  </a:lnTo>
                  <a:lnTo>
                    <a:pt x="1542" y="332"/>
                  </a:lnTo>
                  <a:lnTo>
                    <a:pt x="1154" y="115"/>
                  </a:lnTo>
                  <a:lnTo>
                    <a:pt x="629" y="24"/>
                  </a:lnTo>
                  <a:lnTo>
                    <a:pt x="446" y="1"/>
                  </a:lnTo>
                  <a:lnTo>
                    <a:pt x="104" y="58"/>
                  </a:lnTo>
                  <a:lnTo>
                    <a:pt x="1" y="263"/>
                  </a:lnTo>
                  <a:lnTo>
                    <a:pt x="412" y="594"/>
                  </a:lnTo>
                  <a:lnTo>
                    <a:pt x="834" y="743"/>
                  </a:lnTo>
                  <a:close/>
                </a:path>
              </a:pathLst>
            </a:custGeom>
            <a:solidFill>
              <a:schemeClr val="accent2"/>
            </a:solidFill>
            <a:ln w="9525" cap="flat" cmpd="sng">
              <a:solidFill>
                <a:schemeClr val="accent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162525" tIns="162525" rIns="162525" bIns="1625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3200"/>
                <a:buFont typeface="Calibri"/>
                <a:buNone/>
              </a:pPr>
              <a:endParaRPr sz="3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991" name="Google Shape;991;p38"/>
            <p:cNvSpPr/>
            <p:nvPr/>
          </p:nvSpPr>
          <p:spPr>
            <a:xfrm>
              <a:off x="4394425" y="2355200"/>
              <a:ext cx="75350" cy="94450"/>
            </a:xfrm>
            <a:custGeom>
              <a:avLst/>
              <a:gdLst/>
              <a:ahLst/>
              <a:cxnLst/>
              <a:rect l="l" t="t" r="r" b="b"/>
              <a:pathLst>
                <a:path w="3014" h="3778" extrusionOk="0">
                  <a:moveTo>
                    <a:pt x="3014" y="1096"/>
                  </a:moveTo>
                  <a:lnTo>
                    <a:pt x="2580" y="0"/>
                  </a:lnTo>
                  <a:lnTo>
                    <a:pt x="1211" y="959"/>
                  </a:lnTo>
                  <a:lnTo>
                    <a:pt x="309" y="594"/>
                  </a:lnTo>
                  <a:lnTo>
                    <a:pt x="206" y="879"/>
                  </a:lnTo>
                  <a:lnTo>
                    <a:pt x="263" y="1438"/>
                  </a:lnTo>
                  <a:lnTo>
                    <a:pt x="183" y="1712"/>
                  </a:lnTo>
                  <a:lnTo>
                    <a:pt x="241" y="2055"/>
                  </a:lnTo>
                  <a:lnTo>
                    <a:pt x="1" y="3504"/>
                  </a:lnTo>
                  <a:lnTo>
                    <a:pt x="35" y="3629"/>
                  </a:lnTo>
                  <a:lnTo>
                    <a:pt x="914" y="3778"/>
                  </a:lnTo>
                  <a:lnTo>
                    <a:pt x="1211" y="3492"/>
                  </a:lnTo>
                  <a:lnTo>
                    <a:pt x="1370" y="3162"/>
                  </a:lnTo>
                  <a:lnTo>
                    <a:pt x="1941" y="3047"/>
                  </a:lnTo>
                  <a:lnTo>
                    <a:pt x="2032" y="2739"/>
                  </a:lnTo>
                  <a:lnTo>
                    <a:pt x="2283" y="2591"/>
                  </a:lnTo>
                  <a:lnTo>
                    <a:pt x="1405" y="1678"/>
                  </a:lnTo>
                  <a:lnTo>
                    <a:pt x="2888" y="1233"/>
                  </a:lnTo>
                  <a:close/>
                </a:path>
              </a:pathLst>
            </a:custGeom>
            <a:solidFill>
              <a:schemeClr val="accent2"/>
            </a:solidFill>
            <a:ln w="9525" cap="flat" cmpd="sng">
              <a:solidFill>
                <a:schemeClr val="accent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162525" tIns="162525" rIns="162525" bIns="1625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3200"/>
                <a:buFont typeface="Calibri"/>
                <a:buNone/>
              </a:pPr>
              <a:endParaRPr sz="3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992" name="Google Shape;992;p38"/>
            <p:cNvSpPr/>
            <p:nvPr/>
          </p:nvSpPr>
          <p:spPr>
            <a:xfrm>
              <a:off x="6182725" y="2080450"/>
              <a:ext cx="189475" cy="327850"/>
            </a:xfrm>
            <a:custGeom>
              <a:avLst/>
              <a:gdLst/>
              <a:ahLst/>
              <a:cxnLst/>
              <a:rect l="l" t="t" r="r" b="b"/>
              <a:pathLst>
                <a:path w="7579" h="13114" extrusionOk="0">
                  <a:moveTo>
                    <a:pt x="3652" y="10271"/>
                  </a:moveTo>
                  <a:lnTo>
                    <a:pt x="3013" y="10089"/>
                  </a:lnTo>
                  <a:lnTo>
                    <a:pt x="2854" y="10477"/>
                  </a:lnTo>
                  <a:lnTo>
                    <a:pt x="2386" y="10363"/>
                  </a:lnTo>
                  <a:lnTo>
                    <a:pt x="2203" y="10899"/>
                  </a:lnTo>
                  <a:lnTo>
                    <a:pt x="2374" y="11333"/>
                  </a:lnTo>
                  <a:lnTo>
                    <a:pt x="2968" y="11584"/>
                  </a:lnTo>
                  <a:lnTo>
                    <a:pt x="2956" y="11059"/>
                  </a:lnTo>
                  <a:lnTo>
                    <a:pt x="3253" y="10842"/>
                  </a:lnTo>
                  <a:lnTo>
                    <a:pt x="3698" y="11150"/>
                  </a:lnTo>
                  <a:lnTo>
                    <a:pt x="3881" y="10591"/>
                  </a:lnTo>
                  <a:close/>
                  <a:moveTo>
                    <a:pt x="7133" y="7521"/>
                  </a:moveTo>
                  <a:lnTo>
                    <a:pt x="6620" y="6562"/>
                  </a:lnTo>
                  <a:lnTo>
                    <a:pt x="6814" y="5649"/>
                  </a:lnTo>
                  <a:lnTo>
                    <a:pt x="6414" y="4908"/>
                  </a:lnTo>
                  <a:lnTo>
                    <a:pt x="5250" y="3675"/>
                  </a:lnTo>
                  <a:lnTo>
                    <a:pt x="4565" y="3846"/>
                  </a:lnTo>
                  <a:lnTo>
                    <a:pt x="4600" y="4394"/>
                  </a:lnTo>
                  <a:lnTo>
                    <a:pt x="5330" y="5410"/>
                  </a:lnTo>
                  <a:lnTo>
                    <a:pt x="5467" y="6540"/>
                  </a:lnTo>
                  <a:lnTo>
                    <a:pt x="5227" y="6893"/>
                  </a:lnTo>
                  <a:lnTo>
                    <a:pt x="4588" y="7818"/>
                  </a:lnTo>
                  <a:lnTo>
                    <a:pt x="3869" y="7384"/>
                  </a:lnTo>
                  <a:lnTo>
                    <a:pt x="3869" y="9016"/>
                  </a:lnTo>
                  <a:lnTo>
                    <a:pt x="2968" y="8833"/>
                  </a:lnTo>
                  <a:lnTo>
                    <a:pt x="1598" y="9107"/>
                  </a:lnTo>
                  <a:lnTo>
                    <a:pt x="1336" y="9735"/>
                  </a:lnTo>
                  <a:lnTo>
                    <a:pt x="777" y="10203"/>
                  </a:lnTo>
                  <a:lnTo>
                    <a:pt x="617" y="10774"/>
                  </a:lnTo>
                  <a:lnTo>
                    <a:pt x="1" y="11059"/>
                  </a:lnTo>
                  <a:lnTo>
                    <a:pt x="571" y="11675"/>
                  </a:lnTo>
                  <a:lnTo>
                    <a:pt x="1165" y="11938"/>
                  </a:lnTo>
                  <a:lnTo>
                    <a:pt x="1290" y="12759"/>
                  </a:lnTo>
                  <a:lnTo>
                    <a:pt x="1792" y="13113"/>
                  </a:lnTo>
                  <a:lnTo>
                    <a:pt x="2146" y="12725"/>
                  </a:lnTo>
                  <a:lnTo>
                    <a:pt x="2032" y="11184"/>
                  </a:lnTo>
                  <a:lnTo>
                    <a:pt x="993" y="10511"/>
                  </a:lnTo>
                  <a:lnTo>
                    <a:pt x="1861" y="10500"/>
                  </a:lnTo>
                  <a:lnTo>
                    <a:pt x="2568" y="10077"/>
                  </a:lnTo>
                  <a:lnTo>
                    <a:pt x="3801" y="9872"/>
                  </a:lnTo>
                  <a:lnTo>
                    <a:pt x="4143" y="10557"/>
                  </a:lnTo>
                  <a:lnTo>
                    <a:pt x="4794" y="10899"/>
                  </a:lnTo>
                  <a:lnTo>
                    <a:pt x="5421" y="9861"/>
                  </a:lnTo>
                  <a:lnTo>
                    <a:pt x="6722" y="9804"/>
                  </a:lnTo>
                  <a:lnTo>
                    <a:pt x="7498" y="9370"/>
                  </a:lnTo>
                  <a:lnTo>
                    <a:pt x="7578" y="8719"/>
                  </a:lnTo>
                  <a:lnTo>
                    <a:pt x="7224" y="8263"/>
                  </a:lnTo>
                  <a:close/>
                  <a:moveTo>
                    <a:pt x="5456" y="1210"/>
                  </a:moveTo>
                  <a:lnTo>
                    <a:pt x="4702" y="913"/>
                  </a:lnTo>
                  <a:lnTo>
                    <a:pt x="3219" y="0"/>
                  </a:lnTo>
                  <a:lnTo>
                    <a:pt x="3481" y="685"/>
                  </a:lnTo>
                  <a:lnTo>
                    <a:pt x="4098" y="1906"/>
                  </a:lnTo>
                  <a:lnTo>
                    <a:pt x="3356" y="1952"/>
                  </a:lnTo>
                  <a:lnTo>
                    <a:pt x="3447" y="2625"/>
                  </a:lnTo>
                  <a:lnTo>
                    <a:pt x="4098" y="3493"/>
                  </a:lnTo>
                  <a:lnTo>
                    <a:pt x="4908" y="3493"/>
                  </a:lnTo>
                  <a:lnTo>
                    <a:pt x="4680" y="2523"/>
                  </a:lnTo>
                  <a:lnTo>
                    <a:pt x="6220" y="3127"/>
                  </a:lnTo>
                  <a:lnTo>
                    <a:pt x="6277" y="2260"/>
                  </a:lnTo>
                  <a:lnTo>
                    <a:pt x="7190" y="2009"/>
                  </a:lnTo>
                  <a:lnTo>
                    <a:pt x="6334" y="1028"/>
                  </a:lnTo>
                  <a:lnTo>
                    <a:pt x="6095" y="1404"/>
                  </a:lnTo>
                  <a:close/>
                </a:path>
              </a:pathLst>
            </a:custGeom>
            <a:solidFill>
              <a:schemeClr val="accent2"/>
            </a:solidFill>
            <a:ln w="9525" cap="flat" cmpd="sng">
              <a:solidFill>
                <a:schemeClr val="accent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162525" tIns="162525" rIns="162525" bIns="1625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3200"/>
                <a:buFont typeface="Calibri"/>
                <a:buNone/>
              </a:pPr>
              <a:endParaRPr sz="3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993" name="Google Shape;993;p38"/>
            <p:cNvSpPr/>
            <p:nvPr/>
          </p:nvSpPr>
          <p:spPr>
            <a:xfrm>
              <a:off x="4538525" y="1865050"/>
              <a:ext cx="710700" cy="323275"/>
            </a:xfrm>
            <a:custGeom>
              <a:avLst/>
              <a:gdLst/>
              <a:ahLst/>
              <a:cxnLst/>
              <a:rect l="l" t="t" r="r" b="b"/>
              <a:pathLst>
                <a:path w="28428" h="12931" extrusionOk="0">
                  <a:moveTo>
                    <a:pt x="14688" y="194"/>
                  </a:moveTo>
                  <a:lnTo>
                    <a:pt x="13409" y="0"/>
                  </a:lnTo>
                  <a:lnTo>
                    <a:pt x="12964" y="365"/>
                  </a:lnTo>
                  <a:lnTo>
                    <a:pt x="11424" y="674"/>
                  </a:lnTo>
                  <a:lnTo>
                    <a:pt x="11184" y="890"/>
                  </a:lnTo>
                  <a:lnTo>
                    <a:pt x="8787" y="1187"/>
                  </a:lnTo>
                  <a:lnTo>
                    <a:pt x="8582" y="1484"/>
                  </a:lnTo>
                  <a:lnTo>
                    <a:pt x="9301" y="2066"/>
                  </a:lnTo>
                  <a:lnTo>
                    <a:pt x="8742" y="2294"/>
                  </a:lnTo>
                  <a:lnTo>
                    <a:pt x="8947" y="2545"/>
                  </a:lnTo>
                  <a:lnTo>
                    <a:pt x="8445" y="2956"/>
                  </a:lnTo>
                  <a:lnTo>
                    <a:pt x="9780" y="3549"/>
                  </a:lnTo>
                  <a:lnTo>
                    <a:pt x="9757" y="3983"/>
                  </a:lnTo>
                  <a:lnTo>
                    <a:pt x="8765" y="3937"/>
                  </a:lnTo>
                  <a:lnTo>
                    <a:pt x="8650" y="4200"/>
                  </a:lnTo>
                  <a:lnTo>
                    <a:pt x="7612" y="3743"/>
                  </a:lnTo>
                  <a:lnTo>
                    <a:pt x="6528" y="3766"/>
                  </a:lnTo>
                  <a:lnTo>
                    <a:pt x="5912" y="4120"/>
                  </a:lnTo>
                  <a:lnTo>
                    <a:pt x="4976" y="3778"/>
                  </a:lnTo>
                  <a:lnTo>
                    <a:pt x="3275" y="3173"/>
                  </a:lnTo>
                  <a:lnTo>
                    <a:pt x="2203" y="3196"/>
                  </a:lnTo>
                  <a:lnTo>
                    <a:pt x="1050" y="4143"/>
                  </a:lnTo>
                  <a:lnTo>
                    <a:pt x="1153" y="4793"/>
                  </a:lnTo>
                  <a:lnTo>
                    <a:pt x="297" y="4280"/>
                  </a:lnTo>
                  <a:lnTo>
                    <a:pt x="0" y="5250"/>
                  </a:lnTo>
                  <a:lnTo>
                    <a:pt x="240" y="5421"/>
                  </a:lnTo>
                  <a:lnTo>
                    <a:pt x="0" y="6094"/>
                  </a:lnTo>
                  <a:lnTo>
                    <a:pt x="753" y="6711"/>
                  </a:lnTo>
                  <a:lnTo>
                    <a:pt x="1267" y="6676"/>
                  </a:lnTo>
                  <a:lnTo>
                    <a:pt x="1860" y="7258"/>
                  </a:lnTo>
                  <a:lnTo>
                    <a:pt x="1894" y="7715"/>
                  </a:lnTo>
                  <a:lnTo>
                    <a:pt x="2294" y="7863"/>
                  </a:lnTo>
                  <a:lnTo>
                    <a:pt x="2922" y="7681"/>
                  </a:lnTo>
                  <a:lnTo>
                    <a:pt x="3629" y="7293"/>
                  </a:lnTo>
                  <a:lnTo>
                    <a:pt x="4302" y="7509"/>
                  </a:lnTo>
                  <a:lnTo>
                    <a:pt x="4999" y="7464"/>
                  </a:lnTo>
                  <a:lnTo>
                    <a:pt x="5272" y="8023"/>
                  </a:lnTo>
                  <a:lnTo>
                    <a:pt x="5364" y="8879"/>
                  </a:lnTo>
                  <a:lnTo>
                    <a:pt x="4702" y="8742"/>
                  </a:lnTo>
                  <a:lnTo>
                    <a:pt x="4131" y="8890"/>
                  </a:lnTo>
                  <a:lnTo>
                    <a:pt x="4257" y="9529"/>
                  </a:lnTo>
                  <a:lnTo>
                    <a:pt x="3549" y="9450"/>
                  </a:lnTo>
                  <a:lnTo>
                    <a:pt x="3629" y="9735"/>
                  </a:lnTo>
                  <a:lnTo>
                    <a:pt x="4086" y="9963"/>
                  </a:lnTo>
                  <a:lnTo>
                    <a:pt x="4622" y="10739"/>
                  </a:lnTo>
                  <a:lnTo>
                    <a:pt x="5535" y="11047"/>
                  </a:lnTo>
                  <a:lnTo>
                    <a:pt x="5740" y="11344"/>
                  </a:lnTo>
                  <a:lnTo>
                    <a:pt x="5649" y="11709"/>
                  </a:lnTo>
                  <a:lnTo>
                    <a:pt x="5740" y="11926"/>
                  </a:lnTo>
                  <a:lnTo>
                    <a:pt x="6003" y="11641"/>
                  </a:lnTo>
                  <a:lnTo>
                    <a:pt x="6790" y="11458"/>
                  </a:lnTo>
                  <a:lnTo>
                    <a:pt x="7327" y="11698"/>
                  </a:lnTo>
                  <a:lnTo>
                    <a:pt x="8023" y="12394"/>
                  </a:lnTo>
                  <a:lnTo>
                    <a:pt x="8388" y="12360"/>
                  </a:lnTo>
                  <a:lnTo>
                    <a:pt x="7498" y="9107"/>
                  </a:lnTo>
                  <a:lnTo>
                    <a:pt x="9198" y="8594"/>
                  </a:lnTo>
                  <a:lnTo>
                    <a:pt x="9358" y="8662"/>
                  </a:lnTo>
                  <a:lnTo>
                    <a:pt x="10648" y="9301"/>
                  </a:lnTo>
                  <a:lnTo>
                    <a:pt x="11332" y="9632"/>
                  </a:lnTo>
                  <a:lnTo>
                    <a:pt x="12268" y="10420"/>
                  </a:lnTo>
                  <a:lnTo>
                    <a:pt x="13078" y="10283"/>
                  </a:lnTo>
                  <a:lnTo>
                    <a:pt x="14300" y="10214"/>
                  </a:lnTo>
                  <a:lnTo>
                    <a:pt x="15372" y="10853"/>
                  </a:lnTo>
                  <a:lnTo>
                    <a:pt x="15589" y="11743"/>
                  </a:lnTo>
                  <a:lnTo>
                    <a:pt x="15943" y="11755"/>
                  </a:lnTo>
                  <a:lnTo>
                    <a:pt x="16319" y="12474"/>
                  </a:lnTo>
                  <a:lnTo>
                    <a:pt x="17255" y="12497"/>
                  </a:lnTo>
                  <a:lnTo>
                    <a:pt x="17586" y="12930"/>
                  </a:lnTo>
                  <a:lnTo>
                    <a:pt x="17860" y="12930"/>
                  </a:lnTo>
                  <a:lnTo>
                    <a:pt x="17986" y="12280"/>
                  </a:lnTo>
                  <a:lnTo>
                    <a:pt x="18750" y="11675"/>
                  </a:lnTo>
                  <a:lnTo>
                    <a:pt x="19115" y="11504"/>
                  </a:lnTo>
                  <a:lnTo>
                    <a:pt x="19150" y="11116"/>
                  </a:lnTo>
                  <a:lnTo>
                    <a:pt x="19595" y="11002"/>
                  </a:lnTo>
                  <a:lnTo>
                    <a:pt x="20896" y="11298"/>
                  </a:lnTo>
                  <a:lnTo>
                    <a:pt x="20827" y="10785"/>
                  </a:lnTo>
                  <a:lnTo>
                    <a:pt x="21181" y="10602"/>
                  </a:lnTo>
                  <a:lnTo>
                    <a:pt x="22334" y="10967"/>
                  </a:lnTo>
                  <a:lnTo>
                    <a:pt x="22562" y="10876"/>
                  </a:lnTo>
                  <a:lnTo>
                    <a:pt x="23794" y="10899"/>
                  </a:lnTo>
                  <a:lnTo>
                    <a:pt x="24901" y="10990"/>
                  </a:lnTo>
                  <a:lnTo>
                    <a:pt x="25369" y="11298"/>
                  </a:lnTo>
                  <a:lnTo>
                    <a:pt x="25872" y="11424"/>
                  </a:lnTo>
                  <a:lnTo>
                    <a:pt x="25632" y="10933"/>
                  </a:lnTo>
                  <a:lnTo>
                    <a:pt x="26043" y="10705"/>
                  </a:lnTo>
                  <a:lnTo>
                    <a:pt x="24799" y="9176"/>
                  </a:lnTo>
                  <a:lnTo>
                    <a:pt x="26088" y="8833"/>
                  </a:lnTo>
                  <a:lnTo>
                    <a:pt x="26374" y="8628"/>
                  </a:lnTo>
                  <a:lnTo>
                    <a:pt x="26225" y="7053"/>
                  </a:lnTo>
                  <a:lnTo>
                    <a:pt x="27755" y="7338"/>
                  </a:lnTo>
                  <a:lnTo>
                    <a:pt x="27983" y="6939"/>
                  </a:lnTo>
                  <a:lnTo>
                    <a:pt x="27629" y="6049"/>
                  </a:lnTo>
                  <a:lnTo>
                    <a:pt x="28165" y="5969"/>
                  </a:lnTo>
                  <a:lnTo>
                    <a:pt x="28428" y="5364"/>
                  </a:lnTo>
                  <a:lnTo>
                    <a:pt x="27812" y="4828"/>
                  </a:lnTo>
                  <a:lnTo>
                    <a:pt x="26956" y="4953"/>
                  </a:lnTo>
                  <a:lnTo>
                    <a:pt x="26488" y="4577"/>
                  </a:lnTo>
                  <a:lnTo>
                    <a:pt x="25929" y="4405"/>
                  </a:lnTo>
                  <a:lnTo>
                    <a:pt x="25347" y="3892"/>
                  </a:lnTo>
                  <a:lnTo>
                    <a:pt x="24890" y="3743"/>
                  </a:lnTo>
                  <a:lnTo>
                    <a:pt x="24000" y="3972"/>
                  </a:lnTo>
                  <a:lnTo>
                    <a:pt x="22824" y="3458"/>
                  </a:lnTo>
                  <a:lnTo>
                    <a:pt x="22665" y="3926"/>
                  </a:lnTo>
                  <a:lnTo>
                    <a:pt x="20086" y="1712"/>
                  </a:lnTo>
                  <a:lnTo>
                    <a:pt x="18899" y="1039"/>
                  </a:lnTo>
                  <a:lnTo>
                    <a:pt x="19013" y="776"/>
                  </a:lnTo>
                  <a:lnTo>
                    <a:pt x="17712" y="1587"/>
                  </a:lnTo>
                  <a:lnTo>
                    <a:pt x="17084" y="1644"/>
                  </a:lnTo>
                  <a:lnTo>
                    <a:pt x="16913" y="1176"/>
                  </a:lnTo>
                  <a:lnTo>
                    <a:pt x="15920" y="868"/>
                  </a:lnTo>
                  <a:lnTo>
                    <a:pt x="15304" y="1084"/>
                  </a:lnTo>
                  <a:close/>
                </a:path>
              </a:pathLst>
            </a:custGeom>
            <a:solidFill>
              <a:schemeClr val="accent2"/>
            </a:solidFill>
            <a:ln w="9525" cap="flat" cmpd="sng">
              <a:solidFill>
                <a:schemeClr val="accent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162525" tIns="162525" rIns="162525" bIns="1625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3200"/>
                <a:buFont typeface="Calibri"/>
                <a:buNone/>
              </a:pPr>
              <a:endParaRPr sz="3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994" name="Google Shape;994;p38"/>
            <p:cNvSpPr/>
            <p:nvPr/>
          </p:nvSpPr>
          <p:spPr>
            <a:xfrm>
              <a:off x="4400700" y="2987150"/>
              <a:ext cx="158675" cy="231125"/>
            </a:xfrm>
            <a:custGeom>
              <a:avLst/>
              <a:gdLst/>
              <a:ahLst/>
              <a:cxnLst/>
              <a:rect l="l" t="t" r="r" b="b"/>
              <a:pathLst>
                <a:path w="6347" h="9245" extrusionOk="0">
                  <a:moveTo>
                    <a:pt x="6346" y="1438"/>
                  </a:moveTo>
                  <a:lnTo>
                    <a:pt x="5810" y="1438"/>
                  </a:lnTo>
                  <a:lnTo>
                    <a:pt x="5479" y="1142"/>
                  </a:lnTo>
                  <a:lnTo>
                    <a:pt x="4748" y="1507"/>
                  </a:lnTo>
                  <a:lnTo>
                    <a:pt x="4520" y="1895"/>
                  </a:lnTo>
                  <a:lnTo>
                    <a:pt x="3984" y="1826"/>
                  </a:lnTo>
                  <a:lnTo>
                    <a:pt x="3813" y="1724"/>
                  </a:lnTo>
                  <a:lnTo>
                    <a:pt x="3630" y="1735"/>
                  </a:lnTo>
                  <a:lnTo>
                    <a:pt x="3368" y="1735"/>
                  </a:lnTo>
                  <a:lnTo>
                    <a:pt x="2340" y="970"/>
                  </a:lnTo>
                  <a:lnTo>
                    <a:pt x="1781" y="970"/>
                  </a:lnTo>
                  <a:lnTo>
                    <a:pt x="1496" y="674"/>
                  </a:lnTo>
                  <a:lnTo>
                    <a:pt x="1496" y="160"/>
                  </a:lnTo>
                  <a:lnTo>
                    <a:pt x="1085" y="0"/>
                  </a:lnTo>
                  <a:lnTo>
                    <a:pt x="549" y="594"/>
                  </a:lnTo>
                  <a:lnTo>
                    <a:pt x="58" y="1142"/>
                  </a:lnTo>
                  <a:lnTo>
                    <a:pt x="446" y="1769"/>
                  </a:lnTo>
                  <a:lnTo>
                    <a:pt x="549" y="2226"/>
                  </a:lnTo>
                  <a:lnTo>
                    <a:pt x="914" y="3264"/>
                  </a:lnTo>
                  <a:lnTo>
                    <a:pt x="617" y="3938"/>
                  </a:lnTo>
                  <a:lnTo>
                    <a:pt x="229" y="4531"/>
                  </a:lnTo>
                  <a:lnTo>
                    <a:pt x="1" y="4908"/>
                  </a:lnTo>
                  <a:lnTo>
                    <a:pt x="1" y="4953"/>
                  </a:lnTo>
                  <a:lnTo>
                    <a:pt x="206" y="5296"/>
                  </a:lnTo>
                  <a:lnTo>
                    <a:pt x="149" y="5957"/>
                  </a:lnTo>
                  <a:lnTo>
                    <a:pt x="3025" y="7818"/>
                  </a:lnTo>
                  <a:lnTo>
                    <a:pt x="3082" y="8343"/>
                  </a:lnTo>
                  <a:lnTo>
                    <a:pt x="4223" y="9244"/>
                  </a:lnTo>
                  <a:lnTo>
                    <a:pt x="4543" y="8947"/>
                  </a:lnTo>
                  <a:lnTo>
                    <a:pt x="4714" y="8343"/>
                  </a:lnTo>
                  <a:lnTo>
                    <a:pt x="4965" y="7977"/>
                  </a:lnTo>
                  <a:lnTo>
                    <a:pt x="5091" y="7327"/>
                  </a:lnTo>
                  <a:lnTo>
                    <a:pt x="5399" y="7270"/>
                  </a:lnTo>
                  <a:lnTo>
                    <a:pt x="5593" y="6893"/>
                  </a:lnTo>
                  <a:lnTo>
                    <a:pt x="6164" y="6528"/>
                  </a:lnTo>
                  <a:lnTo>
                    <a:pt x="5696" y="5775"/>
                  </a:lnTo>
                  <a:lnTo>
                    <a:pt x="5661" y="2465"/>
                  </a:lnTo>
                  <a:close/>
                </a:path>
              </a:pathLst>
            </a:custGeom>
            <a:solidFill>
              <a:schemeClr val="accent2"/>
            </a:solidFill>
            <a:ln w="9525" cap="flat" cmpd="sng">
              <a:solidFill>
                <a:schemeClr val="accent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162525" tIns="162525" rIns="162525" bIns="1625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3200"/>
                <a:buFont typeface="Calibri"/>
                <a:buNone/>
              </a:pPr>
              <a:endParaRPr sz="3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995" name="Google Shape;995;p38"/>
            <p:cNvSpPr/>
            <p:nvPr/>
          </p:nvSpPr>
          <p:spPr>
            <a:xfrm>
              <a:off x="5005550" y="2130100"/>
              <a:ext cx="179775" cy="89325"/>
            </a:xfrm>
            <a:custGeom>
              <a:avLst/>
              <a:gdLst/>
              <a:ahLst/>
              <a:cxnLst/>
              <a:rect l="l" t="t" r="r" b="b"/>
              <a:pathLst>
                <a:path w="7191" h="3573" extrusionOk="0">
                  <a:moveTo>
                    <a:pt x="7191" y="833"/>
                  </a:moveTo>
                  <a:lnTo>
                    <a:pt x="6688" y="696"/>
                  </a:lnTo>
                  <a:lnTo>
                    <a:pt x="6220" y="388"/>
                  </a:lnTo>
                  <a:lnTo>
                    <a:pt x="5113" y="297"/>
                  </a:lnTo>
                  <a:lnTo>
                    <a:pt x="3881" y="274"/>
                  </a:lnTo>
                  <a:lnTo>
                    <a:pt x="3653" y="377"/>
                  </a:lnTo>
                  <a:lnTo>
                    <a:pt x="2500" y="0"/>
                  </a:lnTo>
                  <a:lnTo>
                    <a:pt x="2146" y="183"/>
                  </a:lnTo>
                  <a:lnTo>
                    <a:pt x="2215" y="696"/>
                  </a:lnTo>
                  <a:lnTo>
                    <a:pt x="914" y="400"/>
                  </a:lnTo>
                  <a:lnTo>
                    <a:pt x="469" y="514"/>
                  </a:lnTo>
                  <a:lnTo>
                    <a:pt x="434" y="902"/>
                  </a:lnTo>
                  <a:lnTo>
                    <a:pt x="686" y="982"/>
                  </a:lnTo>
                  <a:lnTo>
                    <a:pt x="240" y="1575"/>
                  </a:lnTo>
                  <a:lnTo>
                    <a:pt x="902" y="1895"/>
                  </a:lnTo>
                  <a:lnTo>
                    <a:pt x="1359" y="1666"/>
                  </a:lnTo>
                  <a:lnTo>
                    <a:pt x="2375" y="2146"/>
                  </a:lnTo>
                  <a:lnTo>
                    <a:pt x="1633" y="2785"/>
                  </a:lnTo>
                  <a:lnTo>
                    <a:pt x="1039" y="2693"/>
                  </a:lnTo>
                  <a:lnTo>
                    <a:pt x="845" y="2979"/>
                  </a:lnTo>
                  <a:lnTo>
                    <a:pt x="1" y="2830"/>
                  </a:lnTo>
                  <a:lnTo>
                    <a:pt x="92" y="3355"/>
                  </a:lnTo>
                  <a:lnTo>
                    <a:pt x="857" y="3287"/>
                  </a:lnTo>
                  <a:lnTo>
                    <a:pt x="1872" y="3572"/>
                  </a:lnTo>
                  <a:lnTo>
                    <a:pt x="3230" y="3435"/>
                  </a:lnTo>
                  <a:lnTo>
                    <a:pt x="3367" y="3230"/>
                  </a:lnTo>
                  <a:lnTo>
                    <a:pt x="3208" y="3013"/>
                  </a:lnTo>
                  <a:lnTo>
                    <a:pt x="3778" y="2579"/>
                  </a:lnTo>
                  <a:lnTo>
                    <a:pt x="4235" y="2408"/>
                  </a:lnTo>
                  <a:lnTo>
                    <a:pt x="5056" y="2545"/>
                  </a:lnTo>
                  <a:lnTo>
                    <a:pt x="5136" y="1974"/>
                  </a:lnTo>
                  <a:lnTo>
                    <a:pt x="6049" y="1860"/>
                  </a:lnTo>
                  <a:lnTo>
                    <a:pt x="6198" y="1518"/>
                  </a:lnTo>
                  <a:lnTo>
                    <a:pt x="7168" y="1027"/>
                  </a:lnTo>
                  <a:close/>
                </a:path>
              </a:pathLst>
            </a:custGeom>
            <a:solidFill>
              <a:schemeClr val="accent2"/>
            </a:solidFill>
            <a:ln w="9525" cap="flat" cmpd="sng">
              <a:solidFill>
                <a:schemeClr val="accent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162525" tIns="162525" rIns="162525" bIns="1625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3200"/>
                <a:buFont typeface="Calibri"/>
                <a:buNone/>
              </a:pPr>
              <a:endParaRPr sz="3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996" name="Google Shape;996;p38"/>
            <p:cNvSpPr/>
            <p:nvPr/>
          </p:nvSpPr>
          <p:spPr>
            <a:xfrm>
              <a:off x="5756200" y="2781725"/>
              <a:ext cx="105000" cy="92475"/>
            </a:xfrm>
            <a:custGeom>
              <a:avLst/>
              <a:gdLst/>
              <a:ahLst/>
              <a:cxnLst/>
              <a:rect l="l" t="t" r="r" b="b"/>
              <a:pathLst>
                <a:path w="4200" h="3699" extrusionOk="0">
                  <a:moveTo>
                    <a:pt x="3926" y="332"/>
                  </a:moveTo>
                  <a:lnTo>
                    <a:pt x="3184" y="1"/>
                  </a:lnTo>
                  <a:lnTo>
                    <a:pt x="2899" y="617"/>
                  </a:lnTo>
                  <a:lnTo>
                    <a:pt x="2203" y="274"/>
                  </a:lnTo>
                  <a:lnTo>
                    <a:pt x="1450" y="126"/>
                  </a:lnTo>
                  <a:lnTo>
                    <a:pt x="434" y="309"/>
                  </a:lnTo>
                  <a:lnTo>
                    <a:pt x="0" y="1050"/>
                  </a:lnTo>
                  <a:lnTo>
                    <a:pt x="308" y="2157"/>
                  </a:lnTo>
                  <a:lnTo>
                    <a:pt x="788" y="3093"/>
                  </a:lnTo>
                  <a:lnTo>
                    <a:pt x="1164" y="3561"/>
                  </a:lnTo>
                  <a:lnTo>
                    <a:pt x="1826" y="3698"/>
                  </a:lnTo>
                  <a:lnTo>
                    <a:pt x="2500" y="3333"/>
                  </a:lnTo>
                  <a:lnTo>
                    <a:pt x="3333" y="3264"/>
                  </a:lnTo>
                  <a:lnTo>
                    <a:pt x="2933" y="2728"/>
                  </a:lnTo>
                  <a:lnTo>
                    <a:pt x="4200" y="2021"/>
                  </a:lnTo>
                  <a:lnTo>
                    <a:pt x="4189" y="925"/>
                  </a:lnTo>
                  <a:close/>
                </a:path>
              </a:pathLst>
            </a:custGeom>
            <a:solidFill>
              <a:schemeClr val="accent2"/>
            </a:solidFill>
            <a:ln w="9525" cap="flat" cmpd="sng">
              <a:solidFill>
                <a:schemeClr val="accent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162525" tIns="162525" rIns="162525" bIns="1625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3200"/>
                <a:buFont typeface="Calibri"/>
                <a:buNone/>
              </a:pPr>
              <a:endParaRPr sz="3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997" name="Google Shape;997;p38"/>
            <p:cNvSpPr/>
            <p:nvPr/>
          </p:nvSpPr>
          <p:spPr>
            <a:xfrm>
              <a:off x="6077175" y="2234525"/>
              <a:ext cx="84175" cy="97575"/>
            </a:xfrm>
            <a:custGeom>
              <a:avLst/>
              <a:gdLst/>
              <a:ahLst/>
              <a:cxnLst/>
              <a:rect l="l" t="t" r="r" b="b"/>
              <a:pathLst>
                <a:path w="3367" h="3903" extrusionOk="0">
                  <a:moveTo>
                    <a:pt x="0" y="799"/>
                  </a:moveTo>
                  <a:lnTo>
                    <a:pt x="890" y="1586"/>
                  </a:lnTo>
                  <a:lnTo>
                    <a:pt x="399" y="1746"/>
                  </a:lnTo>
                  <a:lnTo>
                    <a:pt x="1141" y="2716"/>
                  </a:lnTo>
                  <a:lnTo>
                    <a:pt x="1301" y="3401"/>
                  </a:lnTo>
                  <a:lnTo>
                    <a:pt x="1598" y="3903"/>
                  </a:lnTo>
                  <a:lnTo>
                    <a:pt x="2237" y="3823"/>
                  </a:lnTo>
                  <a:lnTo>
                    <a:pt x="2693" y="3446"/>
                  </a:lnTo>
                  <a:lnTo>
                    <a:pt x="3298" y="3275"/>
                  </a:lnTo>
                  <a:lnTo>
                    <a:pt x="3367" y="2762"/>
                  </a:lnTo>
                  <a:lnTo>
                    <a:pt x="2887" y="1689"/>
                  </a:lnTo>
                  <a:lnTo>
                    <a:pt x="2408" y="1084"/>
                  </a:lnTo>
                  <a:lnTo>
                    <a:pt x="1244" y="0"/>
                  </a:lnTo>
                  <a:lnTo>
                    <a:pt x="1255" y="228"/>
                  </a:lnTo>
                  <a:lnTo>
                    <a:pt x="959" y="285"/>
                  </a:lnTo>
                  <a:lnTo>
                    <a:pt x="457" y="331"/>
                  </a:lnTo>
                  <a:lnTo>
                    <a:pt x="354" y="742"/>
                  </a:lnTo>
                  <a:lnTo>
                    <a:pt x="11" y="719"/>
                  </a:lnTo>
                  <a:close/>
                </a:path>
              </a:pathLst>
            </a:custGeom>
            <a:solidFill>
              <a:schemeClr val="accent2"/>
            </a:solidFill>
            <a:ln w="9525" cap="flat" cmpd="sng">
              <a:solidFill>
                <a:schemeClr val="accent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162525" tIns="162525" rIns="162525" bIns="1625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3200"/>
                <a:buFont typeface="Calibri"/>
                <a:buNone/>
              </a:pPr>
              <a:endParaRPr sz="3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998" name="Google Shape;998;p38"/>
            <p:cNvSpPr/>
            <p:nvPr/>
          </p:nvSpPr>
          <p:spPr>
            <a:xfrm>
              <a:off x="4620100" y="2429950"/>
              <a:ext cx="37125" cy="35125"/>
            </a:xfrm>
            <a:custGeom>
              <a:avLst/>
              <a:gdLst/>
              <a:ahLst/>
              <a:cxnLst/>
              <a:rect l="l" t="t" r="r" b="b"/>
              <a:pathLst>
                <a:path w="1485" h="1405" extrusionOk="0">
                  <a:moveTo>
                    <a:pt x="982" y="80"/>
                  </a:moveTo>
                  <a:lnTo>
                    <a:pt x="457" y="0"/>
                  </a:lnTo>
                  <a:lnTo>
                    <a:pt x="1" y="879"/>
                  </a:lnTo>
                  <a:lnTo>
                    <a:pt x="697" y="959"/>
                  </a:lnTo>
                  <a:lnTo>
                    <a:pt x="937" y="1404"/>
                  </a:lnTo>
                  <a:lnTo>
                    <a:pt x="1485" y="1370"/>
                  </a:lnTo>
                  <a:lnTo>
                    <a:pt x="1142" y="685"/>
                  </a:lnTo>
                  <a:lnTo>
                    <a:pt x="1176" y="480"/>
                  </a:lnTo>
                  <a:close/>
                </a:path>
              </a:pathLst>
            </a:custGeom>
            <a:solidFill>
              <a:schemeClr val="accent2"/>
            </a:solidFill>
            <a:ln w="9525" cap="flat" cmpd="sng">
              <a:solidFill>
                <a:schemeClr val="accent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162525" tIns="162525" rIns="162525" bIns="1625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3200"/>
                <a:buFont typeface="Calibri"/>
                <a:buNone/>
              </a:pPr>
              <a:endParaRPr sz="3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999" name="Google Shape;999;p38"/>
            <p:cNvSpPr/>
            <p:nvPr/>
          </p:nvSpPr>
          <p:spPr>
            <a:xfrm>
              <a:off x="5691150" y="2602275"/>
              <a:ext cx="164075" cy="194600"/>
            </a:xfrm>
            <a:custGeom>
              <a:avLst/>
              <a:gdLst/>
              <a:ahLst/>
              <a:cxnLst/>
              <a:rect l="l" t="t" r="r" b="b"/>
              <a:pathLst>
                <a:path w="6563" h="7784" extrusionOk="0">
                  <a:moveTo>
                    <a:pt x="6528" y="7510"/>
                  </a:moveTo>
                  <a:lnTo>
                    <a:pt x="6562" y="6597"/>
                  </a:lnTo>
                  <a:lnTo>
                    <a:pt x="6277" y="5946"/>
                  </a:lnTo>
                  <a:lnTo>
                    <a:pt x="5592" y="5318"/>
                  </a:lnTo>
                  <a:lnTo>
                    <a:pt x="4976" y="4520"/>
                  </a:lnTo>
                  <a:lnTo>
                    <a:pt x="4166" y="3458"/>
                  </a:lnTo>
                  <a:lnTo>
                    <a:pt x="3116" y="2910"/>
                  </a:lnTo>
                  <a:lnTo>
                    <a:pt x="3310" y="2579"/>
                  </a:lnTo>
                  <a:lnTo>
                    <a:pt x="3778" y="2340"/>
                  </a:lnTo>
                  <a:lnTo>
                    <a:pt x="3344" y="1552"/>
                  </a:lnTo>
                  <a:lnTo>
                    <a:pt x="2374" y="1541"/>
                  </a:lnTo>
                  <a:lnTo>
                    <a:pt x="1895" y="731"/>
                  </a:lnTo>
                  <a:lnTo>
                    <a:pt x="1324" y="0"/>
                  </a:lnTo>
                  <a:lnTo>
                    <a:pt x="936" y="149"/>
                  </a:lnTo>
                  <a:lnTo>
                    <a:pt x="1210" y="1176"/>
                  </a:lnTo>
                  <a:lnTo>
                    <a:pt x="799" y="1153"/>
                  </a:lnTo>
                  <a:lnTo>
                    <a:pt x="696" y="936"/>
                  </a:lnTo>
                  <a:lnTo>
                    <a:pt x="114" y="1530"/>
                  </a:lnTo>
                  <a:lnTo>
                    <a:pt x="0" y="1872"/>
                  </a:lnTo>
                  <a:lnTo>
                    <a:pt x="366" y="2134"/>
                  </a:lnTo>
                  <a:lnTo>
                    <a:pt x="491" y="2682"/>
                  </a:lnTo>
                  <a:lnTo>
                    <a:pt x="1039" y="2728"/>
                  </a:lnTo>
                  <a:lnTo>
                    <a:pt x="982" y="3675"/>
                  </a:lnTo>
                  <a:lnTo>
                    <a:pt x="1119" y="4497"/>
                  </a:lnTo>
                  <a:lnTo>
                    <a:pt x="1872" y="3949"/>
                  </a:lnTo>
                  <a:lnTo>
                    <a:pt x="2134" y="4120"/>
                  </a:lnTo>
                  <a:lnTo>
                    <a:pt x="2591" y="4097"/>
                  </a:lnTo>
                  <a:lnTo>
                    <a:pt x="2705" y="3778"/>
                  </a:lnTo>
                  <a:lnTo>
                    <a:pt x="3321" y="3835"/>
                  </a:lnTo>
                  <a:lnTo>
                    <a:pt x="4017" y="4577"/>
                  </a:lnTo>
                  <a:lnTo>
                    <a:pt x="4200" y="5478"/>
                  </a:lnTo>
                  <a:lnTo>
                    <a:pt x="4942" y="6266"/>
                  </a:lnTo>
                  <a:lnTo>
                    <a:pt x="5010" y="7030"/>
                  </a:lnTo>
                  <a:lnTo>
                    <a:pt x="4805" y="7441"/>
                  </a:lnTo>
                  <a:lnTo>
                    <a:pt x="5501" y="7783"/>
                  </a:lnTo>
                  <a:lnTo>
                    <a:pt x="5786" y="7179"/>
                  </a:lnTo>
                  <a:close/>
                </a:path>
              </a:pathLst>
            </a:custGeom>
            <a:solidFill>
              <a:schemeClr val="accent2"/>
            </a:solidFill>
            <a:ln w="9525" cap="flat" cmpd="sng">
              <a:solidFill>
                <a:schemeClr val="accent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162525" tIns="162525" rIns="162525" bIns="1625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3200"/>
                <a:buFont typeface="Calibri"/>
                <a:buNone/>
              </a:pPr>
              <a:endParaRPr sz="3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000" name="Google Shape;1000;p38"/>
            <p:cNvSpPr/>
            <p:nvPr/>
          </p:nvSpPr>
          <p:spPr>
            <a:xfrm>
              <a:off x="4390150" y="2326375"/>
              <a:ext cx="25125" cy="35125"/>
            </a:xfrm>
            <a:custGeom>
              <a:avLst/>
              <a:gdLst/>
              <a:ahLst/>
              <a:cxnLst/>
              <a:rect l="l" t="t" r="r" b="b"/>
              <a:pathLst>
                <a:path w="1005" h="1405" extrusionOk="0">
                  <a:moveTo>
                    <a:pt x="514" y="1233"/>
                  </a:moveTo>
                  <a:lnTo>
                    <a:pt x="640" y="743"/>
                  </a:lnTo>
                  <a:lnTo>
                    <a:pt x="1005" y="400"/>
                  </a:lnTo>
                  <a:lnTo>
                    <a:pt x="834" y="35"/>
                  </a:lnTo>
                  <a:lnTo>
                    <a:pt x="491" y="1"/>
                  </a:lnTo>
                  <a:lnTo>
                    <a:pt x="480" y="24"/>
                  </a:lnTo>
                  <a:lnTo>
                    <a:pt x="183" y="663"/>
                  </a:lnTo>
                  <a:lnTo>
                    <a:pt x="1" y="1404"/>
                  </a:lnTo>
                  <a:lnTo>
                    <a:pt x="252" y="1404"/>
                  </a:lnTo>
                  <a:lnTo>
                    <a:pt x="309" y="1256"/>
                  </a:lnTo>
                  <a:close/>
                </a:path>
              </a:pathLst>
            </a:custGeom>
            <a:solidFill>
              <a:schemeClr val="accent2"/>
            </a:solidFill>
            <a:ln w="9525" cap="flat" cmpd="sng">
              <a:solidFill>
                <a:schemeClr val="accent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162525" tIns="162525" rIns="162525" bIns="1625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3200"/>
                <a:buFont typeface="Calibri"/>
                <a:buNone/>
              </a:pPr>
              <a:endParaRPr sz="3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001" name="Google Shape;1001;p38"/>
            <p:cNvSpPr/>
            <p:nvPr/>
          </p:nvSpPr>
          <p:spPr>
            <a:xfrm>
              <a:off x="3492575" y="2918100"/>
              <a:ext cx="77925" cy="95325"/>
            </a:xfrm>
            <a:custGeom>
              <a:avLst/>
              <a:gdLst/>
              <a:ahLst/>
              <a:cxnLst/>
              <a:rect l="l" t="t" r="r" b="b"/>
              <a:pathLst>
                <a:path w="3117" h="3813" extrusionOk="0">
                  <a:moveTo>
                    <a:pt x="2409" y="788"/>
                  </a:moveTo>
                  <a:lnTo>
                    <a:pt x="2181" y="765"/>
                  </a:lnTo>
                  <a:lnTo>
                    <a:pt x="2021" y="1130"/>
                  </a:lnTo>
                  <a:lnTo>
                    <a:pt x="1793" y="1119"/>
                  </a:lnTo>
                  <a:lnTo>
                    <a:pt x="1633" y="936"/>
                  </a:lnTo>
                  <a:lnTo>
                    <a:pt x="1690" y="560"/>
                  </a:lnTo>
                  <a:lnTo>
                    <a:pt x="1359" y="1"/>
                  </a:lnTo>
                  <a:lnTo>
                    <a:pt x="1142" y="103"/>
                  </a:lnTo>
                  <a:lnTo>
                    <a:pt x="971" y="138"/>
                  </a:lnTo>
                  <a:lnTo>
                    <a:pt x="606" y="560"/>
                  </a:lnTo>
                  <a:lnTo>
                    <a:pt x="229" y="1051"/>
                  </a:lnTo>
                  <a:lnTo>
                    <a:pt x="195" y="1324"/>
                  </a:lnTo>
                  <a:lnTo>
                    <a:pt x="1" y="1610"/>
                  </a:lnTo>
                  <a:lnTo>
                    <a:pt x="537" y="2192"/>
                  </a:lnTo>
                  <a:lnTo>
                    <a:pt x="1222" y="2694"/>
                  </a:lnTo>
                  <a:lnTo>
                    <a:pt x="1952" y="3379"/>
                  </a:lnTo>
                  <a:lnTo>
                    <a:pt x="2763" y="3812"/>
                  </a:lnTo>
                  <a:lnTo>
                    <a:pt x="2980" y="3801"/>
                  </a:lnTo>
                  <a:lnTo>
                    <a:pt x="3048" y="3059"/>
                  </a:lnTo>
                  <a:lnTo>
                    <a:pt x="3116" y="2945"/>
                  </a:lnTo>
                  <a:lnTo>
                    <a:pt x="3094" y="2591"/>
                  </a:lnTo>
                  <a:lnTo>
                    <a:pt x="2763" y="2203"/>
                  </a:lnTo>
                  <a:lnTo>
                    <a:pt x="2500" y="2146"/>
                  </a:lnTo>
                  <a:lnTo>
                    <a:pt x="2272" y="1895"/>
                  </a:lnTo>
                  <a:lnTo>
                    <a:pt x="2443" y="1496"/>
                  </a:lnTo>
                  <a:lnTo>
                    <a:pt x="2363" y="1051"/>
                  </a:lnTo>
                  <a:close/>
                </a:path>
              </a:pathLst>
            </a:custGeom>
            <a:solidFill>
              <a:schemeClr val="accent2"/>
            </a:solidFill>
            <a:ln w="9525" cap="flat" cmpd="sng">
              <a:solidFill>
                <a:schemeClr val="accent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162525" tIns="162525" rIns="162525" bIns="1625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3200"/>
                <a:buFont typeface="Calibri"/>
                <a:buNone/>
              </a:pPr>
              <a:endParaRPr sz="3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002" name="Google Shape;1002;p38"/>
            <p:cNvSpPr/>
            <p:nvPr/>
          </p:nvSpPr>
          <p:spPr>
            <a:xfrm>
              <a:off x="3902575" y="2360625"/>
              <a:ext cx="311000" cy="307300"/>
            </a:xfrm>
            <a:custGeom>
              <a:avLst/>
              <a:gdLst/>
              <a:ahLst/>
              <a:cxnLst/>
              <a:rect l="l" t="t" r="r" b="b"/>
              <a:pathLst>
                <a:path w="12440" h="12292" extrusionOk="0">
                  <a:moveTo>
                    <a:pt x="12029" y="1427"/>
                  </a:moveTo>
                  <a:lnTo>
                    <a:pt x="11812" y="1119"/>
                  </a:lnTo>
                  <a:lnTo>
                    <a:pt x="11036" y="1004"/>
                  </a:lnTo>
                  <a:lnTo>
                    <a:pt x="10785" y="845"/>
                  </a:lnTo>
                  <a:lnTo>
                    <a:pt x="10499" y="845"/>
                  </a:lnTo>
                  <a:lnTo>
                    <a:pt x="10214" y="445"/>
                  </a:lnTo>
                  <a:lnTo>
                    <a:pt x="9176" y="263"/>
                  </a:lnTo>
                  <a:lnTo>
                    <a:pt x="8662" y="377"/>
                  </a:lnTo>
                  <a:lnTo>
                    <a:pt x="8126" y="810"/>
                  </a:lnTo>
                  <a:lnTo>
                    <a:pt x="7920" y="1244"/>
                  </a:lnTo>
                  <a:lnTo>
                    <a:pt x="8126" y="1929"/>
                  </a:lnTo>
                  <a:lnTo>
                    <a:pt x="7783" y="2363"/>
                  </a:lnTo>
                  <a:lnTo>
                    <a:pt x="7430" y="2591"/>
                  </a:lnTo>
                  <a:lnTo>
                    <a:pt x="6585" y="2146"/>
                  </a:lnTo>
                  <a:lnTo>
                    <a:pt x="5490" y="1758"/>
                  </a:lnTo>
                  <a:lnTo>
                    <a:pt x="4793" y="1598"/>
                  </a:lnTo>
                  <a:lnTo>
                    <a:pt x="4394" y="776"/>
                  </a:lnTo>
                  <a:lnTo>
                    <a:pt x="3367" y="377"/>
                  </a:lnTo>
                  <a:lnTo>
                    <a:pt x="2716" y="217"/>
                  </a:lnTo>
                  <a:lnTo>
                    <a:pt x="2408" y="308"/>
                  </a:lnTo>
                  <a:lnTo>
                    <a:pt x="1495" y="0"/>
                  </a:lnTo>
                  <a:lnTo>
                    <a:pt x="1484" y="696"/>
                  </a:lnTo>
                  <a:lnTo>
                    <a:pt x="1107" y="947"/>
                  </a:lnTo>
                  <a:lnTo>
                    <a:pt x="890" y="1233"/>
                  </a:lnTo>
                  <a:lnTo>
                    <a:pt x="365" y="1598"/>
                  </a:lnTo>
                  <a:lnTo>
                    <a:pt x="468" y="1963"/>
                  </a:lnTo>
                  <a:lnTo>
                    <a:pt x="411" y="2351"/>
                  </a:lnTo>
                  <a:lnTo>
                    <a:pt x="35" y="2545"/>
                  </a:lnTo>
                  <a:lnTo>
                    <a:pt x="308" y="3344"/>
                  </a:lnTo>
                  <a:lnTo>
                    <a:pt x="365" y="3778"/>
                  </a:lnTo>
                  <a:lnTo>
                    <a:pt x="240" y="4519"/>
                  </a:lnTo>
                  <a:lnTo>
                    <a:pt x="308" y="4930"/>
                  </a:lnTo>
                  <a:lnTo>
                    <a:pt x="229" y="5432"/>
                  </a:lnTo>
                  <a:lnTo>
                    <a:pt x="297" y="6003"/>
                  </a:lnTo>
                  <a:lnTo>
                    <a:pt x="0" y="6368"/>
                  </a:lnTo>
                  <a:lnTo>
                    <a:pt x="480" y="7042"/>
                  </a:lnTo>
                  <a:lnTo>
                    <a:pt x="514" y="7430"/>
                  </a:lnTo>
                  <a:lnTo>
                    <a:pt x="799" y="7943"/>
                  </a:lnTo>
                  <a:lnTo>
                    <a:pt x="1164" y="7772"/>
                  </a:lnTo>
                  <a:lnTo>
                    <a:pt x="1781" y="8183"/>
                  </a:lnTo>
                  <a:lnTo>
                    <a:pt x="2134" y="8753"/>
                  </a:lnTo>
                  <a:lnTo>
                    <a:pt x="3390" y="9153"/>
                  </a:lnTo>
                  <a:lnTo>
                    <a:pt x="3835" y="9655"/>
                  </a:lnTo>
                  <a:lnTo>
                    <a:pt x="4394" y="9313"/>
                  </a:lnTo>
                  <a:lnTo>
                    <a:pt x="5159" y="8810"/>
                  </a:lnTo>
                  <a:lnTo>
                    <a:pt x="8343" y="10556"/>
                  </a:lnTo>
                  <a:lnTo>
                    <a:pt x="11538" y="12291"/>
                  </a:lnTo>
                  <a:lnTo>
                    <a:pt x="11538" y="11903"/>
                  </a:lnTo>
                  <a:lnTo>
                    <a:pt x="12440" y="11903"/>
                  </a:lnTo>
                  <a:lnTo>
                    <a:pt x="12371" y="10100"/>
                  </a:lnTo>
                  <a:lnTo>
                    <a:pt x="12223" y="6756"/>
                  </a:lnTo>
                  <a:lnTo>
                    <a:pt x="12040" y="3515"/>
                  </a:lnTo>
                  <a:lnTo>
                    <a:pt x="11755" y="2796"/>
                  </a:lnTo>
                  <a:lnTo>
                    <a:pt x="11926" y="2237"/>
                  </a:lnTo>
                  <a:lnTo>
                    <a:pt x="11766" y="1849"/>
                  </a:lnTo>
                  <a:close/>
                </a:path>
              </a:pathLst>
            </a:custGeom>
            <a:solidFill>
              <a:schemeClr val="accent2"/>
            </a:solidFill>
            <a:ln w="9525" cap="flat" cmpd="sng">
              <a:solidFill>
                <a:schemeClr val="accent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162525" tIns="162525" rIns="162525" bIns="1625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3200"/>
                <a:buFont typeface="Calibri"/>
                <a:buNone/>
              </a:pPr>
              <a:endParaRPr sz="3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003" name="Google Shape;1003;p38"/>
            <p:cNvSpPr/>
            <p:nvPr/>
          </p:nvSpPr>
          <p:spPr>
            <a:xfrm>
              <a:off x="5313675" y="2889275"/>
              <a:ext cx="42550" cy="87625"/>
            </a:xfrm>
            <a:custGeom>
              <a:avLst/>
              <a:gdLst/>
              <a:ahLst/>
              <a:cxnLst/>
              <a:rect l="l" t="t" r="r" b="b"/>
              <a:pathLst>
                <a:path w="1702" h="3505" extrusionOk="0">
                  <a:moveTo>
                    <a:pt x="1291" y="3288"/>
                  </a:moveTo>
                  <a:lnTo>
                    <a:pt x="1610" y="3025"/>
                  </a:lnTo>
                  <a:lnTo>
                    <a:pt x="1701" y="2089"/>
                  </a:lnTo>
                  <a:lnTo>
                    <a:pt x="1268" y="1142"/>
                  </a:lnTo>
                  <a:lnTo>
                    <a:pt x="857" y="503"/>
                  </a:lnTo>
                  <a:lnTo>
                    <a:pt x="275" y="1"/>
                  </a:lnTo>
                  <a:lnTo>
                    <a:pt x="1" y="1473"/>
                  </a:lnTo>
                  <a:lnTo>
                    <a:pt x="206" y="2774"/>
                  </a:lnTo>
                  <a:lnTo>
                    <a:pt x="606" y="3504"/>
                  </a:lnTo>
                  <a:close/>
                </a:path>
              </a:pathLst>
            </a:custGeom>
            <a:solidFill>
              <a:schemeClr val="accent2"/>
            </a:solidFill>
            <a:ln w="9525" cap="flat" cmpd="sng">
              <a:solidFill>
                <a:schemeClr val="accent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162525" tIns="162525" rIns="162525" bIns="1625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3200"/>
                <a:buFont typeface="Calibri"/>
                <a:buNone/>
              </a:pPr>
              <a:endParaRPr sz="3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004" name="Google Shape;1004;p38"/>
            <p:cNvSpPr/>
            <p:nvPr/>
          </p:nvSpPr>
          <p:spPr>
            <a:xfrm>
              <a:off x="4240950" y="3762025"/>
              <a:ext cx="45950" cy="45400"/>
            </a:xfrm>
            <a:custGeom>
              <a:avLst/>
              <a:gdLst/>
              <a:ahLst/>
              <a:cxnLst/>
              <a:rect l="l" t="t" r="r" b="b"/>
              <a:pathLst>
                <a:path w="1838" h="1816" extrusionOk="0">
                  <a:moveTo>
                    <a:pt x="810" y="1724"/>
                  </a:moveTo>
                  <a:lnTo>
                    <a:pt x="970" y="1439"/>
                  </a:lnTo>
                  <a:lnTo>
                    <a:pt x="1415" y="1302"/>
                  </a:lnTo>
                  <a:lnTo>
                    <a:pt x="1564" y="1005"/>
                  </a:lnTo>
                  <a:lnTo>
                    <a:pt x="1837" y="560"/>
                  </a:lnTo>
                  <a:lnTo>
                    <a:pt x="1598" y="286"/>
                  </a:lnTo>
                  <a:lnTo>
                    <a:pt x="1267" y="1"/>
                  </a:lnTo>
                  <a:lnTo>
                    <a:pt x="902" y="183"/>
                  </a:lnTo>
                  <a:lnTo>
                    <a:pt x="457" y="549"/>
                  </a:lnTo>
                  <a:lnTo>
                    <a:pt x="0" y="1119"/>
                  </a:lnTo>
                  <a:lnTo>
                    <a:pt x="525" y="1815"/>
                  </a:lnTo>
                  <a:close/>
                </a:path>
              </a:pathLst>
            </a:custGeom>
            <a:solidFill>
              <a:schemeClr val="accent2"/>
            </a:solidFill>
            <a:ln w="9525" cap="flat" cmpd="sng">
              <a:solidFill>
                <a:schemeClr val="accent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162525" tIns="162525" rIns="162525" bIns="1625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3200"/>
                <a:buFont typeface="Calibri"/>
                <a:buNone/>
              </a:pPr>
              <a:endParaRPr sz="3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005" name="Google Shape;1005;p38"/>
            <p:cNvSpPr/>
            <p:nvPr/>
          </p:nvSpPr>
          <p:spPr>
            <a:xfrm>
              <a:off x="4070900" y="1843925"/>
              <a:ext cx="94750" cy="52825"/>
            </a:xfrm>
            <a:custGeom>
              <a:avLst/>
              <a:gdLst/>
              <a:ahLst/>
              <a:cxnLst/>
              <a:rect l="l" t="t" r="r" b="b"/>
              <a:pathLst>
                <a:path w="3790" h="2113" extrusionOk="0">
                  <a:moveTo>
                    <a:pt x="3664" y="663"/>
                  </a:moveTo>
                  <a:lnTo>
                    <a:pt x="2956" y="252"/>
                  </a:lnTo>
                  <a:lnTo>
                    <a:pt x="2591" y="195"/>
                  </a:lnTo>
                  <a:lnTo>
                    <a:pt x="2465" y="1"/>
                  </a:lnTo>
                  <a:lnTo>
                    <a:pt x="1838" y="92"/>
                  </a:lnTo>
                  <a:lnTo>
                    <a:pt x="708" y="35"/>
                  </a:lnTo>
                  <a:lnTo>
                    <a:pt x="0" y="309"/>
                  </a:lnTo>
                  <a:lnTo>
                    <a:pt x="240" y="1016"/>
                  </a:lnTo>
                  <a:lnTo>
                    <a:pt x="948" y="1176"/>
                  </a:lnTo>
                  <a:lnTo>
                    <a:pt x="1267" y="1302"/>
                  </a:lnTo>
                  <a:lnTo>
                    <a:pt x="1233" y="1541"/>
                  </a:lnTo>
                  <a:lnTo>
                    <a:pt x="1324" y="1758"/>
                  </a:lnTo>
                  <a:lnTo>
                    <a:pt x="1678" y="1850"/>
                  </a:lnTo>
                  <a:lnTo>
                    <a:pt x="1883" y="2112"/>
                  </a:lnTo>
                  <a:lnTo>
                    <a:pt x="2534" y="2112"/>
                  </a:lnTo>
                  <a:lnTo>
                    <a:pt x="3219" y="1804"/>
                  </a:lnTo>
                  <a:lnTo>
                    <a:pt x="3287" y="1313"/>
                  </a:lnTo>
                  <a:lnTo>
                    <a:pt x="3789" y="1028"/>
                  </a:lnTo>
                  <a:close/>
                </a:path>
              </a:pathLst>
            </a:custGeom>
            <a:solidFill>
              <a:schemeClr val="accent2"/>
            </a:solidFill>
            <a:ln w="9525" cap="flat" cmpd="sng">
              <a:solidFill>
                <a:schemeClr val="accent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162525" tIns="162525" rIns="162525" bIns="1625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3200"/>
                <a:buFont typeface="Calibri"/>
                <a:buNone/>
              </a:pPr>
              <a:endParaRPr sz="3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006" name="Google Shape;1006;p38"/>
            <p:cNvSpPr/>
            <p:nvPr/>
          </p:nvSpPr>
          <p:spPr>
            <a:xfrm>
              <a:off x="3820400" y="1979175"/>
              <a:ext cx="9725" cy="15125"/>
            </a:xfrm>
            <a:custGeom>
              <a:avLst/>
              <a:gdLst/>
              <a:ahLst/>
              <a:cxnLst/>
              <a:rect l="l" t="t" r="r" b="b"/>
              <a:pathLst>
                <a:path w="389" h="605" extrusionOk="0">
                  <a:moveTo>
                    <a:pt x="366" y="594"/>
                  </a:moveTo>
                  <a:lnTo>
                    <a:pt x="389" y="206"/>
                  </a:lnTo>
                  <a:lnTo>
                    <a:pt x="252" y="0"/>
                  </a:lnTo>
                  <a:lnTo>
                    <a:pt x="58" y="34"/>
                  </a:lnTo>
                  <a:lnTo>
                    <a:pt x="1" y="536"/>
                  </a:lnTo>
                  <a:lnTo>
                    <a:pt x="160" y="605"/>
                  </a:lnTo>
                  <a:close/>
                </a:path>
              </a:pathLst>
            </a:custGeom>
            <a:solidFill>
              <a:schemeClr val="accent2"/>
            </a:solidFill>
            <a:ln w="9525" cap="flat" cmpd="sng">
              <a:solidFill>
                <a:schemeClr val="accent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162525" tIns="162525" rIns="162525" bIns="1625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3200"/>
                <a:buFont typeface="Calibri"/>
                <a:buNone/>
              </a:pPr>
              <a:endParaRPr sz="3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007" name="Google Shape;1007;p38"/>
            <p:cNvSpPr/>
            <p:nvPr/>
          </p:nvSpPr>
          <p:spPr>
            <a:xfrm>
              <a:off x="4068900" y="1810550"/>
              <a:ext cx="119275" cy="49950"/>
            </a:xfrm>
            <a:custGeom>
              <a:avLst/>
              <a:gdLst/>
              <a:ahLst/>
              <a:cxnLst/>
              <a:rect l="l" t="t" r="r" b="b"/>
              <a:pathLst>
                <a:path w="4771" h="1998" extrusionOk="0">
                  <a:moveTo>
                    <a:pt x="3983" y="411"/>
                  </a:moveTo>
                  <a:lnTo>
                    <a:pt x="3447" y="411"/>
                  </a:lnTo>
                  <a:lnTo>
                    <a:pt x="2819" y="103"/>
                  </a:lnTo>
                  <a:lnTo>
                    <a:pt x="2523" y="1"/>
                  </a:lnTo>
                  <a:lnTo>
                    <a:pt x="1986" y="149"/>
                  </a:lnTo>
                  <a:lnTo>
                    <a:pt x="1963" y="799"/>
                  </a:lnTo>
                  <a:lnTo>
                    <a:pt x="1450" y="811"/>
                  </a:lnTo>
                  <a:lnTo>
                    <a:pt x="822" y="172"/>
                  </a:lnTo>
                  <a:lnTo>
                    <a:pt x="252" y="468"/>
                  </a:lnTo>
                  <a:lnTo>
                    <a:pt x="1" y="1005"/>
                  </a:lnTo>
                  <a:lnTo>
                    <a:pt x="80" y="1644"/>
                  </a:lnTo>
                  <a:lnTo>
                    <a:pt x="788" y="1370"/>
                  </a:lnTo>
                  <a:lnTo>
                    <a:pt x="1918" y="1427"/>
                  </a:lnTo>
                  <a:lnTo>
                    <a:pt x="2545" y="1347"/>
                  </a:lnTo>
                  <a:lnTo>
                    <a:pt x="2671" y="1530"/>
                  </a:lnTo>
                  <a:lnTo>
                    <a:pt x="3036" y="1587"/>
                  </a:lnTo>
                  <a:lnTo>
                    <a:pt x="3744" y="1998"/>
                  </a:lnTo>
                  <a:lnTo>
                    <a:pt x="4120" y="1861"/>
                  </a:lnTo>
                  <a:lnTo>
                    <a:pt x="4771" y="1530"/>
                  </a:lnTo>
                  <a:lnTo>
                    <a:pt x="4474" y="1016"/>
                  </a:lnTo>
                  <a:lnTo>
                    <a:pt x="4326" y="617"/>
                  </a:lnTo>
                  <a:close/>
                </a:path>
              </a:pathLst>
            </a:custGeom>
            <a:solidFill>
              <a:schemeClr val="accent2"/>
            </a:solidFill>
            <a:ln w="9525" cap="flat" cmpd="sng">
              <a:solidFill>
                <a:schemeClr val="accent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162525" tIns="162525" rIns="162525" bIns="1625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3200"/>
                <a:buFont typeface="Calibri"/>
                <a:buNone/>
              </a:pPr>
              <a:endParaRPr sz="3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008" name="Google Shape;1008;p38"/>
            <p:cNvSpPr/>
            <p:nvPr/>
          </p:nvSpPr>
          <p:spPr>
            <a:xfrm>
              <a:off x="3387025" y="2300700"/>
              <a:ext cx="313000" cy="325550"/>
            </a:xfrm>
            <a:custGeom>
              <a:avLst/>
              <a:gdLst/>
              <a:ahLst/>
              <a:cxnLst/>
              <a:rect l="l" t="t" r="r" b="b"/>
              <a:pathLst>
                <a:path w="12520" h="13022" extrusionOk="0">
                  <a:moveTo>
                    <a:pt x="11732" y="537"/>
                  </a:moveTo>
                  <a:lnTo>
                    <a:pt x="11401" y="526"/>
                  </a:lnTo>
                  <a:lnTo>
                    <a:pt x="10625" y="320"/>
                  </a:lnTo>
                  <a:lnTo>
                    <a:pt x="9906" y="377"/>
                  </a:lnTo>
                  <a:lnTo>
                    <a:pt x="9461" y="1"/>
                  </a:lnTo>
                  <a:lnTo>
                    <a:pt x="8913" y="1"/>
                  </a:lnTo>
                  <a:lnTo>
                    <a:pt x="8651" y="548"/>
                  </a:lnTo>
                  <a:lnTo>
                    <a:pt x="8126" y="1507"/>
                  </a:lnTo>
                  <a:lnTo>
                    <a:pt x="7555" y="1872"/>
                  </a:lnTo>
                  <a:lnTo>
                    <a:pt x="6779" y="2294"/>
                  </a:lnTo>
                  <a:lnTo>
                    <a:pt x="6289" y="2899"/>
                  </a:lnTo>
                  <a:lnTo>
                    <a:pt x="6152" y="3390"/>
                  </a:lnTo>
                  <a:lnTo>
                    <a:pt x="5855" y="4155"/>
                  </a:lnTo>
                  <a:lnTo>
                    <a:pt x="6015" y="5284"/>
                  </a:lnTo>
                  <a:lnTo>
                    <a:pt x="5341" y="6038"/>
                  </a:lnTo>
                  <a:lnTo>
                    <a:pt x="4953" y="6289"/>
                  </a:lnTo>
                  <a:lnTo>
                    <a:pt x="4326" y="6916"/>
                  </a:lnTo>
                  <a:lnTo>
                    <a:pt x="3607" y="7008"/>
                  </a:lnTo>
                  <a:lnTo>
                    <a:pt x="3207" y="7350"/>
                  </a:lnTo>
                  <a:lnTo>
                    <a:pt x="3184" y="7373"/>
                  </a:lnTo>
                  <a:lnTo>
                    <a:pt x="2671" y="8297"/>
                  </a:lnTo>
                  <a:lnTo>
                    <a:pt x="2146" y="8628"/>
                  </a:lnTo>
                  <a:lnTo>
                    <a:pt x="1849" y="9199"/>
                  </a:lnTo>
                  <a:lnTo>
                    <a:pt x="1815" y="9667"/>
                  </a:lnTo>
                  <a:lnTo>
                    <a:pt x="1587" y="10203"/>
                  </a:lnTo>
                  <a:lnTo>
                    <a:pt x="1324" y="10351"/>
                  </a:lnTo>
                  <a:lnTo>
                    <a:pt x="879" y="10922"/>
                  </a:lnTo>
                  <a:lnTo>
                    <a:pt x="594" y="11561"/>
                  </a:lnTo>
                  <a:lnTo>
                    <a:pt x="628" y="11881"/>
                  </a:lnTo>
                  <a:lnTo>
                    <a:pt x="366" y="12349"/>
                  </a:lnTo>
                  <a:lnTo>
                    <a:pt x="46" y="12588"/>
                  </a:lnTo>
                  <a:lnTo>
                    <a:pt x="0" y="13022"/>
                  </a:lnTo>
                  <a:lnTo>
                    <a:pt x="23" y="13022"/>
                  </a:lnTo>
                  <a:lnTo>
                    <a:pt x="1792" y="12942"/>
                  </a:lnTo>
                  <a:lnTo>
                    <a:pt x="1895" y="12623"/>
                  </a:lnTo>
                  <a:lnTo>
                    <a:pt x="2214" y="12200"/>
                  </a:lnTo>
                  <a:lnTo>
                    <a:pt x="2500" y="10945"/>
                  </a:lnTo>
                  <a:lnTo>
                    <a:pt x="3618" y="9975"/>
                  </a:lnTo>
                  <a:lnTo>
                    <a:pt x="4018" y="8822"/>
                  </a:lnTo>
                  <a:lnTo>
                    <a:pt x="4257" y="8765"/>
                  </a:lnTo>
                  <a:lnTo>
                    <a:pt x="4531" y="8058"/>
                  </a:lnTo>
                  <a:lnTo>
                    <a:pt x="5182" y="7955"/>
                  </a:lnTo>
                  <a:lnTo>
                    <a:pt x="5455" y="8080"/>
                  </a:lnTo>
                  <a:lnTo>
                    <a:pt x="5809" y="8080"/>
                  </a:lnTo>
                  <a:lnTo>
                    <a:pt x="6072" y="7864"/>
                  </a:lnTo>
                  <a:lnTo>
                    <a:pt x="6551" y="7841"/>
                  </a:lnTo>
                  <a:lnTo>
                    <a:pt x="6540" y="7350"/>
                  </a:lnTo>
                  <a:lnTo>
                    <a:pt x="6540" y="7350"/>
                  </a:lnTo>
                  <a:lnTo>
                    <a:pt x="6654" y="7350"/>
                  </a:lnTo>
                  <a:lnTo>
                    <a:pt x="6665" y="6289"/>
                  </a:lnTo>
                  <a:lnTo>
                    <a:pt x="7932" y="5615"/>
                  </a:lnTo>
                  <a:lnTo>
                    <a:pt x="8708" y="5467"/>
                  </a:lnTo>
                  <a:lnTo>
                    <a:pt x="9336" y="5227"/>
                  </a:lnTo>
                  <a:lnTo>
                    <a:pt x="9632" y="4771"/>
                  </a:lnTo>
                  <a:lnTo>
                    <a:pt x="10534" y="4417"/>
                  </a:lnTo>
                  <a:lnTo>
                    <a:pt x="10580" y="3744"/>
                  </a:lnTo>
                  <a:lnTo>
                    <a:pt x="11013" y="3675"/>
                  </a:lnTo>
                  <a:lnTo>
                    <a:pt x="11378" y="3333"/>
                  </a:lnTo>
                  <a:lnTo>
                    <a:pt x="12371" y="3185"/>
                  </a:lnTo>
                  <a:lnTo>
                    <a:pt x="12520" y="2831"/>
                  </a:lnTo>
                  <a:lnTo>
                    <a:pt x="12314" y="2637"/>
                  </a:lnTo>
                  <a:lnTo>
                    <a:pt x="12063" y="1678"/>
                  </a:lnTo>
                  <a:lnTo>
                    <a:pt x="12017" y="1119"/>
                  </a:lnTo>
                  <a:close/>
                </a:path>
              </a:pathLst>
            </a:custGeom>
            <a:solidFill>
              <a:schemeClr val="accent2"/>
            </a:solidFill>
            <a:ln w="9525" cap="flat" cmpd="sng">
              <a:solidFill>
                <a:schemeClr val="accent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162525" tIns="162525" rIns="162525" bIns="1625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3200"/>
                <a:buFont typeface="Calibri"/>
                <a:buNone/>
              </a:pPr>
              <a:endParaRPr sz="3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009" name="Google Shape;1009;p38"/>
            <p:cNvSpPr/>
            <p:nvPr/>
          </p:nvSpPr>
          <p:spPr>
            <a:xfrm>
              <a:off x="4189875" y="2015975"/>
              <a:ext cx="65925" cy="65925"/>
            </a:xfrm>
            <a:custGeom>
              <a:avLst/>
              <a:gdLst/>
              <a:ahLst/>
              <a:cxnLst/>
              <a:rect l="l" t="t" r="r" b="b"/>
              <a:pathLst>
                <a:path w="2637" h="2637" extrusionOk="0">
                  <a:moveTo>
                    <a:pt x="1484" y="2637"/>
                  </a:moveTo>
                  <a:lnTo>
                    <a:pt x="1655" y="2545"/>
                  </a:lnTo>
                  <a:lnTo>
                    <a:pt x="1735" y="2237"/>
                  </a:lnTo>
                  <a:lnTo>
                    <a:pt x="1883" y="1952"/>
                  </a:lnTo>
                  <a:lnTo>
                    <a:pt x="1815" y="1792"/>
                  </a:lnTo>
                  <a:lnTo>
                    <a:pt x="1963" y="1724"/>
                  </a:lnTo>
                  <a:lnTo>
                    <a:pt x="2043" y="1849"/>
                  </a:lnTo>
                  <a:lnTo>
                    <a:pt x="2465" y="1883"/>
                  </a:lnTo>
                  <a:lnTo>
                    <a:pt x="2637" y="1815"/>
                  </a:lnTo>
                  <a:lnTo>
                    <a:pt x="2500" y="1724"/>
                  </a:lnTo>
                  <a:lnTo>
                    <a:pt x="2534" y="1587"/>
                  </a:lnTo>
                  <a:lnTo>
                    <a:pt x="2249" y="1370"/>
                  </a:lnTo>
                  <a:lnTo>
                    <a:pt x="2089" y="993"/>
                  </a:lnTo>
                  <a:lnTo>
                    <a:pt x="1815" y="845"/>
                  </a:lnTo>
                  <a:lnTo>
                    <a:pt x="1815" y="537"/>
                  </a:lnTo>
                  <a:lnTo>
                    <a:pt x="1461" y="308"/>
                  </a:lnTo>
                  <a:lnTo>
                    <a:pt x="1176" y="274"/>
                  </a:lnTo>
                  <a:lnTo>
                    <a:pt x="617" y="0"/>
                  </a:lnTo>
                  <a:lnTo>
                    <a:pt x="160" y="80"/>
                  </a:lnTo>
                  <a:lnTo>
                    <a:pt x="0" y="217"/>
                  </a:lnTo>
                  <a:lnTo>
                    <a:pt x="229" y="297"/>
                  </a:lnTo>
                  <a:lnTo>
                    <a:pt x="491" y="571"/>
                  </a:lnTo>
                  <a:lnTo>
                    <a:pt x="754" y="936"/>
                  </a:lnTo>
                  <a:lnTo>
                    <a:pt x="1244" y="1472"/>
                  </a:lnTo>
                  <a:lnTo>
                    <a:pt x="1324" y="1849"/>
                  </a:lnTo>
                  <a:lnTo>
                    <a:pt x="1301" y="2237"/>
                  </a:lnTo>
                  <a:close/>
                </a:path>
              </a:pathLst>
            </a:custGeom>
            <a:solidFill>
              <a:schemeClr val="accent2"/>
            </a:solidFill>
            <a:ln w="9525" cap="flat" cmpd="sng">
              <a:solidFill>
                <a:schemeClr val="accent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162525" tIns="162525" rIns="162525" bIns="1625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3200"/>
                <a:buFont typeface="Calibri"/>
                <a:buNone/>
              </a:pPr>
              <a:endParaRPr sz="3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010" name="Google Shape;1010;p38"/>
            <p:cNvSpPr/>
            <p:nvPr/>
          </p:nvSpPr>
          <p:spPr>
            <a:xfrm>
              <a:off x="4569600" y="3385425"/>
              <a:ext cx="153250" cy="307875"/>
            </a:xfrm>
            <a:custGeom>
              <a:avLst/>
              <a:gdLst/>
              <a:ahLst/>
              <a:cxnLst/>
              <a:rect l="l" t="t" r="r" b="b"/>
              <a:pathLst>
                <a:path w="6130" h="12315" extrusionOk="0">
                  <a:moveTo>
                    <a:pt x="5867" y="1370"/>
                  </a:moveTo>
                  <a:lnTo>
                    <a:pt x="5718" y="765"/>
                  </a:lnTo>
                  <a:lnTo>
                    <a:pt x="5513" y="389"/>
                  </a:lnTo>
                  <a:lnTo>
                    <a:pt x="5262" y="1"/>
                  </a:lnTo>
                  <a:lnTo>
                    <a:pt x="4977" y="400"/>
                  </a:lnTo>
                  <a:lnTo>
                    <a:pt x="4931" y="937"/>
                  </a:lnTo>
                  <a:lnTo>
                    <a:pt x="4463" y="1587"/>
                  </a:lnTo>
                  <a:lnTo>
                    <a:pt x="4132" y="1473"/>
                  </a:lnTo>
                  <a:lnTo>
                    <a:pt x="4212" y="1850"/>
                  </a:lnTo>
                  <a:lnTo>
                    <a:pt x="3961" y="2306"/>
                  </a:lnTo>
                  <a:lnTo>
                    <a:pt x="3276" y="2865"/>
                  </a:lnTo>
                  <a:lnTo>
                    <a:pt x="2786" y="3390"/>
                  </a:lnTo>
                  <a:lnTo>
                    <a:pt x="2443" y="3390"/>
                  </a:lnTo>
                  <a:lnTo>
                    <a:pt x="2135" y="3573"/>
                  </a:lnTo>
                  <a:lnTo>
                    <a:pt x="1690" y="3755"/>
                  </a:lnTo>
                  <a:lnTo>
                    <a:pt x="1291" y="3778"/>
                  </a:lnTo>
                  <a:lnTo>
                    <a:pt x="1154" y="4372"/>
                  </a:lnTo>
                  <a:lnTo>
                    <a:pt x="834" y="4862"/>
                  </a:lnTo>
                  <a:lnTo>
                    <a:pt x="845" y="5707"/>
                  </a:lnTo>
                  <a:lnTo>
                    <a:pt x="960" y="6277"/>
                  </a:lnTo>
                  <a:lnTo>
                    <a:pt x="1119" y="6711"/>
                  </a:lnTo>
                  <a:lnTo>
                    <a:pt x="1005" y="7293"/>
                  </a:lnTo>
                  <a:lnTo>
                    <a:pt x="594" y="7978"/>
                  </a:lnTo>
                  <a:lnTo>
                    <a:pt x="560" y="8275"/>
                  </a:lnTo>
                  <a:lnTo>
                    <a:pt x="195" y="8434"/>
                  </a:lnTo>
                  <a:lnTo>
                    <a:pt x="1" y="9085"/>
                  </a:lnTo>
                  <a:lnTo>
                    <a:pt x="35" y="9747"/>
                  </a:lnTo>
                  <a:lnTo>
                    <a:pt x="263" y="10454"/>
                  </a:lnTo>
                  <a:lnTo>
                    <a:pt x="252" y="11276"/>
                  </a:lnTo>
                  <a:lnTo>
                    <a:pt x="423" y="11744"/>
                  </a:lnTo>
                  <a:lnTo>
                    <a:pt x="1017" y="12075"/>
                  </a:lnTo>
                  <a:lnTo>
                    <a:pt x="1450" y="12314"/>
                  </a:lnTo>
                  <a:lnTo>
                    <a:pt x="2158" y="11926"/>
                  </a:lnTo>
                  <a:lnTo>
                    <a:pt x="2820" y="11710"/>
                  </a:lnTo>
                  <a:lnTo>
                    <a:pt x="3253" y="10660"/>
                  </a:lnTo>
                  <a:lnTo>
                    <a:pt x="3653" y="9393"/>
                  </a:lnTo>
                  <a:lnTo>
                    <a:pt x="4269" y="7681"/>
                  </a:lnTo>
                  <a:lnTo>
                    <a:pt x="4737" y="6426"/>
                  </a:lnTo>
                  <a:lnTo>
                    <a:pt x="5125" y="5364"/>
                  </a:lnTo>
                  <a:lnTo>
                    <a:pt x="5239" y="4600"/>
                  </a:lnTo>
                  <a:lnTo>
                    <a:pt x="5467" y="4383"/>
                  </a:lnTo>
                  <a:lnTo>
                    <a:pt x="5570" y="3995"/>
                  </a:lnTo>
                  <a:lnTo>
                    <a:pt x="5456" y="3322"/>
                  </a:lnTo>
                  <a:lnTo>
                    <a:pt x="5627" y="3059"/>
                  </a:lnTo>
                  <a:lnTo>
                    <a:pt x="5855" y="3596"/>
                  </a:lnTo>
                  <a:lnTo>
                    <a:pt x="6015" y="3322"/>
                  </a:lnTo>
                  <a:lnTo>
                    <a:pt x="6129" y="2888"/>
                  </a:lnTo>
                  <a:lnTo>
                    <a:pt x="5935" y="2466"/>
                  </a:lnTo>
                  <a:close/>
                </a:path>
              </a:pathLst>
            </a:custGeom>
            <a:solidFill>
              <a:schemeClr val="accent2"/>
            </a:solidFill>
            <a:ln w="9525" cap="flat" cmpd="sng">
              <a:solidFill>
                <a:schemeClr val="accent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162525" tIns="162525" rIns="162525" bIns="1625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3200"/>
                <a:buFont typeface="Calibri"/>
                <a:buNone/>
              </a:pPr>
              <a:endParaRPr sz="3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011" name="Google Shape;1011;p38"/>
            <p:cNvSpPr/>
            <p:nvPr/>
          </p:nvSpPr>
          <p:spPr>
            <a:xfrm>
              <a:off x="1486900" y="2369750"/>
              <a:ext cx="529250" cy="412575"/>
            </a:xfrm>
            <a:custGeom>
              <a:avLst/>
              <a:gdLst/>
              <a:ahLst/>
              <a:cxnLst/>
              <a:rect l="l" t="t" r="r" b="b"/>
              <a:pathLst>
                <a:path w="21170" h="16503" extrusionOk="0">
                  <a:moveTo>
                    <a:pt x="13444" y="6254"/>
                  </a:moveTo>
                  <a:lnTo>
                    <a:pt x="12930" y="6049"/>
                  </a:lnTo>
                  <a:lnTo>
                    <a:pt x="12371" y="5764"/>
                  </a:lnTo>
                  <a:lnTo>
                    <a:pt x="12257" y="5341"/>
                  </a:lnTo>
                  <a:lnTo>
                    <a:pt x="12234" y="4691"/>
                  </a:lnTo>
                  <a:lnTo>
                    <a:pt x="11892" y="4177"/>
                  </a:lnTo>
                  <a:lnTo>
                    <a:pt x="11743" y="3652"/>
                  </a:lnTo>
                  <a:lnTo>
                    <a:pt x="11515" y="3025"/>
                  </a:lnTo>
                  <a:lnTo>
                    <a:pt x="11070" y="2671"/>
                  </a:lnTo>
                  <a:lnTo>
                    <a:pt x="10454" y="2682"/>
                  </a:lnTo>
                  <a:lnTo>
                    <a:pt x="9769" y="3401"/>
                  </a:lnTo>
                  <a:lnTo>
                    <a:pt x="9198" y="3127"/>
                  </a:lnTo>
                  <a:lnTo>
                    <a:pt x="8879" y="2853"/>
                  </a:lnTo>
                  <a:lnTo>
                    <a:pt x="8822" y="2351"/>
                  </a:lnTo>
                  <a:lnTo>
                    <a:pt x="8708" y="1883"/>
                  </a:lnTo>
                  <a:lnTo>
                    <a:pt x="8365" y="1484"/>
                  </a:lnTo>
                  <a:lnTo>
                    <a:pt x="8069" y="1199"/>
                  </a:lnTo>
                  <a:lnTo>
                    <a:pt x="7886" y="891"/>
                  </a:lnTo>
                  <a:lnTo>
                    <a:pt x="6551" y="891"/>
                  </a:lnTo>
                  <a:lnTo>
                    <a:pt x="6437" y="1256"/>
                  </a:lnTo>
                  <a:lnTo>
                    <a:pt x="5820" y="1256"/>
                  </a:lnTo>
                  <a:lnTo>
                    <a:pt x="4303" y="1256"/>
                  </a:lnTo>
                  <a:lnTo>
                    <a:pt x="2773" y="628"/>
                  </a:lnTo>
                  <a:lnTo>
                    <a:pt x="1758" y="183"/>
                  </a:lnTo>
                  <a:lnTo>
                    <a:pt x="1906" y="0"/>
                  </a:lnTo>
                  <a:lnTo>
                    <a:pt x="902" y="103"/>
                  </a:lnTo>
                  <a:lnTo>
                    <a:pt x="0" y="172"/>
                  </a:lnTo>
                  <a:lnTo>
                    <a:pt x="34" y="982"/>
                  </a:lnTo>
                  <a:lnTo>
                    <a:pt x="137" y="1712"/>
                  </a:lnTo>
                  <a:lnTo>
                    <a:pt x="228" y="2294"/>
                  </a:lnTo>
                  <a:lnTo>
                    <a:pt x="343" y="2865"/>
                  </a:lnTo>
                  <a:lnTo>
                    <a:pt x="719" y="3127"/>
                  </a:lnTo>
                  <a:lnTo>
                    <a:pt x="1130" y="3766"/>
                  </a:lnTo>
                  <a:lnTo>
                    <a:pt x="993" y="4177"/>
                  </a:lnTo>
                  <a:lnTo>
                    <a:pt x="605" y="4508"/>
                  </a:lnTo>
                  <a:lnTo>
                    <a:pt x="308" y="4463"/>
                  </a:lnTo>
                  <a:lnTo>
                    <a:pt x="217" y="4542"/>
                  </a:lnTo>
                  <a:lnTo>
                    <a:pt x="548" y="5067"/>
                  </a:lnTo>
                  <a:lnTo>
                    <a:pt x="959" y="5284"/>
                  </a:lnTo>
                  <a:lnTo>
                    <a:pt x="1107" y="5524"/>
                  </a:lnTo>
                  <a:lnTo>
                    <a:pt x="1233" y="5398"/>
                  </a:lnTo>
                  <a:lnTo>
                    <a:pt x="1678" y="5809"/>
                  </a:lnTo>
                  <a:lnTo>
                    <a:pt x="1974" y="6094"/>
                  </a:lnTo>
                  <a:lnTo>
                    <a:pt x="1986" y="6574"/>
                  </a:lnTo>
                  <a:lnTo>
                    <a:pt x="1815" y="7247"/>
                  </a:lnTo>
                  <a:lnTo>
                    <a:pt x="2169" y="7475"/>
                  </a:lnTo>
                  <a:lnTo>
                    <a:pt x="2648" y="7920"/>
                  </a:lnTo>
                  <a:lnTo>
                    <a:pt x="3059" y="8434"/>
                  </a:lnTo>
                  <a:lnTo>
                    <a:pt x="3161" y="8993"/>
                  </a:lnTo>
                  <a:lnTo>
                    <a:pt x="3298" y="8993"/>
                  </a:lnTo>
                  <a:lnTo>
                    <a:pt x="3686" y="8662"/>
                  </a:lnTo>
                  <a:lnTo>
                    <a:pt x="3743" y="8491"/>
                  </a:lnTo>
                  <a:lnTo>
                    <a:pt x="3527" y="8092"/>
                  </a:lnTo>
                  <a:lnTo>
                    <a:pt x="3298" y="7681"/>
                  </a:lnTo>
                  <a:lnTo>
                    <a:pt x="2933" y="7647"/>
                  </a:lnTo>
                  <a:lnTo>
                    <a:pt x="2990" y="7167"/>
                  </a:lnTo>
                  <a:lnTo>
                    <a:pt x="2853" y="6734"/>
                  </a:lnTo>
                  <a:lnTo>
                    <a:pt x="2716" y="6334"/>
                  </a:lnTo>
                  <a:lnTo>
                    <a:pt x="2648" y="5490"/>
                  </a:lnTo>
                  <a:lnTo>
                    <a:pt x="2271" y="5033"/>
                  </a:lnTo>
                  <a:lnTo>
                    <a:pt x="2191" y="4714"/>
                  </a:lnTo>
                  <a:lnTo>
                    <a:pt x="2020" y="4485"/>
                  </a:lnTo>
                  <a:lnTo>
                    <a:pt x="2020" y="3892"/>
                  </a:lnTo>
                  <a:lnTo>
                    <a:pt x="1872" y="3915"/>
                  </a:lnTo>
                  <a:lnTo>
                    <a:pt x="1860" y="3595"/>
                  </a:lnTo>
                  <a:lnTo>
                    <a:pt x="1758" y="3527"/>
                  </a:lnTo>
                  <a:lnTo>
                    <a:pt x="1701" y="3321"/>
                  </a:lnTo>
                  <a:lnTo>
                    <a:pt x="1313" y="2694"/>
                  </a:lnTo>
                  <a:lnTo>
                    <a:pt x="1164" y="2328"/>
                  </a:lnTo>
                  <a:lnTo>
                    <a:pt x="1301" y="1644"/>
                  </a:lnTo>
                  <a:lnTo>
                    <a:pt x="1313" y="1210"/>
                  </a:lnTo>
                  <a:lnTo>
                    <a:pt x="1575" y="845"/>
                  </a:lnTo>
                  <a:lnTo>
                    <a:pt x="1917" y="1085"/>
                  </a:lnTo>
                  <a:lnTo>
                    <a:pt x="2191" y="1062"/>
                  </a:lnTo>
                  <a:lnTo>
                    <a:pt x="2625" y="1416"/>
                  </a:lnTo>
                  <a:lnTo>
                    <a:pt x="2499" y="1758"/>
                  </a:lnTo>
                  <a:lnTo>
                    <a:pt x="2557" y="2454"/>
                  </a:lnTo>
                  <a:lnTo>
                    <a:pt x="2773" y="3127"/>
                  </a:lnTo>
                  <a:lnTo>
                    <a:pt x="2716" y="3413"/>
                  </a:lnTo>
                  <a:lnTo>
                    <a:pt x="2956" y="3858"/>
                  </a:lnTo>
                  <a:lnTo>
                    <a:pt x="3287" y="4337"/>
                  </a:lnTo>
                  <a:lnTo>
                    <a:pt x="3675" y="4405"/>
                  </a:lnTo>
                  <a:lnTo>
                    <a:pt x="3709" y="5033"/>
                  </a:lnTo>
                  <a:lnTo>
                    <a:pt x="4052" y="5478"/>
                  </a:lnTo>
                  <a:lnTo>
                    <a:pt x="4417" y="5695"/>
                  </a:lnTo>
                  <a:lnTo>
                    <a:pt x="4154" y="6266"/>
                  </a:lnTo>
                  <a:lnTo>
                    <a:pt x="4257" y="6483"/>
                  </a:lnTo>
                  <a:lnTo>
                    <a:pt x="4839" y="6848"/>
                  </a:lnTo>
                  <a:lnTo>
                    <a:pt x="5113" y="7418"/>
                  </a:lnTo>
                  <a:lnTo>
                    <a:pt x="5752" y="8114"/>
                  </a:lnTo>
                  <a:lnTo>
                    <a:pt x="6300" y="9027"/>
                  </a:lnTo>
                  <a:lnTo>
                    <a:pt x="6482" y="9484"/>
                  </a:lnTo>
                  <a:lnTo>
                    <a:pt x="6482" y="9849"/>
                  </a:lnTo>
                  <a:lnTo>
                    <a:pt x="6676" y="10260"/>
                  </a:lnTo>
                  <a:lnTo>
                    <a:pt x="6642" y="10568"/>
                  </a:lnTo>
                  <a:lnTo>
                    <a:pt x="6414" y="10796"/>
                  </a:lnTo>
                  <a:lnTo>
                    <a:pt x="6448" y="11059"/>
                  </a:lnTo>
                  <a:lnTo>
                    <a:pt x="6186" y="11161"/>
                  </a:lnTo>
                  <a:lnTo>
                    <a:pt x="6300" y="11595"/>
                  </a:lnTo>
                  <a:lnTo>
                    <a:pt x="6608" y="12166"/>
                  </a:lnTo>
                  <a:lnTo>
                    <a:pt x="7361" y="12679"/>
                  </a:lnTo>
                  <a:lnTo>
                    <a:pt x="7635" y="13102"/>
                  </a:lnTo>
                  <a:lnTo>
                    <a:pt x="8411" y="13387"/>
                  </a:lnTo>
                  <a:lnTo>
                    <a:pt x="8833" y="13444"/>
                  </a:lnTo>
                  <a:lnTo>
                    <a:pt x="9004" y="13684"/>
                  </a:lnTo>
                  <a:lnTo>
                    <a:pt x="9609" y="14106"/>
                  </a:lnTo>
                  <a:lnTo>
                    <a:pt x="10442" y="14540"/>
                  </a:lnTo>
                  <a:lnTo>
                    <a:pt x="11013" y="14665"/>
                  </a:lnTo>
                  <a:lnTo>
                    <a:pt x="11698" y="15076"/>
                  </a:lnTo>
                  <a:lnTo>
                    <a:pt x="12268" y="15247"/>
                  </a:lnTo>
                  <a:lnTo>
                    <a:pt x="12805" y="15498"/>
                  </a:lnTo>
                  <a:lnTo>
                    <a:pt x="13216" y="15395"/>
                  </a:lnTo>
                  <a:lnTo>
                    <a:pt x="13900" y="15053"/>
                  </a:lnTo>
                  <a:lnTo>
                    <a:pt x="14345" y="14996"/>
                  </a:lnTo>
                  <a:lnTo>
                    <a:pt x="14973" y="15224"/>
                  </a:lnTo>
                  <a:lnTo>
                    <a:pt x="15338" y="15521"/>
                  </a:lnTo>
                  <a:lnTo>
                    <a:pt x="16126" y="16502"/>
                  </a:lnTo>
                  <a:lnTo>
                    <a:pt x="16183" y="16240"/>
                  </a:lnTo>
                  <a:lnTo>
                    <a:pt x="16297" y="16023"/>
                  </a:lnTo>
                  <a:lnTo>
                    <a:pt x="16194" y="15852"/>
                  </a:lnTo>
                  <a:lnTo>
                    <a:pt x="16662" y="15110"/>
                  </a:lnTo>
                  <a:lnTo>
                    <a:pt x="17678" y="15110"/>
                  </a:lnTo>
                  <a:lnTo>
                    <a:pt x="17735" y="14813"/>
                  </a:lnTo>
                  <a:lnTo>
                    <a:pt x="17621" y="14756"/>
                  </a:lnTo>
                  <a:lnTo>
                    <a:pt x="17552" y="14551"/>
                  </a:lnTo>
                  <a:lnTo>
                    <a:pt x="17278" y="14334"/>
                  </a:lnTo>
                  <a:lnTo>
                    <a:pt x="17027" y="14037"/>
                  </a:lnTo>
                  <a:lnTo>
                    <a:pt x="17392" y="14037"/>
                  </a:lnTo>
                  <a:lnTo>
                    <a:pt x="17449" y="13524"/>
                  </a:lnTo>
                  <a:lnTo>
                    <a:pt x="18191" y="13524"/>
                  </a:lnTo>
                  <a:lnTo>
                    <a:pt x="18922" y="13535"/>
                  </a:lnTo>
                  <a:lnTo>
                    <a:pt x="18933" y="13398"/>
                  </a:lnTo>
                  <a:lnTo>
                    <a:pt x="19036" y="13353"/>
                  </a:lnTo>
                  <a:lnTo>
                    <a:pt x="19161" y="13467"/>
                  </a:lnTo>
                  <a:lnTo>
                    <a:pt x="19515" y="12908"/>
                  </a:lnTo>
                  <a:lnTo>
                    <a:pt x="19663" y="12908"/>
                  </a:lnTo>
                  <a:lnTo>
                    <a:pt x="19835" y="12896"/>
                  </a:lnTo>
                  <a:lnTo>
                    <a:pt x="20006" y="13124"/>
                  </a:lnTo>
                  <a:lnTo>
                    <a:pt x="20291" y="12417"/>
                  </a:lnTo>
                  <a:lnTo>
                    <a:pt x="20462" y="12029"/>
                  </a:lnTo>
                  <a:lnTo>
                    <a:pt x="20337" y="11869"/>
                  </a:lnTo>
                  <a:lnTo>
                    <a:pt x="20588" y="11310"/>
                  </a:lnTo>
                  <a:lnTo>
                    <a:pt x="21090" y="10773"/>
                  </a:lnTo>
                  <a:lnTo>
                    <a:pt x="21170" y="10328"/>
                  </a:lnTo>
                  <a:lnTo>
                    <a:pt x="20999" y="10146"/>
                  </a:lnTo>
                  <a:lnTo>
                    <a:pt x="20519" y="10214"/>
                  </a:lnTo>
                  <a:lnTo>
                    <a:pt x="19835" y="10191"/>
                  </a:lnTo>
                  <a:lnTo>
                    <a:pt x="18979" y="10397"/>
                  </a:lnTo>
                  <a:lnTo>
                    <a:pt x="18408" y="10648"/>
                  </a:lnTo>
                  <a:lnTo>
                    <a:pt x="18237" y="10899"/>
                  </a:lnTo>
                  <a:lnTo>
                    <a:pt x="18066" y="11675"/>
                  </a:lnTo>
                  <a:lnTo>
                    <a:pt x="17803" y="12200"/>
                  </a:lnTo>
                  <a:lnTo>
                    <a:pt x="17255" y="12565"/>
                  </a:lnTo>
                  <a:lnTo>
                    <a:pt x="16742" y="12725"/>
                  </a:lnTo>
                  <a:lnTo>
                    <a:pt x="16126" y="12885"/>
                  </a:lnTo>
                  <a:lnTo>
                    <a:pt x="15509" y="12965"/>
                  </a:lnTo>
                  <a:lnTo>
                    <a:pt x="14779" y="13227"/>
                  </a:lnTo>
                  <a:lnTo>
                    <a:pt x="14517" y="12851"/>
                  </a:lnTo>
                  <a:lnTo>
                    <a:pt x="13718" y="12611"/>
                  </a:lnTo>
                  <a:lnTo>
                    <a:pt x="13455" y="12154"/>
                  </a:lnTo>
                  <a:lnTo>
                    <a:pt x="13352" y="11641"/>
                  </a:lnTo>
                  <a:lnTo>
                    <a:pt x="12930" y="10967"/>
                  </a:lnTo>
                  <a:lnTo>
                    <a:pt x="12873" y="10260"/>
                  </a:lnTo>
                  <a:lnTo>
                    <a:pt x="12702" y="9815"/>
                  </a:lnTo>
                  <a:lnTo>
                    <a:pt x="12633" y="9336"/>
                  </a:lnTo>
                  <a:lnTo>
                    <a:pt x="12782" y="8890"/>
                  </a:lnTo>
                  <a:lnTo>
                    <a:pt x="13044" y="7658"/>
                  </a:lnTo>
                  <a:lnTo>
                    <a:pt x="13295" y="7019"/>
                  </a:lnTo>
                  <a:lnTo>
                    <a:pt x="13740" y="6220"/>
                  </a:lnTo>
                  <a:close/>
                </a:path>
              </a:pathLst>
            </a:custGeom>
            <a:solidFill>
              <a:schemeClr val="accent2"/>
            </a:solidFill>
            <a:ln w="9525" cap="flat" cmpd="sng">
              <a:solidFill>
                <a:schemeClr val="accent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162525" tIns="162525" rIns="162525" bIns="1625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3200"/>
                <a:buFont typeface="Calibri"/>
                <a:buNone/>
              </a:pPr>
              <a:endParaRPr sz="3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012" name="Google Shape;1012;p38"/>
            <p:cNvSpPr/>
            <p:nvPr/>
          </p:nvSpPr>
          <p:spPr>
            <a:xfrm>
              <a:off x="4096575" y="2151500"/>
              <a:ext cx="45950" cy="32825"/>
            </a:xfrm>
            <a:custGeom>
              <a:avLst/>
              <a:gdLst/>
              <a:ahLst/>
              <a:cxnLst/>
              <a:rect l="l" t="t" r="r" b="b"/>
              <a:pathLst>
                <a:path w="1838" h="1313" extrusionOk="0">
                  <a:moveTo>
                    <a:pt x="1724" y="285"/>
                  </a:moveTo>
                  <a:lnTo>
                    <a:pt x="1324" y="0"/>
                  </a:lnTo>
                  <a:lnTo>
                    <a:pt x="982" y="11"/>
                  </a:lnTo>
                  <a:lnTo>
                    <a:pt x="742" y="69"/>
                  </a:lnTo>
                  <a:lnTo>
                    <a:pt x="583" y="103"/>
                  </a:lnTo>
                  <a:lnTo>
                    <a:pt x="172" y="240"/>
                  </a:lnTo>
                  <a:lnTo>
                    <a:pt x="160" y="411"/>
                  </a:lnTo>
                  <a:lnTo>
                    <a:pt x="58" y="411"/>
                  </a:lnTo>
                  <a:lnTo>
                    <a:pt x="58" y="411"/>
                  </a:lnTo>
                  <a:lnTo>
                    <a:pt x="1" y="719"/>
                  </a:lnTo>
                  <a:lnTo>
                    <a:pt x="126" y="1084"/>
                  </a:lnTo>
                  <a:lnTo>
                    <a:pt x="457" y="1312"/>
                  </a:lnTo>
                  <a:lnTo>
                    <a:pt x="925" y="1233"/>
                  </a:lnTo>
                  <a:lnTo>
                    <a:pt x="1199" y="1039"/>
                  </a:lnTo>
                  <a:lnTo>
                    <a:pt x="1598" y="1061"/>
                  </a:lnTo>
                  <a:lnTo>
                    <a:pt x="1701" y="902"/>
                  </a:lnTo>
                  <a:lnTo>
                    <a:pt x="1838" y="867"/>
                  </a:lnTo>
                  <a:close/>
                </a:path>
              </a:pathLst>
            </a:custGeom>
            <a:solidFill>
              <a:schemeClr val="accent2"/>
            </a:solidFill>
            <a:ln w="9525" cap="flat" cmpd="sng">
              <a:solidFill>
                <a:schemeClr val="accent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162525" tIns="162525" rIns="162525" bIns="1625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3200"/>
                <a:buFont typeface="Calibri"/>
                <a:buNone/>
              </a:pPr>
              <a:endParaRPr sz="3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013" name="Google Shape;1013;p38"/>
            <p:cNvSpPr/>
            <p:nvPr/>
          </p:nvSpPr>
          <p:spPr>
            <a:xfrm>
              <a:off x="3479450" y="2545500"/>
              <a:ext cx="326425" cy="337525"/>
            </a:xfrm>
            <a:custGeom>
              <a:avLst/>
              <a:gdLst/>
              <a:ahLst/>
              <a:cxnLst/>
              <a:rect l="l" t="t" r="r" b="b"/>
              <a:pathLst>
                <a:path w="13057" h="13501" extrusionOk="0">
                  <a:moveTo>
                    <a:pt x="13045" y="5284"/>
                  </a:moveTo>
                  <a:lnTo>
                    <a:pt x="12178" y="5364"/>
                  </a:lnTo>
                  <a:lnTo>
                    <a:pt x="12155" y="4793"/>
                  </a:lnTo>
                  <a:lnTo>
                    <a:pt x="11790" y="4645"/>
                  </a:lnTo>
                  <a:lnTo>
                    <a:pt x="11299" y="4383"/>
                  </a:lnTo>
                  <a:lnTo>
                    <a:pt x="11116" y="3960"/>
                  </a:lnTo>
                  <a:lnTo>
                    <a:pt x="8469" y="1986"/>
                  </a:lnTo>
                  <a:lnTo>
                    <a:pt x="5844" y="0"/>
                  </a:lnTo>
                  <a:lnTo>
                    <a:pt x="4646" y="23"/>
                  </a:lnTo>
                  <a:lnTo>
                    <a:pt x="4988" y="3926"/>
                  </a:lnTo>
                  <a:lnTo>
                    <a:pt x="5330" y="7852"/>
                  </a:lnTo>
                  <a:lnTo>
                    <a:pt x="5467" y="7966"/>
                  </a:lnTo>
                  <a:lnTo>
                    <a:pt x="5285" y="8594"/>
                  </a:lnTo>
                  <a:lnTo>
                    <a:pt x="2101" y="8605"/>
                  </a:lnTo>
                  <a:lnTo>
                    <a:pt x="1975" y="8810"/>
                  </a:lnTo>
                  <a:lnTo>
                    <a:pt x="1679" y="8753"/>
                  </a:lnTo>
                  <a:lnTo>
                    <a:pt x="1222" y="8936"/>
                  </a:lnTo>
                  <a:lnTo>
                    <a:pt x="674" y="8674"/>
                  </a:lnTo>
                  <a:lnTo>
                    <a:pt x="423" y="8708"/>
                  </a:lnTo>
                  <a:lnTo>
                    <a:pt x="275" y="9233"/>
                  </a:lnTo>
                  <a:lnTo>
                    <a:pt x="1" y="9404"/>
                  </a:lnTo>
                  <a:lnTo>
                    <a:pt x="35" y="9963"/>
                  </a:lnTo>
                  <a:lnTo>
                    <a:pt x="195" y="10488"/>
                  </a:lnTo>
                  <a:lnTo>
                    <a:pt x="492" y="10751"/>
                  </a:lnTo>
                  <a:lnTo>
                    <a:pt x="549" y="11082"/>
                  </a:lnTo>
                  <a:lnTo>
                    <a:pt x="503" y="11367"/>
                  </a:lnTo>
                  <a:lnTo>
                    <a:pt x="549" y="11698"/>
                  </a:lnTo>
                  <a:lnTo>
                    <a:pt x="674" y="11698"/>
                  </a:lnTo>
                  <a:lnTo>
                    <a:pt x="891" y="11584"/>
                  </a:lnTo>
                  <a:lnTo>
                    <a:pt x="1017" y="11618"/>
                  </a:lnTo>
                  <a:lnTo>
                    <a:pt x="1233" y="11846"/>
                  </a:lnTo>
                  <a:lnTo>
                    <a:pt x="1576" y="11915"/>
                  </a:lnTo>
                  <a:lnTo>
                    <a:pt x="1804" y="11721"/>
                  </a:lnTo>
                  <a:lnTo>
                    <a:pt x="2055" y="11606"/>
                  </a:lnTo>
                  <a:lnTo>
                    <a:pt x="2249" y="11470"/>
                  </a:lnTo>
                  <a:lnTo>
                    <a:pt x="2398" y="11504"/>
                  </a:lnTo>
                  <a:lnTo>
                    <a:pt x="2592" y="11698"/>
                  </a:lnTo>
                  <a:lnTo>
                    <a:pt x="2671" y="11937"/>
                  </a:lnTo>
                  <a:lnTo>
                    <a:pt x="3002" y="12325"/>
                  </a:lnTo>
                  <a:lnTo>
                    <a:pt x="2831" y="12554"/>
                  </a:lnTo>
                  <a:lnTo>
                    <a:pt x="2797" y="12862"/>
                  </a:lnTo>
                  <a:lnTo>
                    <a:pt x="2968" y="12771"/>
                  </a:lnTo>
                  <a:lnTo>
                    <a:pt x="3071" y="12873"/>
                  </a:lnTo>
                  <a:lnTo>
                    <a:pt x="3025" y="13136"/>
                  </a:lnTo>
                  <a:lnTo>
                    <a:pt x="3276" y="13398"/>
                  </a:lnTo>
                  <a:lnTo>
                    <a:pt x="3368" y="13307"/>
                  </a:lnTo>
                  <a:lnTo>
                    <a:pt x="3596" y="13455"/>
                  </a:lnTo>
                  <a:lnTo>
                    <a:pt x="4212" y="13467"/>
                  </a:lnTo>
                  <a:lnTo>
                    <a:pt x="4360" y="13193"/>
                  </a:lnTo>
                  <a:lnTo>
                    <a:pt x="4497" y="13216"/>
                  </a:lnTo>
                  <a:lnTo>
                    <a:pt x="4726" y="13113"/>
                  </a:lnTo>
                  <a:lnTo>
                    <a:pt x="4851" y="13501"/>
                  </a:lnTo>
                  <a:lnTo>
                    <a:pt x="5045" y="13387"/>
                  </a:lnTo>
                  <a:lnTo>
                    <a:pt x="5365" y="13261"/>
                  </a:lnTo>
                  <a:lnTo>
                    <a:pt x="5308" y="12725"/>
                  </a:lnTo>
                  <a:lnTo>
                    <a:pt x="5536" y="12348"/>
                  </a:lnTo>
                  <a:lnTo>
                    <a:pt x="5513" y="12029"/>
                  </a:lnTo>
                  <a:lnTo>
                    <a:pt x="6152" y="11287"/>
                  </a:lnTo>
                  <a:lnTo>
                    <a:pt x="6266" y="10659"/>
                  </a:lnTo>
                  <a:lnTo>
                    <a:pt x="6495" y="10431"/>
                  </a:lnTo>
                  <a:lnTo>
                    <a:pt x="6883" y="10557"/>
                  </a:lnTo>
                  <a:lnTo>
                    <a:pt x="7213" y="10374"/>
                  </a:lnTo>
                  <a:lnTo>
                    <a:pt x="7328" y="10146"/>
                  </a:lnTo>
                  <a:lnTo>
                    <a:pt x="7932" y="9735"/>
                  </a:lnTo>
                  <a:lnTo>
                    <a:pt x="8092" y="9450"/>
                  </a:lnTo>
                  <a:lnTo>
                    <a:pt x="8834" y="9073"/>
                  </a:lnTo>
                  <a:lnTo>
                    <a:pt x="9268" y="8947"/>
                  </a:lnTo>
                  <a:lnTo>
                    <a:pt x="9462" y="9119"/>
                  </a:lnTo>
                  <a:lnTo>
                    <a:pt x="9975" y="9119"/>
                  </a:lnTo>
                  <a:lnTo>
                    <a:pt x="10489" y="9073"/>
                  </a:lnTo>
                  <a:lnTo>
                    <a:pt x="10774" y="8765"/>
                  </a:lnTo>
                  <a:lnTo>
                    <a:pt x="11858" y="8674"/>
                  </a:lnTo>
                  <a:lnTo>
                    <a:pt x="12554" y="8537"/>
                  </a:lnTo>
                  <a:lnTo>
                    <a:pt x="12634" y="7977"/>
                  </a:lnTo>
                  <a:lnTo>
                    <a:pt x="13057" y="7361"/>
                  </a:lnTo>
                  <a:close/>
                </a:path>
              </a:pathLst>
            </a:custGeom>
            <a:solidFill>
              <a:schemeClr val="accent2"/>
            </a:solidFill>
            <a:ln w="9525" cap="flat" cmpd="sng">
              <a:solidFill>
                <a:schemeClr val="accent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162525" tIns="162525" rIns="162525" bIns="1625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3200"/>
                <a:buFont typeface="Calibri"/>
                <a:buNone/>
              </a:pPr>
              <a:endParaRPr sz="3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014" name="Google Shape;1014;p38"/>
            <p:cNvSpPr/>
            <p:nvPr/>
          </p:nvSpPr>
          <p:spPr>
            <a:xfrm>
              <a:off x="5533650" y="2469325"/>
              <a:ext cx="174925" cy="417425"/>
            </a:xfrm>
            <a:custGeom>
              <a:avLst/>
              <a:gdLst/>
              <a:ahLst/>
              <a:cxnLst/>
              <a:rect l="l" t="t" r="r" b="b"/>
              <a:pathLst>
                <a:path w="6997" h="16697" extrusionOk="0">
                  <a:moveTo>
                    <a:pt x="6996" y="6266"/>
                  </a:moveTo>
                  <a:lnTo>
                    <a:pt x="6905" y="5889"/>
                  </a:lnTo>
                  <a:lnTo>
                    <a:pt x="6369" y="6151"/>
                  </a:lnTo>
                  <a:lnTo>
                    <a:pt x="6015" y="5980"/>
                  </a:lnTo>
                  <a:lnTo>
                    <a:pt x="5365" y="5638"/>
                  </a:lnTo>
                  <a:lnTo>
                    <a:pt x="5479" y="4896"/>
                  </a:lnTo>
                  <a:lnTo>
                    <a:pt x="4954" y="4702"/>
                  </a:lnTo>
                  <a:lnTo>
                    <a:pt x="4623" y="3880"/>
                  </a:lnTo>
                  <a:lnTo>
                    <a:pt x="3824" y="4017"/>
                  </a:lnTo>
                  <a:lnTo>
                    <a:pt x="3733" y="2956"/>
                  </a:lnTo>
                  <a:lnTo>
                    <a:pt x="4315" y="2191"/>
                  </a:lnTo>
                  <a:lnTo>
                    <a:pt x="4200" y="1438"/>
                  </a:lnTo>
                  <a:lnTo>
                    <a:pt x="4018" y="742"/>
                  </a:lnTo>
                  <a:lnTo>
                    <a:pt x="3630" y="525"/>
                  </a:lnTo>
                  <a:lnTo>
                    <a:pt x="3242" y="0"/>
                  </a:lnTo>
                  <a:lnTo>
                    <a:pt x="2820" y="57"/>
                  </a:lnTo>
                  <a:lnTo>
                    <a:pt x="2945" y="400"/>
                  </a:lnTo>
                  <a:lnTo>
                    <a:pt x="2717" y="571"/>
                  </a:lnTo>
                  <a:lnTo>
                    <a:pt x="2899" y="1119"/>
                  </a:lnTo>
                  <a:lnTo>
                    <a:pt x="2317" y="970"/>
                  </a:lnTo>
                  <a:lnTo>
                    <a:pt x="1450" y="1598"/>
                  </a:lnTo>
                  <a:lnTo>
                    <a:pt x="1576" y="2111"/>
                  </a:lnTo>
                  <a:lnTo>
                    <a:pt x="1279" y="2876"/>
                  </a:lnTo>
                  <a:lnTo>
                    <a:pt x="1313" y="3321"/>
                  </a:lnTo>
                  <a:lnTo>
                    <a:pt x="1108" y="4063"/>
                  </a:lnTo>
                  <a:lnTo>
                    <a:pt x="446" y="3858"/>
                  </a:lnTo>
                  <a:lnTo>
                    <a:pt x="571" y="4805"/>
                  </a:lnTo>
                  <a:lnTo>
                    <a:pt x="446" y="5101"/>
                  </a:lnTo>
                  <a:lnTo>
                    <a:pt x="571" y="5489"/>
                  </a:lnTo>
                  <a:lnTo>
                    <a:pt x="229" y="5706"/>
                  </a:lnTo>
                  <a:lnTo>
                    <a:pt x="309" y="6357"/>
                  </a:lnTo>
                  <a:lnTo>
                    <a:pt x="1" y="6220"/>
                  </a:lnTo>
                  <a:lnTo>
                    <a:pt x="161" y="6950"/>
                  </a:lnTo>
                  <a:lnTo>
                    <a:pt x="822" y="7692"/>
                  </a:lnTo>
                  <a:lnTo>
                    <a:pt x="1302" y="7818"/>
                  </a:lnTo>
                  <a:lnTo>
                    <a:pt x="1245" y="8126"/>
                  </a:lnTo>
                  <a:lnTo>
                    <a:pt x="2021" y="9187"/>
                  </a:lnTo>
                  <a:lnTo>
                    <a:pt x="2283" y="10020"/>
                  </a:lnTo>
                  <a:lnTo>
                    <a:pt x="2158" y="11150"/>
                  </a:lnTo>
                  <a:lnTo>
                    <a:pt x="2671" y="11367"/>
                  </a:lnTo>
                  <a:lnTo>
                    <a:pt x="3128" y="11447"/>
                  </a:lnTo>
                  <a:lnTo>
                    <a:pt x="3961" y="10796"/>
                  </a:lnTo>
                  <a:lnTo>
                    <a:pt x="4417" y="10351"/>
                  </a:lnTo>
                  <a:lnTo>
                    <a:pt x="4851" y="11093"/>
                  </a:lnTo>
                  <a:lnTo>
                    <a:pt x="5136" y="12246"/>
                  </a:lnTo>
                  <a:lnTo>
                    <a:pt x="5513" y="13330"/>
                  </a:lnTo>
                  <a:lnTo>
                    <a:pt x="5878" y="13809"/>
                  </a:lnTo>
                  <a:lnTo>
                    <a:pt x="5912" y="14790"/>
                  </a:lnTo>
                  <a:lnTo>
                    <a:pt x="6220" y="15327"/>
                  </a:lnTo>
                  <a:lnTo>
                    <a:pt x="6038" y="16012"/>
                  </a:lnTo>
                  <a:lnTo>
                    <a:pt x="6163" y="16696"/>
                  </a:lnTo>
                  <a:lnTo>
                    <a:pt x="6483" y="15760"/>
                  </a:lnTo>
                  <a:lnTo>
                    <a:pt x="6848" y="14916"/>
                  </a:lnTo>
                  <a:lnTo>
                    <a:pt x="6449" y="14094"/>
                  </a:lnTo>
                  <a:lnTo>
                    <a:pt x="6426" y="13661"/>
                  </a:lnTo>
                  <a:lnTo>
                    <a:pt x="6278" y="13158"/>
                  </a:lnTo>
                  <a:lnTo>
                    <a:pt x="5684" y="12440"/>
                  </a:lnTo>
                  <a:lnTo>
                    <a:pt x="5444" y="11983"/>
                  </a:lnTo>
                  <a:lnTo>
                    <a:pt x="5684" y="11823"/>
                  </a:lnTo>
                  <a:lnTo>
                    <a:pt x="5878" y="11024"/>
                  </a:lnTo>
                  <a:lnTo>
                    <a:pt x="5467" y="10420"/>
                  </a:lnTo>
                  <a:lnTo>
                    <a:pt x="4885" y="9769"/>
                  </a:lnTo>
                  <a:lnTo>
                    <a:pt x="4383" y="8970"/>
                  </a:lnTo>
                  <a:lnTo>
                    <a:pt x="4703" y="8810"/>
                  </a:lnTo>
                  <a:lnTo>
                    <a:pt x="4908" y="7829"/>
                  </a:lnTo>
                  <a:lnTo>
                    <a:pt x="5467" y="7783"/>
                  </a:lnTo>
                  <a:lnTo>
                    <a:pt x="5867" y="7384"/>
                  </a:lnTo>
                  <a:lnTo>
                    <a:pt x="6300" y="7190"/>
                  </a:lnTo>
                  <a:lnTo>
                    <a:pt x="6414" y="6848"/>
                  </a:lnTo>
                  <a:close/>
                </a:path>
              </a:pathLst>
            </a:custGeom>
            <a:solidFill>
              <a:schemeClr val="accent2"/>
            </a:solidFill>
            <a:ln w="9525" cap="flat" cmpd="sng">
              <a:solidFill>
                <a:schemeClr val="accent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162525" tIns="162525" rIns="162525" bIns="1625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3200"/>
                <a:buFont typeface="Calibri"/>
                <a:buNone/>
              </a:pPr>
              <a:endParaRPr sz="3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015" name="Google Shape;1015;p38"/>
            <p:cNvSpPr/>
            <p:nvPr/>
          </p:nvSpPr>
          <p:spPr>
            <a:xfrm>
              <a:off x="4057775" y="2124950"/>
              <a:ext cx="33400" cy="36275"/>
            </a:xfrm>
            <a:custGeom>
              <a:avLst/>
              <a:gdLst/>
              <a:ahLst/>
              <a:cxnLst/>
              <a:rect l="l" t="t" r="r" b="b"/>
              <a:pathLst>
                <a:path w="1336" h="1451" extrusionOk="0">
                  <a:moveTo>
                    <a:pt x="1279" y="640"/>
                  </a:moveTo>
                  <a:lnTo>
                    <a:pt x="1336" y="549"/>
                  </a:lnTo>
                  <a:lnTo>
                    <a:pt x="1050" y="377"/>
                  </a:lnTo>
                  <a:lnTo>
                    <a:pt x="799" y="275"/>
                  </a:lnTo>
                  <a:lnTo>
                    <a:pt x="685" y="161"/>
                  </a:lnTo>
                  <a:lnTo>
                    <a:pt x="468" y="1"/>
                  </a:lnTo>
                  <a:lnTo>
                    <a:pt x="343" y="92"/>
                  </a:lnTo>
                  <a:lnTo>
                    <a:pt x="126" y="286"/>
                  </a:lnTo>
                  <a:lnTo>
                    <a:pt x="69" y="777"/>
                  </a:lnTo>
                  <a:lnTo>
                    <a:pt x="1" y="914"/>
                  </a:lnTo>
                  <a:lnTo>
                    <a:pt x="1" y="914"/>
                  </a:lnTo>
                  <a:lnTo>
                    <a:pt x="320" y="1085"/>
                  </a:lnTo>
                  <a:lnTo>
                    <a:pt x="548" y="1393"/>
                  </a:lnTo>
                  <a:lnTo>
                    <a:pt x="708" y="1450"/>
                  </a:lnTo>
                  <a:lnTo>
                    <a:pt x="708" y="1450"/>
                  </a:lnTo>
                  <a:lnTo>
                    <a:pt x="640" y="1176"/>
                  </a:lnTo>
                  <a:lnTo>
                    <a:pt x="925" y="731"/>
                  </a:lnTo>
                  <a:lnTo>
                    <a:pt x="982" y="902"/>
                  </a:lnTo>
                  <a:lnTo>
                    <a:pt x="1165" y="834"/>
                  </a:lnTo>
                  <a:close/>
                </a:path>
              </a:pathLst>
            </a:custGeom>
            <a:solidFill>
              <a:schemeClr val="accent2"/>
            </a:solidFill>
            <a:ln w="9525" cap="flat" cmpd="sng">
              <a:solidFill>
                <a:schemeClr val="accent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162525" tIns="162525" rIns="162525" bIns="1625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3200"/>
                <a:buFont typeface="Calibri"/>
                <a:buNone/>
              </a:pPr>
              <a:endParaRPr sz="3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016" name="Google Shape;1016;p38"/>
            <p:cNvSpPr/>
            <p:nvPr/>
          </p:nvSpPr>
          <p:spPr>
            <a:xfrm>
              <a:off x="5255200" y="1937225"/>
              <a:ext cx="593450" cy="230275"/>
            </a:xfrm>
            <a:custGeom>
              <a:avLst/>
              <a:gdLst/>
              <a:ahLst/>
              <a:cxnLst/>
              <a:rect l="l" t="t" r="r" b="b"/>
              <a:pathLst>
                <a:path w="23738" h="9211" extrusionOk="0">
                  <a:moveTo>
                    <a:pt x="9541" y="1336"/>
                  </a:moveTo>
                  <a:lnTo>
                    <a:pt x="9016" y="685"/>
                  </a:lnTo>
                  <a:lnTo>
                    <a:pt x="8080" y="468"/>
                  </a:lnTo>
                  <a:lnTo>
                    <a:pt x="7396" y="354"/>
                  </a:lnTo>
                  <a:lnTo>
                    <a:pt x="6403" y="1"/>
                  </a:lnTo>
                  <a:lnTo>
                    <a:pt x="6220" y="914"/>
                  </a:lnTo>
                  <a:lnTo>
                    <a:pt x="6791" y="1427"/>
                  </a:lnTo>
                  <a:lnTo>
                    <a:pt x="6448" y="2043"/>
                  </a:lnTo>
                  <a:lnTo>
                    <a:pt x="5319" y="1815"/>
                  </a:lnTo>
                  <a:lnTo>
                    <a:pt x="4611" y="1781"/>
                  </a:lnTo>
                  <a:lnTo>
                    <a:pt x="3938" y="1370"/>
                  </a:lnTo>
                  <a:lnTo>
                    <a:pt x="3207" y="1359"/>
                  </a:lnTo>
                  <a:lnTo>
                    <a:pt x="2454" y="1085"/>
                  </a:lnTo>
                  <a:lnTo>
                    <a:pt x="1610" y="1496"/>
                  </a:lnTo>
                  <a:lnTo>
                    <a:pt x="674" y="2272"/>
                  </a:lnTo>
                  <a:lnTo>
                    <a:pt x="0" y="2409"/>
                  </a:lnTo>
                  <a:lnTo>
                    <a:pt x="468" y="3036"/>
                  </a:lnTo>
                  <a:lnTo>
                    <a:pt x="1290" y="3504"/>
                  </a:lnTo>
                  <a:lnTo>
                    <a:pt x="2443" y="3835"/>
                  </a:lnTo>
                  <a:lnTo>
                    <a:pt x="3264" y="4554"/>
                  </a:lnTo>
                  <a:lnTo>
                    <a:pt x="3447" y="5593"/>
                  </a:lnTo>
                  <a:lnTo>
                    <a:pt x="3881" y="5981"/>
                  </a:lnTo>
                  <a:lnTo>
                    <a:pt x="4794" y="6117"/>
                  </a:lnTo>
                  <a:lnTo>
                    <a:pt x="5821" y="6243"/>
                  </a:lnTo>
                  <a:lnTo>
                    <a:pt x="6951" y="6791"/>
                  </a:lnTo>
                  <a:lnTo>
                    <a:pt x="7430" y="6893"/>
                  </a:lnTo>
                  <a:lnTo>
                    <a:pt x="8137" y="7704"/>
                  </a:lnTo>
                  <a:lnTo>
                    <a:pt x="8799" y="8217"/>
                  </a:lnTo>
                  <a:lnTo>
                    <a:pt x="9587" y="8206"/>
                  </a:lnTo>
                  <a:lnTo>
                    <a:pt x="11184" y="8388"/>
                  </a:lnTo>
                  <a:lnTo>
                    <a:pt x="12097" y="8274"/>
                  </a:lnTo>
                  <a:lnTo>
                    <a:pt x="12885" y="8400"/>
                  </a:lnTo>
                  <a:lnTo>
                    <a:pt x="14209" y="8936"/>
                  </a:lnTo>
                  <a:lnTo>
                    <a:pt x="15099" y="8925"/>
                  </a:lnTo>
                  <a:lnTo>
                    <a:pt x="15555" y="9210"/>
                  </a:lnTo>
                  <a:lnTo>
                    <a:pt x="16183" y="8742"/>
                  </a:lnTo>
                  <a:lnTo>
                    <a:pt x="17210" y="8423"/>
                  </a:lnTo>
                  <a:lnTo>
                    <a:pt x="18271" y="8400"/>
                  </a:lnTo>
                  <a:lnTo>
                    <a:pt x="18979" y="8080"/>
                  </a:lnTo>
                  <a:lnTo>
                    <a:pt x="19241" y="7612"/>
                  </a:lnTo>
                  <a:lnTo>
                    <a:pt x="19607" y="7327"/>
                  </a:lnTo>
                  <a:lnTo>
                    <a:pt x="19333" y="7030"/>
                  </a:lnTo>
                  <a:lnTo>
                    <a:pt x="18922" y="6699"/>
                  </a:lnTo>
                  <a:lnTo>
                    <a:pt x="18979" y="6129"/>
                  </a:lnTo>
                  <a:lnTo>
                    <a:pt x="19435" y="6197"/>
                  </a:lnTo>
                  <a:lnTo>
                    <a:pt x="20269" y="6391"/>
                  </a:lnTo>
                  <a:lnTo>
                    <a:pt x="20714" y="5912"/>
                  </a:lnTo>
                  <a:lnTo>
                    <a:pt x="21615" y="5570"/>
                  </a:lnTo>
                  <a:lnTo>
                    <a:pt x="21809" y="4988"/>
                  </a:lnTo>
                  <a:lnTo>
                    <a:pt x="22152" y="4737"/>
                  </a:lnTo>
                  <a:lnTo>
                    <a:pt x="23122" y="4622"/>
                  </a:lnTo>
                  <a:lnTo>
                    <a:pt x="23738" y="4714"/>
                  </a:lnTo>
                  <a:lnTo>
                    <a:pt x="23635" y="4406"/>
                  </a:lnTo>
                  <a:lnTo>
                    <a:pt x="22608" y="3789"/>
                  </a:lnTo>
                  <a:lnTo>
                    <a:pt x="21889" y="3504"/>
                  </a:lnTo>
                  <a:lnTo>
                    <a:pt x="21524" y="3835"/>
                  </a:lnTo>
                  <a:lnTo>
                    <a:pt x="20759" y="3687"/>
                  </a:lnTo>
                  <a:lnTo>
                    <a:pt x="20417" y="3801"/>
                  </a:lnTo>
                  <a:lnTo>
                    <a:pt x="20029" y="3436"/>
                  </a:lnTo>
                  <a:lnTo>
                    <a:pt x="19983" y="2545"/>
                  </a:lnTo>
                  <a:lnTo>
                    <a:pt x="19903" y="1895"/>
                  </a:lnTo>
                  <a:lnTo>
                    <a:pt x="19116" y="1963"/>
                  </a:lnTo>
                  <a:lnTo>
                    <a:pt x="18557" y="1667"/>
                  </a:lnTo>
                  <a:lnTo>
                    <a:pt x="18089" y="1564"/>
                  </a:lnTo>
                  <a:lnTo>
                    <a:pt x="17450" y="2192"/>
                  </a:lnTo>
                  <a:lnTo>
                    <a:pt x="16617" y="2340"/>
                  </a:lnTo>
                  <a:lnTo>
                    <a:pt x="16103" y="2568"/>
                  </a:lnTo>
                  <a:lnTo>
                    <a:pt x="15156" y="2420"/>
                  </a:lnTo>
                  <a:lnTo>
                    <a:pt x="14505" y="2420"/>
                  </a:lnTo>
                  <a:lnTo>
                    <a:pt x="13809" y="1975"/>
                  </a:lnTo>
                  <a:lnTo>
                    <a:pt x="12885" y="1553"/>
                  </a:lnTo>
                  <a:lnTo>
                    <a:pt x="12109" y="1438"/>
                  </a:lnTo>
                  <a:lnTo>
                    <a:pt x="11299" y="1553"/>
                  </a:lnTo>
                  <a:lnTo>
                    <a:pt x="10739" y="1712"/>
                  </a:lnTo>
                  <a:close/>
                </a:path>
              </a:pathLst>
            </a:custGeom>
            <a:solidFill>
              <a:schemeClr val="accent2"/>
            </a:solidFill>
            <a:ln w="9525" cap="flat" cmpd="sng">
              <a:solidFill>
                <a:schemeClr val="accent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162525" tIns="162525" rIns="162525" bIns="1625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3200"/>
                <a:buFont typeface="Calibri"/>
                <a:buNone/>
              </a:pPr>
              <a:endParaRPr sz="3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017" name="Google Shape;1017;p38"/>
            <p:cNvSpPr/>
            <p:nvPr/>
          </p:nvSpPr>
          <p:spPr>
            <a:xfrm>
              <a:off x="4320550" y="3346350"/>
              <a:ext cx="210275" cy="372625"/>
            </a:xfrm>
            <a:custGeom>
              <a:avLst/>
              <a:gdLst/>
              <a:ahLst/>
              <a:cxnLst/>
              <a:rect l="l" t="t" r="r" b="b"/>
              <a:pathLst>
                <a:path w="8411" h="14905" extrusionOk="0">
                  <a:moveTo>
                    <a:pt x="8320" y="411"/>
                  </a:moveTo>
                  <a:lnTo>
                    <a:pt x="8206" y="0"/>
                  </a:lnTo>
                  <a:lnTo>
                    <a:pt x="8206" y="0"/>
                  </a:lnTo>
                  <a:lnTo>
                    <a:pt x="8206" y="0"/>
                  </a:lnTo>
                  <a:lnTo>
                    <a:pt x="7544" y="525"/>
                  </a:lnTo>
                  <a:lnTo>
                    <a:pt x="6665" y="879"/>
                  </a:lnTo>
                  <a:lnTo>
                    <a:pt x="6186" y="868"/>
                  </a:lnTo>
                  <a:lnTo>
                    <a:pt x="5889" y="1141"/>
                  </a:lnTo>
                  <a:lnTo>
                    <a:pt x="5330" y="1153"/>
                  </a:lnTo>
                  <a:lnTo>
                    <a:pt x="5136" y="1267"/>
                  </a:lnTo>
                  <a:lnTo>
                    <a:pt x="4177" y="1005"/>
                  </a:lnTo>
                  <a:lnTo>
                    <a:pt x="3880" y="1050"/>
                  </a:lnTo>
                  <a:lnTo>
                    <a:pt x="3652" y="1906"/>
                  </a:lnTo>
                  <a:lnTo>
                    <a:pt x="3755" y="2945"/>
                  </a:lnTo>
                  <a:lnTo>
                    <a:pt x="3789" y="2945"/>
                  </a:lnTo>
                  <a:lnTo>
                    <a:pt x="4063" y="3230"/>
                  </a:lnTo>
                  <a:lnTo>
                    <a:pt x="4382" y="3892"/>
                  </a:lnTo>
                  <a:lnTo>
                    <a:pt x="4394" y="5056"/>
                  </a:lnTo>
                  <a:lnTo>
                    <a:pt x="4040" y="5250"/>
                  </a:lnTo>
                  <a:lnTo>
                    <a:pt x="3766" y="5889"/>
                  </a:lnTo>
                  <a:lnTo>
                    <a:pt x="3275" y="5318"/>
                  </a:lnTo>
                  <a:lnTo>
                    <a:pt x="3253" y="4679"/>
                  </a:lnTo>
                  <a:lnTo>
                    <a:pt x="3435" y="4257"/>
                  </a:lnTo>
                  <a:lnTo>
                    <a:pt x="3390" y="3892"/>
                  </a:lnTo>
                  <a:lnTo>
                    <a:pt x="3093" y="3664"/>
                  </a:lnTo>
                  <a:lnTo>
                    <a:pt x="2865" y="3743"/>
                  </a:lnTo>
                  <a:lnTo>
                    <a:pt x="2442" y="3321"/>
                  </a:lnTo>
                  <a:lnTo>
                    <a:pt x="0" y="4063"/>
                  </a:lnTo>
                  <a:lnTo>
                    <a:pt x="46" y="4702"/>
                  </a:lnTo>
                  <a:lnTo>
                    <a:pt x="80" y="5044"/>
                  </a:lnTo>
                  <a:lnTo>
                    <a:pt x="742" y="5033"/>
                  </a:lnTo>
                  <a:lnTo>
                    <a:pt x="1107" y="5216"/>
                  </a:lnTo>
                  <a:lnTo>
                    <a:pt x="1267" y="5444"/>
                  </a:lnTo>
                  <a:lnTo>
                    <a:pt x="1632" y="5512"/>
                  </a:lnTo>
                  <a:lnTo>
                    <a:pt x="2032" y="5798"/>
                  </a:lnTo>
                  <a:lnTo>
                    <a:pt x="1997" y="6962"/>
                  </a:lnTo>
                  <a:lnTo>
                    <a:pt x="1803" y="7589"/>
                  </a:lnTo>
                  <a:lnTo>
                    <a:pt x="1735" y="8251"/>
                  </a:lnTo>
                  <a:lnTo>
                    <a:pt x="1849" y="8525"/>
                  </a:lnTo>
                  <a:lnTo>
                    <a:pt x="1735" y="9050"/>
                  </a:lnTo>
                  <a:lnTo>
                    <a:pt x="1609" y="9141"/>
                  </a:lnTo>
                  <a:lnTo>
                    <a:pt x="1381" y="9792"/>
                  </a:lnTo>
                  <a:lnTo>
                    <a:pt x="491" y="10819"/>
                  </a:lnTo>
                  <a:lnTo>
                    <a:pt x="810" y="12109"/>
                  </a:lnTo>
                  <a:lnTo>
                    <a:pt x="970" y="12748"/>
                  </a:lnTo>
                  <a:lnTo>
                    <a:pt x="765" y="13763"/>
                  </a:lnTo>
                  <a:lnTo>
                    <a:pt x="822" y="14094"/>
                  </a:lnTo>
                  <a:lnTo>
                    <a:pt x="913" y="14505"/>
                  </a:lnTo>
                  <a:lnTo>
                    <a:pt x="947" y="14905"/>
                  </a:lnTo>
                  <a:lnTo>
                    <a:pt x="1541" y="14905"/>
                  </a:lnTo>
                  <a:lnTo>
                    <a:pt x="1632" y="14437"/>
                  </a:lnTo>
                  <a:lnTo>
                    <a:pt x="1438" y="14357"/>
                  </a:lnTo>
                  <a:lnTo>
                    <a:pt x="1392" y="13992"/>
                  </a:lnTo>
                  <a:lnTo>
                    <a:pt x="1769" y="13649"/>
                  </a:lnTo>
                  <a:lnTo>
                    <a:pt x="2739" y="13159"/>
                  </a:lnTo>
                  <a:lnTo>
                    <a:pt x="3390" y="12850"/>
                  </a:lnTo>
                  <a:lnTo>
                    <a:pt x="3743" y="12519"/>
                  </a:lnTo>
                  <a:lnTo>
                    <a:pt x="3880" y="12154"/>
                  </a:lnTo>
                  <a:lnTo>
                    <a:pt x="3709" y="11994"/>
                  </a:lnTo>
                  <a:lnTo>
                    <a:pt x="3857" y="11561"/>
                  </a:lnTo>
                  <a:lnTo>
                    <a:pt x="3937" y="10682"/>
                  </a:lnTo>
                  <a:lnTo>
                    <a:pt x="3789" y="10728"/>
                  </a:lnTo>
                  <a:lnTo>
                    <a:pt x="3789" y="10454"/>
                  </a:lnTo>
                  <a:lnTo>
                    <a:pt x="3675" y="9929"/>
                  </a:lnTo>
                  <a:lnTo>
                    <a:pt x="3332" y="9244"/>
                  </a:lnTo>
                  <a:lnTo>
                    <a:pt x="3435" y="8582"/>
                  </a:lnTo>
                  <a:lnTo>
                    <a:pt x="3766" y="8388"/>
                  </a:lnTo>
                  <a:lnTo>
                    <a:pt x="4348" y="7726"/>
                  </a:lnTo>
                  <a:lnTo>
                    <a:pt x="4656" y="7567"/>
                  </a:lnTo>
                  <a:lnTo>
                    <a:pt x="5615" y="6597"/>
                  </a:lnTo>
                  <a:lnTo>
                    <a:pt x="6528" y="6163"/>
                  </a:lnTo>
                  <a:lnTo>
                    <a:pt x="7270" y="5798"/>
                  </a:lnTo>
                  <a:lnTo>
                    <a:pt x="7795" y="5250"/>
                  </a:lnTo>
                  <a:lnTo>
                    <a:pt x="8137" y="4622"/>
                  </a:lnTo>
                  <a:lnTo>
                    <a:pt x="8411" y="3960"/>
                  </a:lnTo>
                  <a:lnTo>
                    <a:pt x="8285" y="3515"/>
                  </a:lnTo>
                  <a:lnTo>
                    <a:pt x="8308" y="2112"/>
                  </a:lnTo>
                  <a:lnTo>
                    <a:pt x="8251" y="1313"/>
                  </a:lnTo>
                  <a:close/>
                </a:path>
              </a:pathLst>
            </a:custGeom>
            <a:solidFill>
              <a:schemeClr val="accent2"/>
            </a:solidFill>
            <a:ln w="9525" cap="flat" cmpd="sng">
              <a:solidFill>
                <a:schemeClr val="accent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162525" tIns="162525" rIns="162525" bIns="1625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3200"/>
                <a:buFont typeface="Calibri"/>
                <a:buNone/>
              </a:pPr>
              <a:endParaRPr sz="3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018" name="Google Shape;1018;p38"/>
            <p:cNvSpPr/>
            <p:nvPr/>
          </p:nvSpPr>
          <p:spPr>
            <a:xfrm>
              <a:off x="3386175" y="2490425"/>
              <a:ext cx="239400" cy="290175"/>
            </a:xfrm>
            <a:custGeom>
              <a:avLst/>
              <a:gdLst/>
              <a:ahLst/>
              <a:cxnLst/>
              <a:rect l="l" t="t" r="r" b="b"/>
              <a:pathLst>
                <a:path w="9576" h="11607" extrusionOk="0">
                  <a:moveTo>
                    <a:pt x="9575" y="2203"/>
                  </a:moveTo>
                  <a:lnTo>
                    <a:pt x="6676" y="1"/>
                  </a:lnTo>
                  <a:lnTo>
                    <a:pt x="6642" y="1382"/>
                  </a:lnTo>
                  <a:lnTo>
                    <a:pt x="4097" y="1336"/>
                  </a:lnTo>
                  <a:lnTo>
                    <a:pt x="4063" y="3664"/>
                  </a:lnTo>
                  <a:lnTo>
                    <a:pt x="3321" y="3733"/>
                  </a:lnTo>
                  <a:lnTo>
                    <a:pt x="3116" y="4200"/>
                  </a:lnTo>
                  <a:lnTo>
                    <a:pt x="3253" y="5513"/>
                  </a:lnTo>
                  <a:lnTo>
                    <a:pt x="171" y="5501"/>
                  </a:lnTo>
                  <a:lnTo>
                    <a:pt x="0" y="5821"/>
                  </a:lnTo>
                  <a:lnTo>
                    <a:pt x="400" y="6198"/>
                  </a:lnTo>
                  <a:lnTo>
                    <a:pt x="594" y="6631"/>
                  </a:lnTo>
                  <a:lnTo>
                    <a:pt x="491" y="7088"/>
                  </a:lnTo>
                  <a:lnTo>
                    <a:pt x="582" y="7544"/>
                  </a:lnTo>
                  <a:lnTo>
                    <a:pt x="651" y="8434"/>
                  </a:lnTo>
                  <a:lnTo>
                    <a:pt x="537" y="9279"/>
                  </a:lnTo>
                  <a:lnTo>
                    <a:pt x="297" y="9735"/>
                  </a:lnTo>
                  <a:lnTo>
                    <a:pt x="354" y="10226"/>
                  </a:lnTo>
                  <a:lnTo>
                    <a:pt x="639" y="9941"/>
                  </a:lnTo>
                  <a:lnTo>
                    <a:pt x="1027" y="10009"/>
                  </a:lnTo>
                  <a:lnTo>
                    <a:pt x="1427" y="9804"/>
                  </a:lnTo>
                  <a:lnTo>
                    <a:pt x="1860" y="9804"/>
                  </a:lnTo>
                  <a:lnTo>
                    <a:pt x="2237" y="10066"/>
                  </a:lnTo>
                  <a:lnTo>
                    <a:pt x="2762" y="10306"/>
                  </a:lnTo>
                  <a:lnTo>
                    <a:pt x="3218" y="10979"/>
                  </a:lnTo>
                  <a:lnTo>
                    <a:pt x="3732" y="11607"/>
                  </a:lnTo>
                  <a:lnTo>
                    <a:pt x="4006" y="11436"/>
                  </a:lnTo>
                  <a:lnTo>
                    <a:pt x="4143" y="10911"/>
                  </a:lnTo>
                  <a:lnTo>
                    <a:pt x="4405" y="10877"/>
                  </a:lnTo>
                  <a:lnTo>
                    <a:pt x="4942" y="11139"/>
                  </a:lnTo>
                  <a:lnTo>
                    <a:pt x="5398" y="10945"/>
                  </a:lnTo>
                  <a:lnTo>
                    <a:pt x="5706" y="11002"/>
                  </a:lnTo>
                  <a:lnTo>
                    <a:pt x="5832" y="10808"/>
                  </a:lnTo>
                  <a:lnTo>
                    <a:pt x="9016" y="10797"/>
                  </a:lnTo>
                  <a:lnTo>
                    <a:pt x="9198" y="10169"/>
                  </a:lnTo>
                  <a:lnTo>
                    <a:pt x="9050" y="10055"/>
                  </a:lnTo>
                  <a:lnTo>
                    <a:pt x="8708" y="6129"/>
                  </a:lnTo>
                  <a:lnTo>
                    <a:pt x="8365" y="2215"/>
                  </a:lnTo>
                  <a:close/>
                </a:path>
              </a:pathLst>
            </a:custGeom>
            <a:solidFill>
              <a:schemeClr val="accent2"/>
            </a:solidFill>
            <a:ln w="9525" cap="flat" cmpd="sng">
              <a:solidFill>
                <a:schemeClr val="accent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162525" tIns="162525" rIns="162525" bIns="1625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3200"/>
                <a:buFont typeface="Calibri"/>
                <a:buNone/>
              </a:pPr>
              <a:endParaRPr sz="3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019" name="Google Shape;1019;p38"/>
            <p:cNvSpPr/>
            <p:nvPr/>
          </p:nvSpPr>
          <p:spPr>
            <a:xfrm>
              <a:off x="4371050" y="3321525"/>
              <a:ext cx="59350" cy="172050"/>
            </a:xfrm>
            <a:custGeom>
              <a:avLst/>
              <a:gdLst/>
              <a:ahLst/>
              <a:cxnLst/>
              <a:rect l="l" t="t" r="r" b="b"/>
              <a:pathLst>
                <a:path w="2374" h="6882" extrusionOk="0">
                  <a:moveTo>
                    <a:pt x="1472" y="4371"/>
                  </a:moveTo>
                  <a:lnTo>
                    <a:pt x="1484" y="4040"/>
                  </a:lnTo>
                  <a:lnTo>
                    <a:pt x="1312" y="3766"/>
                  </a:lnTo>
                  <a:lnTo>
                    <a:pt x="1324" y="3367"/>
                  </a:lnTo>
                  <a:lnTo>
                    <a:pt x="1118" y="2705"/>
                  </a:lnTo>
                  <a:lnTo>
                    <a:pt x="1358" y="2203"/>
                  </a:lnTo>
                  <a:lnTo>
                    <a:pt x="1347" y="1107"/>
                  </a:lnTo>
                  <a:lnTo>
                    <a:pt x="1073" y="514"/>
                  </a:lnTo>
                  <a:lnTo>
                    <a:pt x="1096" y="411"/>
                  </a:lnTo>
                  <a:lnTo>
                    <a:pt x="1096" y="411"/>
                  </a:lnTo>
                  <a:lnTo>
                    <a:pt x="947" y="172"/>
                  </a:lnTo>
                  <a:lnTo>
                    <a:pt x="171" y="0"/>
                  </a:lnTo>
                  <a:lnTo>
                    <a:pt x="548" y="400"/>
                  </a:lnTo>
                  <a:lnTo>
                    <a:pt x="719" y="1176"/>
                  </a:lnTo>
                  <a:lnTo>
                    <a:pt x="571" y="1427"/>
                  </a:lnTo>
                  <a:lnTo>
                    <a:pt x="400" y="2157"/>
                  </a:lnTo>
                  <a:lnTo>
                    <a:pt x="525" y="2911"/>
                  </a:lnTo>
                  <a:lnTo>
                    <a:pt x="274" y="3230"/>
                  </a:lnTo>
                  <a:lnTo>
                    <a:pt x="0" y="4063"/>
                  </a:lnTo>
                  <a:lnTo>
                    <a:pt x="422" y="4314"/>
                  </a:lnTo>
                  <a:lnTo>
                    <a:pt x="845" y="4736"/>
                  </a:lnTo>
                  <a:lnTo>
                    <a:pt x="1073" y="4657"/>
                  </a:lnTo>
                  <a:lnTo>
                    <a:pt x="1370" y="4885"/>
                  </a:lnTo>
                  <a:lnTo>
                    <a:pt x="1415" y="5250"/>
                  </a:lnTo>
                  <a:lnTo>
                    <a:pt x="1233" y="5661"/>
                  </a:lnTo>
                  <a:lnTo>
                    <a:pt x="1255" y="6311"/>
                  </a:lnTo>
                  <a:lnTo>
                    <a:pt x="1746" y="6882"/>
                  </a:lnTo>
                  <a:lnTo>
                    <a:pt x="2020" y="6231"/>
                  </a:lnTo>
                  <a:lnTo>
                    <a:pt x="2374" y="6049"/>
                  </a:lnTo>
                  <a:lnTo>
                    <a:pt x="2362" y="4885"/>
                  </a:lnTo>
                  <a:lnTo>
                    <a:pt x="2043" y="4223"/>
                  </a:lnTo>
                  <a:lnTo>
                    <a:pt x="1769" y="3938"/>
                  </a:lnTo>
                  <a:lnTo>
                    <a:pt x="1735" y="3938"/>
                  </a:lnTo>
                  <a:lnTo>
                    <a:pt x="1735" y="4052"/>
                  </a:lnTo>
                  <a:lnTo>
                    <a:pt x="1883" y="4097"/>
                  </a:lnTo>
                  <a:lnTo>
                    <a:pt x="2031" y="4577"/>
                  </a:lnTo>
                  <a:lnTo>
                    <a:pt x="1997" y="4691"/>
                  </a:lnTo>
                  <a:lnTo>
                    <a:pt x="1723" y="4337"/>
                  </a:lnTo>
                  <a:lnTo>
                    <a:pt x="1586" y="4565"/>
                  </a:lnTo>
                  <a:close/>
                </a:path>
              </a:pathLst>
            </a:custGeom>
            <a:solidFill>
              <a:schemeClr val="accent2"/>
            </a:solidFill>
            <a:ln w="9525" cap="flat" cmpd="sng">
              <a:solidFill>
                <a:schemeClr val="accent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162525" tIns="162525" rIns="162525" bIns="1625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3200"/>
                <a:buFont typeface="Calibri"/>
                <a:buNone/>
              </a:pPr>
              <a:endParaRPr sz="3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020" name="Google Shape;1020;p38"/>
            <p:cNvSpPr/>
            <p:nvPr/>
          </p:nvSpPr>
          <p:spPr>
            <a:xfrm>
              <a:off x="5723100" y="2954900"/>
              <a:ext cx="383475" cy="139550"/>
            </a:xfrm>
            <a:custGeom>
              <a:avLst/>
              <a:gdLst/>
              <a:ahLst/>
              <a:cxnLst/>
              <a:rect l="l" t="t" r="r" b="b"/>
              <a:pathLst>
                <a:path w="15339" h="5582" extrusionOk="0">
                  <a:moveTo>
                    <a:pt x="799" y="663"/>
                  </a:moveTo>
                  <a:lnTo>
                    <a:pt x="126" y="263"/>
                  </a:lnTo>
                  <a:lnTo>
                    <a:pt x="0" y="423"/>
                  </a:lnTo>
                  <a:lnTo>
                    <a:pt x="206" y="800"/>
                  </a:lnTo>
                  <a:lnTo>
                    <a:pt x="137" y="1473"/>
                  </a:lnTo>
                  <a:lnTo>
                    <a:pt x="446" y="1964"/>
                  </a:lnTo>
                  <a:lnTo>
                    <a:pt x="583" y="2717"/>
                  </a:lnTo>
                  <a:lnTo>
                    <a:pt x="1073" y="3333"/>
                  </a:lnTo>
                  <a:lnTo>
                    <a:pt x="1187" y="3790"/>
                  </a:lnTo>
                  <a:lnTo>
                    <a:pt x="2135" y="4497"/>
                  </a:lnTo>
                  <a:lnTo>
                    <a:pt x="2911" y="5182"/>
                  </a:lnTo>
                  <a:lnTo>
                    <a:pt x="3481" y="5113"/>
                  </a:lnTo>
                  <a:lnTo>
                    <a:pt x="3493" y="4817"/>
                  </a:lnTo>
                  <a:lnTo>
                    <a:pt x="3162" y="4018"/>
                  </a:lnTo>
                  <a:lnTo>
                    <a:pt x="2865" y="3755"/>
                  </a:lnTo>
                  <a:lnTo>
                    <a:pt x="2796" y="3219"/>
                  </a:lnTo>
                  <a:lnTo>
                    <a:pt x="2717" y="2911"/>
                  </a:lnTo>
                  <a:lnTo>
                    <a:pt x="2785" y="2500"/>
                  </a:lnTo>
                  <a:lnTo>
                    <a:pt x="2717" y="1884"/>
                  </a:lnTo>
                  <a:lnTo>
                    <a:pt x="2340" y="1279"/>
                  </a:lnTo>
                  <a:lnTo>
                    <a:pt x="1838" y="731"/>
                  </a:lnTo>
                  <a:lnTo>
                    <a:pt x="1655" y="651"/>
                  </a:lnTo>
                  <a:lnTo>
                    <a:pt x="1416" y="1016"/>
                  </a:lnTo>
                  <a:lnTo>
                    <a:pt x="891" y="1131"/>
                  </a:lnTo>
                  <a:close/>
                  <a:moveTo>
                    <a:pt x="14928" y="2226"/>
                  </a:moveTo>
                  <a:lnTo>
                    <a:pt x="14756" y="1792"/>
                  </a:lnTo>
                  <a:lnTo>
                    <a:pt x="15293" y="1735"/>
                  </a:lnTo>
                  <a:lnTo>
                    <a:pt x="15338" y="1393"/>
                  </a:lnTo>
                  <a:lnTo>
                    <a:pt x="14654" y="1108"/>
                  </a:lnTo>
                  <a:lnTo>
                    <a:pt x="14106" y="857"/>
                  </a:lnTo>
                  <a:lnTo>
                    <a:pt x="14049" y="457"/>
                  </a:lnTo>
                  <a:lnTo>
                    <a:pt x="13615" y="1"/>
                  </a:lnTo>
                  <a:lnTo>
                    <a:pt x="13284" y="1"/>
                  </a:lnTo>
                  <a:lnTo>
                    <a:pt x="12931" y="720"/>
                  </a:lnTo>
                  <a:lnTo>
                    <a:pt x="12337" y="1347"/>
                  </a:lnTo>
                  <a:lnTo>
                    <a:pt x="12326" y="1792"/>
                  </a:lnTo>
                  <a:lnTo>
                    <a:pt x="12314" y="2374"/>
                  </a:lnTo>
                  <a:lnTo>
                    <a:pt x="11926" y="2340"/>
                  </a:lnTo>
                  <a:lnTo>
                    <a:pt x="11766" y="2660"/>
                  </a:lnTo>
                  <a:lnTo>
                    <a:pt x="11390" y="2192"/>
                  </a:lnTo>
                  <a:lnTo>
                    <a:pt x="11013" y="2763"/>
                  </a:lnTo>
                  <a:lnTo>
                    <a:pt x="10477" y="3470"/>
                  </a:lnTo>
                  <a:lnTo>
                    <a:pt x="9518" y="3675"/>
                  </a:lnTo>
                  <a:lnTo>
                    <a:pt x="9176" y="3847"/>
                  </a:lnTo>
                  <a:lnTo>
                    <a:pt x="9050" y="4611"/>
                  </a:lnTo>
                  <a:lnTo>
                    <a:pt x="8423" y="4782"/>
                  </a:lnTo>
                  <a:lnTo>
                    <a:pt x="7829" y="4474"/>
                  </a:lnTo>
                  <a:lnTo>
                    <a:pt x="7978" y="5079"/>
                  </a:lnTo>
                  <a:lnTo>
                    <a:pt x="8537" y="5581"/>
                  </a:lnTo>
                  <a:lnTo>
                    <a:pt x="9050" y="5410"/>
                  </a:lnTo>
                  <a:lnTo>
                    <a:pt x="9564" y="5467"/>
                  </a:lnTo>
                  <a:lnTo>
                    <a:pt x="10020" y="5011"/>
                  </a:lnTo>
                  <a:lnTo>
                    <a:pt x="10397" y="4919"/>
                  </a:lnTo>
                  <a:lnTo>
                    <a:pt x="11173" y="5182"/>
                  </a:lnTo>
                  <a:lnTo>
                    <a:pt x="11812" y="4999"/>
                  </a:lnTo>
                  <a:lnTo>
                    <a:pt x="12200" y="3721"/>
                  </a:lnTo>
                  <a:lnTo>
                    <a:pt x="12485" y="3413"/>
                  </a:lnTo>
                  <a:lnTo>
                    <a:pt x="12725" y="2386"/>
                  </a:lnTo>
                  <a:lnTo>
                    <a:pt x="13638" y="2386"/>
                  </a:lnTo>
                  <a:lnTo>
                    <a:pt x="14357" y="2523"/>
                  </a:lnTo>
                  <a:close/>
                </a:path>
              </a:pathLst>
            </a:custGeom>
            <a:solidFill>
              <a:schemeClr val="accent2"/>
            </a:solidFill>
            <a:ln w="9525" cap="flat" cmpd="sng">
              <a:solidFill>
                <a:schemeClr val="accent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162525" tIns="162525" rIns="162525" bIns="1625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3200"/>
                <a:buFont typeface="Calibri"/>
                <a:buNone/>
              </a:pPr>
              <a:endParaRPr sz="3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021" name="Google Shape;1021;p38"/>
            <p:cNvSpPr/>
            <p:nvPr/>
          </p:nvSpPr>
          <p:spPr>
            <a:xfrm>
              <a:off x="3953650" y="3496700"/>
              <a:ext cx="263350" cy="274775"/>
            </a:xfrm>
            <a:custGeom>
              <a:avLst/>
              <a:gdLst/>
              <a:ahLst/>
              <a:cxnLst/>
              <a:rect l="l" t="t" r="r" b="b"/>
              <a:pathLst>
                <a:path w="10534" h="10991" extrusionOk="0">
                  <a:moveTo>
                    <a:pt x="9073" y="525"/>
                  </a:moveTo>
                  <a:lnTo>
                    <a:pt x="7601" y="891"/>
                  </a:lnTo>
                  <a:lnTo>
                    <a:pt x="5683" y="754"/>
                  </a:lnTo>
                  <a:lnTo>
                    <a:pt x="5158" y="331"/>
                  </a:lnTo>
                  <a:lnTo>
                    <a:pt x="1952" y="377"/>
                  </a:lnTo>
                  <a:lnTo>
                    <a:pt x="1815" y="434"/>
                  </a:lnTo>
                  <a:lnTo>
                    <a:pt x="1358" y="12"/>
                  </a:lnTo>
                  <a:lnTo>
                    <a:pt x="856" y="0"/>
                  </a:lnTo>
                  <a:lnTo>
                    <a:pt x="377" y="149"/>
                  </a:lnTo>
                  <a:lnTo>
                    <a:pt x="0" y="320"/>
                  </a:lnTo>
                  <a:lnTo>
                    <a:pt x="23" y="1016"/>
                  </a:lnTo>
                  <a:lnTo>
                    <a:pt x="651" y="1895"/>
                  </a:lnTo>
                  <a:lnTo>
                    <a:pt x="810" y="2466"/>
                  </a:lnTo>
                  <a:lnTo>
                    <a:pt x="1210" y="3572"/>
                  </a:lnTo>
                  <a:lnTo>
                    <a:pt x="1598" y="4314"/>
                  </a:lnTo>
                  <a:lnTo>
                    <a:pt x="1894" y="4679"/>
                  </a:lnTo>
                  <a:lnTo>
                    <a:pt x="1974" y="5182"/>
                  </a:lnTo>
                  <a:lnTo>
                    <a:pt x="1974" y="6266"/>
                  </a:lnTo>
                  <a:lnTo>
                    <a:pt x="2203" y="7658"/>
                  </a:lnTo>
                  <a:lnTo>
                    <a:pt x="2374" y="8320"/>
                  </a:lnTo>
                  <a:lnTo>
                    <a:pt x="2522" y="9199"/>
                  </a:lnTo>
                  <a:lnTo>
                    <a:pt x="2785" y="9872"/>
                  </a:lnTo>
                  <a:lnTo>
                    <a:pt x="3344" y="10557"/>
                  </a:lnTo>
                  <a:lnTo>
                    <a:pt x="3732" y="10100"/>
                  </a:lnTo>
                  <a:lnTo>
                    <a:pt x="4029" y="10363"/>
                  </a:lnTo>
                  <a:lnTo>
                    <a:pt x="4143" y="10739"/>
                  </a:lnTo>
                  <a:lnTo>
                    <a:pt x="4485" y="10819"/>
                  </a:lnTo>
                  <a:lnTo>
                    <a:pt x="4953" y="10990"/>
                  </a:lnTo>
                  <a:lnTo>
                    <a:pt x="5375" y="10911"/>
                  </a:lnTo>
                  <a:lnTo>
                    <a:pt x="6083" y="10454"/>
                  </a:lnTo>
                  <a:lnTo>
                    <a:pt x="6243" y="7087"/>
                  </a:lnTo>
                  <a:lnTo>
                    <a:pt x="6322" y="4451"/>
                  </a:lnTo>
                  <a:lnTo>
                    <a:pt x="7098" y="4428"/>
                  </a:lnTo>
                  <a:lnTo>
                    <a:pt x="7224" y="1187"/>
                  </a:lnTo>
                  <a:lnTo>
                    <a:pt x="7806" y="1153"/>
                  </a:lnTo>
                  <a:lnTo>
                    <a:pt x="9039" y="845"/>
                  </a:lnTo>
                  <a:lnTo>
                    <a:pt x="9324" y="1210"/>
                  </a:lnTo>
                  <a:lnTo>
                    <a:pt x="9849" y="856"/>
                  </a:lnTo>
                  <a:lnTo>
                    <a:pt x="10077" y="856"/>
                  </a:lnTo>
                  <a:lnTo>
                    <a:pt x="10534" y="640"/>
                  </a:lnTo>
                  <a:lnTo>
                    <a:pt x="10534" y="571"/>
                  </a:lnTo>
                  <a:lnTo>
                    <a:pt x="10237" y="377"/>
                  </a:lnTo>
                  <a:lnTo>
                    <a:pt x="9723" y="320"/>
                  </a:lnTo>
                  <a:close/>
                </a:path>
              </a:pathLst>
            </a:custGeom>
            <a:solidFill>
              <a:schemeClr val="accent2"/>
            </a:solidFill>
            <a:ln w="9525" cap="flat" cmpd="sng">
              <a:solidFill>
                <a:schemeClr val="accent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162525" tIns="162525" rIns="162525" bIns="1625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3200"/>
                <a:buFont typeface="Calibri"/>
                <a:buNone/>
              </a:pPr>
              <a:endParaRPr sz="3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022" name="Google Shape;1022;p38"/>
            <p:cNvSpPr/>
            <p:nvPr/>
          </p:nvSpPr>
          <p:spPr>
            <a:xfrm>
              <a:off x="3727100" y="2579450"/>
              <a:ext cx="307025" cy="268200"/>
            </a:xfrm>
            <a:custGeom>
              <a:avLst/>
              <a:gdLst/>
              <a:ahLst/>
              <a:cxnLst/>
              <a:rect l="l" t="t" r="r" b="b"/>
              <a:pathLst>
                <a:path w="12281" h="10728" extrusionOk="0">
                  <a:moveTo>
                    <a:pt x="10409" y="400"/>
                  </a:moveTo>
                  <a:lnTo>
                    <a:pt x="9153" y="0"/>
                  </a:lnTo>
                  <a:lnTo>
                    <a:pt x="6506" y="1746"/>
                  </a:lnTo>
                  <a:lnTo>
                    <a:pt x="4246" y="3527"/>
                  </a:lnTo>
                  <a:lnTo>
                    <a:pt x="3139" y="3926"/>
                  </a:lnTo>
                  <a:lnTo>
                    <a:pt x="3151" y="6003"/>
                  </a:lnTo>
                  <a:lnTo>
                    <a:pt x="2728" y="6619"/>
                  </a:lnTo>
                  <a:lnTo>
                    <a:pt x="2648" y="7179"/>
                  </a:lnTo>
                  <a:lnTo>
                    <a:pt x="1952" y="7316"/>
                  </a:lnTo>
                  <a:lnTo>
                    <a:pt x="868" y="7407"/>
                  </a:lnTo>
                  <a:lnTo>
                    <a:pt x="583" y="7715"/>
                  </a:lnTo>
                  <a:lnTo>
                    <a:pt x="69" y="7761"/>
                  </a:lnTo>
                  <a:lnTo>
                    <a:pt x="1" y="8206"/>
                  </a:lnTo>
                  <a:lnTo>
                    <a:pt x="115" y="8617"/>
                  </a:lnTo>
                  <a:lnTo>
                    <a:pt x="560" y="9199"/>
                  </a:lnTo>
                  <a:lnTo>
                    <a:pt x="583" y="9644"/>
                  </a:lnTo>
                  <a:lnTo>
                    <a:pt x="1496" y="9849"/>
                  </a:lnTo>
                  <a:lnTo>
                    <a:pt x="1484" y="10477"/>
                  </a:lnTo>
                  <a:lnTo>
                    <a:pt x="1758" y="10203"/>
                  </a:lnTo>
                  <a:lnTo>
                    <a:pt x="2044" y="10203"/>
                  </a:lnTo>
                  <a:lnTo>
                    <a:pt x="2648" y="10728"/>
                  </a:lnTo>
                  <a:lnTo>
                    <a:pt x="2694" y="9918"/>
                  </a:lnTo>
                  <a:lnTo>
                    <a:pt x="2922" y="9541"/>
                  </a:lnTo>
                  <a:lnTo>
                    <a:pt x="3036" y="9027"/>
                  </a:lnTo>
                  <a:lnTo>
                    <a:pt x="3230" y="8833"/>
                  </a:lnTo>
                  <a:lnTo>
                    <a:pt x="4086" y="8719"/>
                  </a:lnTo>
                  <a:lnTo>
                    <a:pt x="4885" y="9062"/>
                  </a:lnTo>
                  <a:lnTo>
                    <a:pt x="5193" y="9404"/>
                  </a:lnTo>
                  <a:lnTo>
                    <a:pt x="5604" y="9415"/>
                  </a:lnTo>
                  <a:lnTo>
                    <a:pt x="5981" y="9199"/>
                  </a:lnTo>
                  <a:lnTo>
                    <a:pt x="6951" y="9678"/>
                  </a:lnTo>
                  <a:lnTo>
                    <a:pt x="7350" y="9644"/>
                  </a:lnTo>
                  <a:lnTo>
                    <a:pt x="7818" y="9256"/>
                  </a:lnTo>
                  <a:lnTo>
                    <a:pt x="8286" y="9290"/>
                  </a:lnTo>
                  <a:lnTo>
                    <a:pt x="8514" y="9164"/>
                  </a:lnTo>
                  <a:lnTo>
                    <a:pt x="8937" y="9221"/>
                  </a:lnTo>
                  <a:lnTo>
                    <a:pt x="9553" y="9472"/>
                  </a:lnTo>
                  <a:lnTo>
                    <a:pt x="10169" y="8970"/>
                  </a:lnTo>
                  <a:lnTo>
                    <a:pt x="10352" y="9005"/>
                  </a:lnTo>
                  <a:lnTo>
                    <a:pt x="10911" y="9997"/>
                  </a:lnTo>
                  <a:lnTo>
                    <a:pt x="11048" y="9975"/>
                  </a:lnTo>
                  <a:lnTo>
                    <a:pt x="11082" y="9689"/>
                  </a:lnTo>
                  <a:lnTo>
                    <a:pt x="11310" y="9632"/>
                  </a:lnTo>
                  <a:lnTo>
                    <a:pt x="11379" y="9221"/>
                  </a:lnTo>
                  <a:lnTo>
                    <a:pt x="10865" y="9187"/>
                  </a:lnTo>
                  <a:lnTo>
                    <a:pt x="10865" y="8605"/>
                  </a:lnTo>
                  <a:lnTo>
                    <a:pt x="10523" y="8274"/>
                  </a:lnTo>
                  <a:lnTo>
                    <a:pt x="10854" y="7076"/>
                  </a:lnTo>
                  <a:lnTo>
                    <a:pt x="11835" y="6220"/>
                  </a:lnTo>
                  <a:lnTo>
                    <a:pt x="11869" y="5033"/>
                  </a:lnTo>
                  <a:lnTo>
                    <a:pt x="12121" y="3196"/>
                  </a:lnTo>
                  <a:lnTo>
                    <a:pt x="12280" y="2808"/>
                  </a:lnTo>
                  <a:lnTo>
                    <a:pt x="11949" y="2500"/>
                  </a:lnTo>
                  <a:lnTo>
                    <a:pt x="11927" y="2203"/>
                  </a:lnTo>
                  <a:lnTo>
                    <a:pt x="11641" y="1975"/>
                  </a:lnTo>
                  <a:lnTo>
                    <a:pt x="11413" y="560"/>
                  </a:lnTo>
                  <a:lnTo>
                    <a:pt x="10854" y="902"/>
                  </a:lnTo>
                  <a:close/>
                </a:path>
              </a:pathLst>
            </a:custGeom>
            <a:solidFill>
              <a:schemeClr val="accent2"/>
            </a:solidFill>
            <a:ln w="9525" cap="flat" cmpd="sng">
              <a:solidFill>
                <a:schemeClr val="accent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162525" tIns="162525" rIns="162525" bIns="1625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3200"/>
                <a:buFont typeface="Calibri"/>
                <a:buNone/>
              </a:pPr>
              <a:endParaRPr sz="3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023" name="Google Shape;1023;p38"/>
            <p:cNvSpPr/>
            <p:nvPr/>
          </p:nvSpPr>
          <p:spPr>
            <a:xfrm>
              <a:off x="3775325" y="2797425"/>
              <a:ext cx="236250" cy="218550"/>
            </a:xfrm>
            <a:custGeom>
              <a:avLst/>
              <a:gdLst/>
              <a:ahLst/>
              <a:cxnLst/>
              <a:rect l="l" t="t" r="r" b="b"/>
              <a:pathLst>
                <a:path w="9450" h="8742" extrusionOk="0">
                  <a:moveTo>
                    <a:pt x="9130" y="1256"/>
                  </a:moveTo>
                  <a:lnTo>
                    <a:pt x="8982" y="1278"/>
                  </a:lnTo>
                  <a:lnTo>
                    <a:pt x="8423" y="286"/>
                  </a:lnTo>
                  <a:lnTo>
                    <a:pt x="8240" y="251"/>
                  </a:lnTo>
                  <a:lnTo>
                    <a:pt x="7624" y="753"/>
                  </a:lnTo>
                  <a:lnTo>
                    <a:pt x="7019" y="502"/>
                  </a:lnTo>
                  <a:lnTo>
                    <a:pt x="6585" y="445"/>
                  </a:lnTo>
                  <a:lnTo>
                    <a:pt x="6357" y="571"/>
                  </a:lnTo>
                  <a:lnTo>
                    <a:pt x="5889" y="537"/>
                  </a:lnTo>
                  <a:lnTo>
                    <a:pt x="5421" y="925"/>
                  </a:lnTo>
                  <a:lnTo>
                    <a:pt x="5022" y="959"/>
                  </a:lnTo>
                  <a:lnTo>
                    <a:pt x="4052" y="480"/>
                  </a:lnTo>
                  <a:lnTo>
                    <a:pt x="3675" y="696"/>
                  </a:lnTo>
                  <a:lnTo>
                    <a:pt x="3264" y="685"/>
                  </a:lnTo>
                  <a:lnTo>
                    <a:pt x="2968" y="343"/>
                  </a:lnTo>
                  <a:lnTo>
                    <a:pt x="2169" y="0"/>
                  </a:lnTo>
                  <a:lnTo>
                    <a:pt x="1313" y="114"/>
                  </a:lnTo>
                  <a:lnTo>
                    <a:pt x="1107" y="308"/>
                  </a:lnTo>
                  <a:lnTo>
                    <a:pt x="993" y="822"/>
                  </a:lnTo>
                  <a:lnTo>
                    <a:pt x="765" y="1199"/>
                  </a:lnTo>
                  <a:lnTo>
                    <a:pt x="719" y="2009"/>
                  </a:lnTo>
                  <a:lnTo>
                    <a:pt x="697" y="2306"/>
                  </a:lnTo>
                  <a:lnTo>
                    <a:pt x="868" y="2853"/>
                  </a:lnTo>
                  <a:lnTo>
                    <a:pt x="708" y="3207"/>
                  </a:lnTo>
                  <a:lnTo>
                    <a:pt x="799" y="3447"/>
                  </a:lnTo>
                  <a:lnTo>
                    <a:pt x="411" y="4017"/>
                  </a:lnTo>
                  <a:lnTo>
                    <a:pt x="172" y="4291"/>
                  </a:lnTo>
                  <a:lnTo>
                    <a:pt x="23" y="4862"/>
                  </a:lnTo>
                  <a:lnTo>
                    <a:pt x="35" y="5444"/>
                  </a:lnTo>
                  <a:lnTo>
                    <a:pt x="0" y="6905"/>
                  </a:lnTo>
                  <a:lnTo>
                    <a:pt x="697" y="6905"/>
                  </a:lnTo>
                  <a:lnTo>
                    <a:pt x="1313" y="6905"/>
                  </a:lnTo>
                  <a:lnTo>
                    <a:pt x="1861" y="7498"/>
                  </a:lnTo>
                  <a:lnTo>
                    <a:pt x="2135" y="8160"/>
                  </a:lnTo>
                  <a:lnTo>
                    <a:pt x="2568" y="8719"/>
                  </a:lnTo>
                  <a:lnTo>
                    <a:pt x="3207" y="8742"/>
                  </a:lnTo>
                  <a:lnTo>
                    <a:pt x="3515" y="8548"/>
                  </a:lnTo>
                  <a:lnTo>
                    <a:pt x="3824" y="8582"/>
                  </a:lnTo>
                  <a:lnTo>
                    <a:pt x="4645" y="8263"/>
                  </a:lnTo>
                  <a:lnTo>
                    <a:pt x="4851" y="7612"/>
                  </a:lnTo>
                  <a:lnTo>
                    <a:pt x="5227" y="6745"/>
                  </a:lnTo>
                  <a:lnTo>
                    <a:pt x="5455" y="6733"/>
                  </a:lnTo>
                  <a:lnTo>
                    <a:pt x="5935" y="6208"/>
                  </a:lnTo>
                  <a:lnTo>
                    <a:pt x="6231" y="6186"/>
                  </a:lnTo>
                  <a:lnTo>
                    <a:pt x="6688" y="6562"/>
                  </a:lnTo>
                  <a:lnTo>
                    <a:pt x="7247" y="6243"/>
                  </a:lnTo>
                  <a:lnTo>
                    <a:pt x="7316" y="5878"/>
                  </a:lnTo>
                  <a:lnTo>
                    <a:pt x="7487" y="5501"/>
                  </a:lnTo>
                  <a:lnTo>
                    <a:pt x="7601" y="5044"/>
                  </a:lnTo>
                  <a:lnTo>
                    <a:pt x="8023" y="4679"/>
                  </a:lnTo>
                  <a:lnTo>
                    <a:pt x="8183" y="4029"/>
                  </a:lnTo>
                  <a:lnTo>
                    <a:pt x="8354" y="3835"/>
                  </a:lnTo>
                  <a:lnTo>
                    <a:pt x="8457" y="3367"/>
                  </a:lnTo>
                  <a:lnTo>
                    <a:pt x="8674" y="2796"/>
                  </a:lnTo>
                  <a:lnTo>
                    <a:pt x="9324" y="2077"/>
                  </a:lnTo>
                  <a:lnTo>
                    <a:pt x="9370" y="1781"/>
                  </a:lnTo>
                  <a:lnTo>
                    <a:pt x="9450" y="1621"/>
                  </a:lnTo>
                  <a:close/>
                </a:path>
              </a:pathLst>
            </a:custGeom>
            <a:solidFill>
              <a:schemeClr val="accent2"/>
            </a:solidFill>
            <a:ln w="9525" cap="flat" cmpd="sng">
              <a:solidFill>
                <a:schemeClr val="accent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162525" tIns="162525" rIns="162525" bIns="1625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3200"/>
                <a:buFont typeface="Calibri"/>
                <a:buNone/>
              </a:pPr>
              <a:endParaRPr sz="3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024" name="Google Shape;1024;p38"/>
            <p:cNvSpPr/>
            <p:nvPr/>
          </p:nvSpPr>
          <p:spPr>
            <a:xfrm>
              <a:off x="1977050" y="2771450"/>
              <a:ext cx="94450" cy="97325"/>
            </a:xfrm>
            <a:custGeom>
              <a:avLst/>
              <a:gdLst/>
              <a:ahLst/>
              <a:cxnLst/>
              <a:rect l="l" t="t" r="r" b="b"/>
              <a:pathLst>
                <a:path w="3778" h="3893" extrusionOk="0">
                  <a:moveTo>
                    <a:pt x="3778" y="24"/>
                  </a:moveTo>
                  <a:lnTo>
                    <a:pt x="3515" y="1"/>
                  </a:lnTo>
                  <a:lnTo>
                    <a:pt x="3378" y="126"/>
                  </a:lnTo>
                  <a:lnTo>
                    <a:pt x="3093" y="240"/>
                  </a:lnTo>
                  <a:lnTo>
                    <a:pt x="2899" y="240"/>
                  </a:lnTo>
                  <a:lnTo>
                    <a:pt x="2716" y="355"/>
                  </a:lnTo>
                  <a:lnTo>
                    <a:pt x="2557" y="309"/>
                  </a:lnTo>
                  <a:lnTo>
                    <a:pt x="2431" y="183"/>
                  </a:lnTo>
                  <a:lnTo>
                    <a:pt x="2340" y="206"/>
                  </a:lnTo>
                  <a:lnTo>
                    <a:pt x="2226" y="423"/>
                  </a:lnTo>
                  <a:lnTo>
                    <a:pt x="2157" y="412"/>
                  </a:lnTo>
                  <a:lnTo>
                    <a:pt x="2112" y="594"/>
                  </a:lnTo>
                  <a:lnTo>
                    <a:pt x="1815" y="857"/>
                  </a:lnTo>
                  <a:lnTo>
                    <a:pt x="1655" y="948"/>
                  </a:lnTo>
                  <a:lnTo>
                    <a:pt x="1575" y="1062"/>
                  </a:lnTo>
                  <a:lnTo>
                    <a:pt x="1358" y="879"/>
                  </a:lnTo>
                  <a:lnTo>
                    <a:pt x="1153" y="1119"/>
                  </a:lnTo>
                  <a:lnTo>
                    <a:pt x="982" y="1119"/>
                  </a:lnTo>
                  <a:lnTo>
                    <a:pt x="799" y="1153"/>
                  </a:lnTo>
                  <a:lnTo>
                    <a:pt x="776" y="1598"/>
                  </a:lnTo>
                  <a:lnTo>
                    <a:pt x="662" y="1598"/>
                  </a:lnTo>
                  <a:lnTo>
                    <a:pt x="548" y="1804"/>
                  </a:lnTo>
                  <a:lnTo>
                    <a:pt x="286" y="1850"/>
                  </a:lnTo>
                  <a:lnTo>
                    <a:pt x="229" y="1907"/>
                  </a:lnTo>
                  <a:lnTo>
                    <a:pt x="103" y="1770"/>
                  </a:lnTo>
                  <a:lnTo>
                    <a:pt x="0" y="1907"/>
                  </a:lnTo>
                  <a:lnTo>
                    <a:pt x="377" y="2317"/>
                  </a:lnTo>
                  <a:lnTo>
                    <a:pt x="685" y="2603"/>
                  </a:lnTo>
                  <a:lnTo>
                    <a:pt x="833" y="2911"/>
                  </a:lnTo>
                  <a:lnTo>
                    <a:pt x="1187" y="3276"/>
                  </a:lnTo>
                  <a:lnTo>
                    <a:pt x="1438" y="3561"/>
                  </a:lnTo>
                  <a:lnTo>
                    <a:pt x="1575" y="3447"/>
                  </a:lnTo>
                  <a:lnTo>
                    <a:pt x="2066" y="3687"/>
                  </a:lnTo>
                  <a:lnTo>
                    <a:pt x="2271" y="3573"/>
                  </a:lnTo>
                  <a:lnTo>
                    <a:pt x="2511" y="3653"/>
                  </a:lnTo>
                  <a:lnTo>
                    <a:pt x="2625" y="3835"/>
                  </a:lnTo>
                  <a:lnTo>
                    <a:pt x="2865" y="3892"/>
                  </a:lnTo>
                  <a:lnTo>
                    <a:pt x="3070" y="3710"/>
                  </a:lnTo>
                  <a:lnTo>
                    <a:pt x="2956" y="3550"/>
                  </a:lnTo>
                  <a:lnTo>
                    <a:pt x="2933" y="3299"/>
                  </a:lnTo>
                  <a:lnTo>
                    <a:pt x="3104" y="3071"/>
                  </a:lnTo>
                  <a:lnTo>
                    <a:pt x="3082" y="2831"/>
                  </a:lnTo>
                  <a:lnTo>
                    <a:pt x="3184" y="2443"/>
                  </a:lnTo>
                  <a:lnTo>
                    <a:pt x="3310" y="2352"/>
                  </a:lnTo>
                  <a:lnTo>
                    <a:pt x="3321" y="1952"/>
                  </a:lnTo>
                  <a:lnTo>
                    <a:pt x="3298" y="1713"/>
                  </a:lnTo>
                  <a:lnTo>
                    <a:pt x="3356" y="1302"/>
                  </a:lnTo>
                  <a:lnTo>
                    <a:pt x="3481" y="948"/>
                  </a:lnTo>
                  <a:lnTo>
                    <a:pt x="3675" y="640"/>
                  </a:lnTo>
                  <a:lnTo>
                    <a:pt x="3641" y="309"/>
                  </a:lnTo>
                  <a:lnTo>
                    <a:pt x="3698" y="115"/>
                  </a:lnTo>
                  <a:close/>
                </a:path>
              </a:pathLst>
            </a:custGeom>
            <a:solidFill>
              <a:schemeClr val="accent2"/>
            </a:solidFill>
            <a:ln w="9525" cap="flat" cmpd="sng">
              <a:solidFill>
                <a:schemeClr val="accent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162525" tIns="162525" rIns="162525" bIns="1625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3200"/>
                <a:buFont typeface="Calibri"/>
                <a:buNone/>
              </a:pPr>
              <a:endParaRPr sz="3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025" name="Google Shape;1025;p38"/>
            <p:cNvSpPr/>
            <p:nvPr/>
          </p:nvSpPr>
          <p:spPr>
            <a:xfrm>
              <a:off x="3778450" y="1905550"/>
              <a:ext cx="63375" cy="58800"/>
            </a:xfrm>
            <a:custGeom>
              <a:avLst/>
              <a:gdLst/>
              <a:ahLst/>
              <a:cxnLst/>
              <a:rect l="l" t="t" r="r" b="b"/>
              <a:pathLst>
                <a:path w="2535" h="2352" extrusionOk="0">
                  <a:moveTo>
                    <a:pt x="1827" y="1439"/>
                  </a:moveTo>
                  <a:lnTo>
                    <a:pt x="2238" y="1439"/>
                  </a:lnTo>
                  <a:lnTo>
                    <a:pt x="2398" y="1108"/>
                  </a:lnTo>
                  <a:lnTo>
                    <a:pt x="2534" y="309"/>
                  </a:lnTo>
                  <a:lnTo>
                    <a:pt x="2398" y="24"/>
                  </a:lnTo>
                  <a:lnTo>
                    <a:pt x="1838" y="1"/>
                  </a:lnTo>
                  <a:lnTo>
                    <a:pt x="914" y="366"/>
                  </a:lnTo>
                  <a:lnTo>
                    <a:pt x="355" y="1633"/>
                  </a:lnTo>
                  <a:lnTo>
                    <a:pt x="1" y="1884"/>
                  </a:lnTo>
                  <a:lnTo>
                    <a:pt x="1" y="1884"/>
                  </a:lnTo>
                  <a:lnTo>
                    <a:pt x="515" y="1952"/>
                  </a:lnTo>
                  <a:lnTo>
                    <a:pt x="1142" y="1770"/>
                  </a:lnTo>
                  <a:lnTo>
                    <a:pt x="1587" y="2146"/>
                  </a:lnTo>
                  <a:lnTo>
                    <a:pt x="1987" y="2352"/>
                  </a:lnTo>
                  <a:close/>
                </a:path>
              </a:pathLst>
            </a:custGeom>
            <a:solidFill>
              <a:schemeClr val="accent2"/>
            </a:solidFill>
            <a:ln w="9525" cap="flat" cmpd="sng">
              <a:solidFill>
                <a:schemeClr val="accent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162525" tIns="162525" rIns="162525" bIns="1625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3200"/>
                <a:buFont typeface="Calibri"/>
                <a:buNone/>
              </a:pPr>
              <a:endParaRPr sz="3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026" name="Google Shape;1026;p38"/>
            <p:cNvSpPr/>
            <p:nvPr/>
          </p:nvSpPr>
          <p:spPr>
            <a:xfrm>
              <a:off x="3799850" y="1383450"/>
              <a:ext cx="372075" cy="424550"/>
            </a:xfrm>
            <a:custGeom>
              <a:avLst/>
              <a:gdLst/>
              <a:ahLst/>
              <a:cxnLst/>
              <a:rect l="l" t="t" r="r" b="b"/>
              <a:pathLst>
                <a:path w="14883" h="16982" extrusionOk="0">
                  <a:moveTo>
                    <a:pt x="12851" y="6517"/>
                  </a:moveTo>
                  <a:lnTo>
                    <a:pt x="11870" y="6665"/>
                  </a:lnTo>
                  <a:lnTo>
                    <a:pt x="10820" y="6631"/>
                  </a:lnTo>
                  <a:lnTo>
                    <a:pt x="10101" y="7259"/>
                  </a:lnTo>
                  <a:lnTo>
                    <a:pt x="9142" y="7213"/>
                  </a:lnTo>
                  <a:lnTo>
                    <a:pt x="7932" y="7544"/>
                  </a:lnTo>
                  <a:lnTo>
                    <a:pt x="6494" y="8514"/>
                  </a:lnTo>
                  <a:lnTo>
                    <a:pt x="5581" y="9085"/>
                  </a:lnTo>
                  <a:lnTo>
                    <a:pt x="4326" y="10602"/>
                  </a:lnTo>
                  <a:lnTo>
                    <a:pt x="3310" y="11721"/>
                  </a:lnTo>
                  <a:lnTo>
                    <a:pt x="2158" y="12554"/>
                  </a:lnTo>
                  <a:lnTo>
                    <a:pt x="549" y="13239"/>
                  </a:lnTo>
                  <a:lnTo>
                    <a:pt x="1" y="13752"/>
                  </a:lnTo>
                  <a:lnTo>
                    <a:pt x="263" y="15658"/>
                  </a:lnTo>
                  <a:lnTo>
                    <a:pt x="537" y="16560"/>
                  </a:lnTo>
                  <a:lnTo>
                    <a:pt x="1450" y="16982"/>
                  </a:lnTo>
                  <a:lnTo>
                    <a:pt x="2306" y="16788"/>
                  </a:lnTo>
                  <a:lnTo>
                    <a:pt x="3516" y="15818"/>
                  </a:lnTo>
                  <a:lnTo>
                    <a:pt x="3995" y="16331"/>
                  </a:lnTo>
                  <a:lnTo>
                    <a:pt x="4235" y="15863"/>
                  </a:lnTo>
                  <a:lnTo>
                    <a:pt x="4726" y="15293"/>
                  </a:lnTo>
                  <a:lnTo>
                    <a:pt x="4851" y="14300"/>
                  </a:lnTo>
                  <a:lnTo>
                    <a:pt x="4406" y="13889"/>
                  </a:lnTo>
                  <a:lnTo>
                    <a:pt x="4269" y="12805"/>
                  </a:lnTo>
                  <a:lnTo>
                    <a:pt x="4589" y="12052"/>
                  </a:lnTo>
                  <a:lnTo>
                    <a:pt x="5205" y="12063"/>
                  </a:lnTo>
                  <a:lnTo>
                    <a:pt x="5387" y="11755"/>
                  </a:lnTo>
                  <a:lnTo>
                    <a:pt x="5136" y="11481"/>
                  </a:lnTo>
                  <a:lnTo>
                    <a:pt x="5947" y="10351"/>
                  </a:lnTo>
                  <a:lnTo>
                    <a:pt x="6437" y="9484"/>
                  </a:lnTo>
                  <a:lnTo>
                    <a:pt x="6745" y="8925"/>
                  </a:lnTo>
                  <a:lnTo>
                    <a:pt x="7316" y="8936"/>
                  </a:lnTo>
                  <a:lnTo>
                    <a:pt x="7407" y="8491"/>
                  </a:lnTo>
                  <a:lnTo>
                    <a:pt x="8526" y="8628"/>
                  </a:lnTo>
                  <a:lnTo>
                    <a:pt x="8526" y="8126"/>
                  </a:lnTo>
                  <a:lnTo>
                    <a:pt x="8891" y="8080"/>
                  </a:lnTo>
                  <a:lnTo>
                    <a:pt x="9188" y="7886"/>
                  </a:lnTo>
                  <a:lnTo>
                    <a:pt x="9918" y="8297"/>
                  </a:lnTo>
                  <a:lnTo>
                    <a:pt x="10671" y="8252"/>
                  </a:lnTo>
                  <a:lnTo>
                    <a:pt x="11345" y="8434"/>
                  </a:lnTo>
                  <a:lnTo>
                    <a:pt x="11824" y="8092"/>
                  </a:lnTo>
                  <a:lnTo>
                    <a:pt x="11984" y="7544"/>
                  </a:lnTo>
                  <a:lnTo>
                    <a:pt x="12805" y="7281"/>
                  </a:lnTo>
                  <a:lnTo>
                    <a:pt x="13627" y="7578"/>
                  </a:lnTo>
                  <a:lnTo>
                    <a:pt x="13513" y="8126"/>
                  </a:lnTo>
                  <a:lnTo>
                    <a:pt x="13969" y="8058"/>
                  </a:lnTo>
                  <a:lnTo>
                    <a:pt x="14882" y="7738"/>
                  </a:lnTo>
                  <a:lnTo>
                    <a:pt x="14882" y="7738"/>
                  </a:lnTo>
                  <a:lnTo>
                    <a:pt x="14106" y="7270"/>
                  </a:lnTo>
                  <a:lnTo>
                    <a:pt x="14791" y="7065"/>
                  </a:lnTo>
                  <a:close/>
                  <a:moveTo>
                    <a:pt x="9633" y="1769"/>
                  </a:moveTo>
                  <a:lnTo>
                    <a:pt x="8834" y="1621"/>
                  </a:lnTo>
                  <a:lnTo>
                    <a:pt x="8560" y="1381"/>
                  </a:lnTo>
                  <a:lnTo>
                    <a:pt x="7533" y="1507"/>
                  </a:lnTo>
                  <a:lnTo>
                    <a:pt x="7898" y="1724"/>
                  </a:lnTo>
                  <a:lnTo>
                    <a:pt x="7590" y="1895"/>
                  </a:lnTo>
                  <a:lnTo>
                    <a:pt x="8537" y="2055"/>
                  </a:lnTo>
                  <a:close/>
                  <a:moveTo>
                    <a:pt x="6004" y="583"/>
                  </a:moveTo>
                  <a:lnTo>
                    <a:pt x="5319" y="354"/>
                  </a:lnTo>
                  <a:lnTo>
                    <a:pt x="4589" y="377"/>
                  </a:lnTo>
                  <a:lnTo>
                    <a:pt x="4452" y="594"/>
                  </a:lnTo>
                  <a:lnTo>
                    <a:pt x="3733" y="594"/>
                  </a:lnTo>
                  <a:lnTo>
                    <a:pt x="3425" y="377"/>
                  </a:lnTo>
                  <a:lnTo>
                    <a:pt x="2101" y="605"/>
                  </a:lnTo>
                  <a:lnTo>
                    <a:pt x="2557" y="1107"/>
                  </a:lnTo>
                  <a:lnTo>
                    <a:pt x="3641" y="1655"/>
                  </a:lnTo>
                  <a:lnTo>
                    <a:pt x="4452" y="1849"/>
                  </a:lnTo>
                  <a:lnTo>
                    <a:pt x="4018" y="2089"/>
                  </a:lnTo>
                  <a:lnTo>
                    <a:pt x="5216" y="2511"/>
                  </a:lnTo>
                  <a:lnTo>
                    <a:pt x="5844" y="2477"/>
                  </a:lnTo>
                  <a:lnTo>
                    <a:pt x="5981" y="1918"/>
                  </a:lnTo>
                  <a:lnTo>
                    <a:pt x="6403" y="1792"/>
                  </a:lnTo>
                  <a:lnTo>
                    <a:pt x="6574" y="1313"/>
                  </a:lnTo>
                  <a:lnTo>
                    <a:pt x="7784" y="1050"/>
                  </a:lnTo>
                  <a:close/>
                  <a:moveTo>
                    <a:pt x="9462" y="137"/>
                  </a:moveTo>
                  <a:lnTo>
                    <a:pt x="8161" y="1"/>
                  </a:lnTo>
                  <a:lnTo>
                    <a:pt x="7704" y="172"/>
                  </a:lnTo>
                  <a:lnTo>
                    <a:pt x="6951" y="23"/>
                  </a:lnTo>
                  <a:lnTo>
                    <a:pt x="5467" y="195"/>
                  </a:lnTo>
                  <a:lnTo>
                    <a:pt x="6072" y="480"/>
                  </a:lnTo>
                  <a:lnTo>
                    <a:pt x="6803" y="480"/>
                  </a:lnTo>
                  <a:lnTo>
                    <a:pt x="6928" y="662"/>
                  </a:lnTo>
                  <a:lnTo>
                    <a:pt x="8446" y="765"/>
                  </a:lnTo>
                  <a:lnTo>
                    <a:pt x="9884" y="697"/>
                  </a:lnTo>
                  <a:lnTo>
                    <a:pt x="10500" y="354"/>
                  </a:lnTo>
                  <a:close/>
                </a:path>
              </a:pathLst>
            </a:custGeom>
            <a:solidFill>
              <a:schemeClr val="accent2"/>
            </a:solidFill>
            <a:ln w="9525" cap="flat" cmpd="sng">
              <a:solidFill>
                <a:schemeClr val="accent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162525" tIns="162525" rIns="162525" bIns="1625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3200"/>
                <a:buFont typeface="Calibri"/>
                <a:buNone/>
              </a:pPr>
              <a:endParaRPr sz="3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027" name="Google Shape;1027;p38"/>
            <p:cNvSpPr/>
            <p:nvPr/>
          </p:nvSpPr>
          <p:spPr>
            <a:xfrm>
              <a:off x="5268050" y="2421950"/>
              <a:ext cx="165500" cy="91050"/>
            </a:xfrm>
            <a:custGeom>
              <a:avLst/>
              <a:gdLst/>
              <a:ahLst/>
              <a:cxnLst/>
              <a:rect l="l" t="t" r="r" b="b"/>
              <a:pathLst>
                <a:path w="6620" h="3642" extrusionOk="0">
                  <a:moveTo>
                    <a:pt x="6391" y="2306"/>
                  </a:moveTo>
                  <a:lnTo>
                    <a:pt x="5466" y="2226"/>
                  </a:lnTo>
                  <a:lnTo>
                    <a:pt x="4554" y="2009"/>
                  </a:lnTo>
                  <a:lnTo>
                    <a:pt x="3835" y="1610"/>
                  </a:lnTo>
                  <a:lnTo>
                    <a:pt x="3195" y="1439"/>
                  </a:lnTo>
                  <a:lnTo>
                    <a:pt x="2842" y="994"/>
                  </a:lnTo>
                  <a:lnTo>
                    <a:pt x="2385" y="868"/>
                  </a:lnTo>
                  <a:lnTo>
                    <a:pt x="1472" y="286"/>
                  </a:lnTo>
                  <a:lnTo>
                    <a:pt x="799" y="1"/>
                  </a:lnTo>
                  <a:lnTo>
                    <a:pt x="525" y="206"/>
                  </a:lnTo>
                  <a:lnTo>
                    <a:pt x="126" y="617"/>
                  </a:lnTo>
                  <a:lnTo>
                    <a:pt x="0" y="1462"/>
                  </a:lnTo>
                  <a:lnTo>
                    <a:pt x="810" y="1815"/>
                  </a:lnTo>
                  <a:lnTo>
                    <a:pt x="1643" y="2260"/>
                  </a:lnTo>
                  <a:lnTo>
                    <a:pt x="2739" y="2763"/>
                  </a:lnTo>
                  <a:lnTo>
                    <a:pt x="3823" y="2888"/>
                  </a:lnTo>
                  <a:lnTo>
                    <a:pt x="4359" y="3345"/>
                  </a:lnTo>
                  <a:lnTo>
                    <a:pt x="4976" y="3436"/>
                  </a:lnTo>
                  <a:lnTo>
                    <a:pt x="5946" y="3641"/>
                  </a:lnTo>
                  <a:lnTo>
                    <a:pt x="6608" y="3630"/>
                  </a:lnTo>
                  <a:lnTo>
                    <a:pt x="6619" y="3276"/>
                  </a:lnTo>
                  <a:lnTo>
                    <a:pt x="6402" y="2694"/>
                  </a:lnTo>
                  <a:close/>
                </a:path>
              </a:pathLst>
            </a:custGeom>
            <a:solidFill>
              <a:schemeClr val="accent2"/>
            </a:solidFill>
            <a:ln w="9525" cap="flat" cmpd="sng">
              <a:solidFill>
                <a:schemeClr val="accent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162525" tIns="162525" rIns="162525" bIns="1625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3200"/>
                <a:buFont typeface="Calibri"/>
                <a:buNone/>
              </a:pPr>
              <a:endParaRPr sz="3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028" name="Google Shape;1028;p38"/>
            <p:cNvSpPr/>
            <p:nvPr/>
          </p:nvSpPr>
          <p:spPr>
            <a:xfrm>
              <a:off x="6693125" y="3893550"/>
              <a:ext cx="362375" cy="274500"/>
            </a:xfrm>
            <a:custGeom>
              <a:avLst/>
              <a:gdLst/>
              <a:ahLst/>
              <a:cxnLst/>
              <a:rect l="l" t="t" r="r" b="b"/>
              <a:pathLst>
                <a:path w="14495" h="10980" extrusionOk="0">
                  <a:moveTo>
                    <a:pt x="8366" y="5924"/>
                  </a:moveTo>
                  <a:lnTo>
                    <a:pt x="8492" y="5559"/>
                  </a:lnTo>
                  <a:lnTo>
                    <a:pt x="7659" y="5969"/>
                  </a:lnTo>
                  <a:lnTo>
                    <a:pt x="7179" y="6449"/>
                  </a:lnTo>
                  <a:lnTo>
                    <a:pt x="6723" y="6677"/>
                  </a:lnTo>
                  <a:lnTo>
                    <a:pt x="5878" y="7339"/>
                  </a:lnTo>
                  <a:lnTo>
                    <a:pt x="5079" y="7795"/>
                  </a:lnTo>
                  <a:lnTo>
                    <a:pt x="4087" y="8252"/>
                  </a:lnTo>
                  <a:lnTo>
                    <a:pt x="3299" y="8594"/>
                  </a:lnTo>
                  <a:lnTo>
                    <a:pt x="2683" y="8754"/>
                  </a:lnTo>
                  <a:lnTo>
                    <a:pt x="1074" y="9621"/>
                  </a:lnTo>
                  <a:lnTo>
                    <a:pt x="161" y="10272"/>
                  </a:lnTo>
                  <a:lnTo>
                    <a:pt x="1" y="10603"/>
                  </a:lnTo>
                  <a:lnTo>
                    <a:pt x="731" y="10660"/>
                  </a:lnTo>
                  <a:lnTo>
                    <a:pt x="948" y="10957"/>
                  </a:lnTo>
                  <a:lnTo>
                    <a:pt x="1587" y="10979"/>
                  </a:lnTo>
                  <a:lnTo>
                    <a:pt x="2158" y="10717"/>
                  </a:lnTo>
                  <a:lnTo>
                    <a:pt x="3059" y="10317"/>
                  </a:lnTo>
                  <a:lnTo>
                    <a:pt x="4212" y="9439"/>
                  </a:lnTo>
                  <a:lnTo>
                    <a:pt x="4874" y="8845"/>
                  </a:lnTo>
                  <a:lnTo>
                    <a:pt x="5764" y="8526"/>
                  </a:lnTo>
                  <a:lnTo>
                    <a:pt x="6335" y="8503"/>
                  </a:lnTo>
                  <a:lnTo>
                    <a:pt x="6415" y="8092"/>
                  </a:lnTo>
                  <a:lnTo>
                    <a:pt x="7077" y="7738"/>
                  </a:lnTo>
                  <a:lnTo>
                    <a:pt x="8069" y="7099"/>
                  </a:lnTo>
                  <a:lnTo>
                    <a:pt x="8674" y="6677"/>
                  </a:lnTo>
                  <a:lnTo>
                    <a:pt x="8971" y="6312"/>
                  </a:lnTo>
                  <a:lnTo>
                    <a:pt x="9039" y="5935"/>
                  </a:lnTo>
                  <a:lnTo>
                    <a:pt x="8241" y="6300"/>
                  </a:lnTo>
                  <a:close/>
                  <a:moveTo>
                    <a:pt x="12475" y="1576"/>
                  </a:moveTo>
                  <a:lnTo>
                    <a:pt x="12737" y="754"/>
                  </a:lnTo>
                  <a:lnTo>
                    <a:pt x="12303" y="514"/>
                  </a:lnTo>
                  <a:lnTo>
                    <a:pt x="12189" y="1"/>
                  </a:lnTo>
                  <a:lnTo>
                    <a:pt x="11858" y="69"/>
                  </a:lnTo>
                  <a:lnTo>
                    <a:pt x="11801" y="731"/>
                  </a:lnTo>
                  <a:lnTo>
                    <a:pt x="11915" y="1541"/>
                  </a:lnTo>
                  <a:lnTo>
                    <a:pt x="12041" y="1929"/>
                  </a:lnTo>
                  <a:lnTo>
                    <a:pt x="11915" y="2089"/>
                  </a:lnTo>
                  <a:lnTo>
                    <a:pt x="11824" y="2717"/>
                  </a:lnTo>
                  <a:lnTo>
                    <a:pt x="11482" y="3299"/>
                  </a:lnTo>
                  <a:lnTo>
                    <a:pt x="10888" y="4018"/>
                  </a:lnTo>
                  <a:lnTo>
                    <a:pt x="10135" y="4326"/>
                  </a:lnTo>
                  <a:lnTo>
                    <a:pt x="9884" y="4668"/>
                  </a:lnTo>
                  <a:lnTo>
                    <a:pt x="10420" y="5022"/>
                  </a:lnTo>
                  <a:lnTo>
                    <a:pt x="10306" y="5524"/>
                  </a:lnTo>
                  <a:lnTo>
                    <a:pt x="9313" y="6255"/>
                  </a:lnTo>
                  <a:lnTo>
                    <a:pt x="9519" y="6380"/>
                  </a:lnTo>
                  <a:lnTo>
                    <a:pt x="9462" y="6608"/>
                  </a:lnTo>
                  <a:lnTo>
                    <a:pt x="10306" y="6255"/>
                  </a:lnTo>
                  <a:lnTo>
                    <a:pt x="11139" y="5650"/>
                  </a:lnTo>
                  <a:lnTo>
                    <a:pt x="11790" y="5171"/>
                  </a:lnTo>
                  <a:lnTo>
                    <a:pt x="12018" y="4999"/>
                  </a:lnTo>
                  <a:lnTo>
                    <a:pt x="12223" y="4611"/>
                  </a:lnTo>
                  <a:lnTo>
                    <a:pt x="12623" y="4326"/>
                  </a:lnTo>
                  <a:lnTo>
                    <a:pt x="13171" y="4360"/>
                  </a:lnTo>
                  <a:lnTo>
                    <a:pt x="13764" y="3812"/>
                  </a:lnTo>
                  <a:lnTo>
                    <a:pt x="14494" y="3002"/>
                  </a:lnTo>
                  <a:lnTo>
                    <a:pt x="14198" y="2888"/>
                  </a:lnTo>
                  <a:lnTo>
                    <a:pt x="13536" y="3242"/>
                  </a:lnTo>
                  <a:lnTo>
                    <a:pt x="13079" y="3173"/>
                  </a:lnTo>
                  <a:lnTo>
                    <a:pt x="12669" y="2877"/>
                  </a:lnTo>
                  <a:lnTo>
                    <a:pt x="12999" y="2169"/>
                  </a:lnTo>
                  <a:lnTo>
                    <a:pt x="12828" y="1918"/>
                  </a:lnTo>
                  <a:lnTo>
                    <a:pt x="12406" y="2546"/>
                  </a:lnTo>
                  <a:close/>
                </a:path>
              </a:pathLst>
            </a:custGeom>
            <a:solidFill>
              <a:schemeClr val="accent2"/>
            </a:solidFill>
            <a:ln w="9525" cap="flat" cmpd="sng">
              <a:solidFill>
                <a:schemeClr val="accent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162525" tIns="162525" rIns="162525" bIns="1625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3200"/>
                <a:buFont typeface="Calibri"/>
                <a:buNone/>
              </a:pPr>
              <a:endParaRPr sz="3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029" name="Google Shape;1029;p38"/>
            <p:cNvSpPr/>
            <p:nvPr/>
          </p:nvSpPr>
          <p:spPr>
            <a:xfrm>
              <a:off x="4746775" y="2513250"/>
              <a:ext cx="147250" cy="221150"/>
            </a:xfrm>
            <a:custGeom>
              <a:avLst/>
              <a:gdLst/>
              <a:ahLst/>
              <a:cxnLst/>
              <a:rect l="l" t="t" r="r" b="b"/>
              <a:pathLst>
                <a:path w="5890" h="8846" extrusionOk="0">
                  <a:moveTo>
                    <a:pt x="5251" y="4794"/>
                  </a:moveTo>
                  <a:lnTo>
                    <a:pt x="5547" y="4509"/>
                  </a:lnTo>
                  <a:lnTo>
                    <a:pt x="5661" y="4246"/>
                  </a:lnTo>
                  <a:lnTo>
                    <a:pt x="5890" y="3710"/>
                  </a:lnTo>
                  <a:lnTo>
                    <a:pt x="5867" y="3504"/>
                  </a:lnTo>
                  <a:lnTo>
                    <a:pt x="5570" y="3390"/>
                  </a:lnTo>
                  <a:lnTo>
                    <a:pt x="5342" y="3093"/>
                  </a:lnTo>
                  <a:lnTo>
                    <a:pt x="4931" y="2568"/>
                  </a:lnTo>
                  <a:lnTo>
                    <a:pt x="4463" y="2409"/>
                  </a:lnTo>
                  <a:lnTo>
                    <a:pt x="3881" y="2283"/>
                  </a:lnTo>
                  <a:lnTo>
                    <a:pt x="3402" y="1952"/>
                  </a:lnTo>
                  <a:lnTo>
                    <a:pt x="2991" y="1336"/>
                  </a:lnTo>
                  <a:lnTo>
                    <a:pt x="2592" y="1336"/>
                  </a:lnTo>
                  <a:lnTo>
                    <a:pt x="2580" y="1929"/>
                  </a:lnTo>
                  <a:lnTo>
                    <a:pt x="2740" y="2055"/>
                  </a:lnTo>
                  <a:lnTo>
                    <a:pt x="2398" y="2238"/>
                  </a:lnTo>
                  <a:lnTo>
                    <a:pt x="2432" y="2603"/>
                  </a:lnTo>
                  <a:lnTo>
                    <a:pt x="2238" y="2979"/>
                  </a:lnTo>
                  <a:lnTo>
                    <a:pt x="2249" y="3344"/>
                  </a:lnTo>
                  <a:lnTo>
                    <a:pt x="2660" y="3995"/>
                  </a:lnTo>
                  <a:lnTo>
                    <a:pt x="2295" y="5798"/>
                  </a:lnTo>
                  <a:lnTo>
                    <a:pt x="1" y="6711"/>
                  </a:lnTo>
                  <a:lnTo>
                    <a:pt x="743" y="8217"/>
                  </a:lnTo>
                  <a:lnTo>
                    <a:pt x="1039" y="8845"/>
                  </a:lnTo>
                  <a:lnTo>
                    <a:pt x="1393" y="8800"/>
                  </a:lnTo>
                  <a:lnTo>
                    <a:pt x="1907" y="8480"/>
                  </a:lnTo>
                  <a:lnTo>
                    <a:pt x="2352" y="8571"/>
                  </a:lnTo>
                  <a:lnTo>
                    <a:pt x="2706" y="8309"/>
                  </a:lnTo>
                  <a:lnTo>
                    <a:pt x="2671" y="7955"/>
                  </a:lnTo>
                  <a:lnTo>
                    <a:pt x="2980" y="7727"/>
                  </a:lnTo>
                  <a:lnTo>
                    <a:pt x="3459" y="7727"/>
                  </a:lnTo>
                  <a:lnTo>
                    <a:pt x="3630" y="7544"/>
                  </a:lnTo>
                  <a:lnTo>
                    <a:pt x="3664" y="7099"/>
                  </a:lnTo>
                  <a:lnTo>
                    <a:pt x="4132" y="6757"/>
                  </a:lnTo>
                  <a:lnTo>
                    <a:pt x="4497" y="6757"/>
                  </a:lnTo>
                  <a:lnTo>
                    <a:pt x="4554" y="6643"/>
                  </a:lnTo>
                  <a:lnTo>
                    <a:pt x="4417" y="6049"/>
                  </a:lnTo>
                  <a:lnTo>
                    <a:pt x="4497" y="5593"/>
                  </a:lnTo>
                  <a:lnTo>
                    <a:pt x="4646" y="5376"/>
                  </a:lnTo>
                  <a:lnTo>
                    <a:pt x="4999" y="5421"/>
                  </a:lnTo>
                  <a:close/>
                  <a:moveTo>
                    <a:pt x="2877" y="457"/>
                  </a:moveTo>
                  <a:lnTo>
                    <a:pt x="2911" y="81"/>
                  </a:lnTo>
                  <a:lnTo>
                    <a:pt x="2808" y="1"/>
                  </a:lnTo>
                  <a:lnTo>
                    <a:pt x="2626" y="309"/>
                  </a:lnTo>
                  <a:lnTo>
                    <a:pt x="2808" y="628"/>
                  </a:lnTo>
                  <a:close/>
                </a:path>
              </a:pathLst>
            </a:custGeom>
            <a:solidFill>
              <a:schemeClr val="accent2"/>
            </a:solidFill>
            <a:ln w="9525" cap="flat" cmpd="sng">
              <a:solidFill>
                <a:schemeClr val="accent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162525" tIns="162525" rIns="162525" bIns="1625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3200"/>
                <a:buFont typeface="Calibri"/>
                <a:buNone/>
              </a:pPr>
              <a:endParaRPr sz="3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030" name="Google Shape;1030;p38"/>
            <p:cNvSpPr/>
            <p:nvPr/>
          </p:nvSpPr>
          <p:spPr>
            <a:xfrm>
              <a:off x="4893150" y="2268750"/>
              <a:ext cx="296175" cy="305875"/>
            </a:xfrm>
            <a:custGeom>
              <a:avLst/>
              <a:gdLst/>
              <a:ahLst/>
              <a:cxnLst/>
              <a:rect l="l" t="t" r="r" b="b"/>
              <a:pathLst>
                <a:path w="11847" h="12235" extrusionOk="0">
                  <a:moveTo>
                    <a:pt x="11846" y="1518"/>
                  </a:moveTo>
                  <a:lnTo>
                    <a:pt x="10500" y="1142"/>
                  </a:lnTo>
                  <a:lnTo>
                    <a:pt x="10089" y="434"/>
                  </a:lnTo>
                  <a:lnTo>
                    <a:pt x="9415" y="0"/>
                  </a:lnTo>
                  <a:lnTo>
                    <a:pt x="9016" y="103"/>
                  </a:lnTo>
                  <a:lnTo>
                    <a:pt x="8674" y="274"/>
                  </a:lnTo>
                  <a:lnTo>
                    <a:pt x="7852" y="388"/>
                  </a:lnTo>
                  <a:lnTo>
                    <a:pt x="7087" y="571"/>
                  </a:lnTo>
                  <a:lnTo>
                    <a:pt x="6745" y="971"/>
                  </a:lnTo>
                  <a:lnTo>
                    <a:pt x="7019" y="1370"/>
                  </a:lnTo>
                  <a:lnTo>
                    <a:pt x="7224" y="1826"/>
                  </a:lnTo>
                  <a:lnTo>
                    <a:pt x="6939" y="2214"/>
                  </a:lnTo>
                  <a:lnTo>
                    <a:pt x="7053" y="2568"/>
                  </a:lnTo>
                  <a:lnTo>
                    <a:pt x="6916" y="2899"/>
                  </a:lnTo>
                  <a:lnTo>
                    <a:pt x="6197" y="2876"/>
                  </a:lnTo>
                  <a:lnTo>
                    <a:pt x="6619" y="3470"/>
                  </a:lnTo>
                  <a:lnTo>
                    <a:pt x="6197" y="3698"/>
                  </a:lnTo>
                  <a:lnTo>
                    <a:pt x="5980" y="4246"/>
                  </a:lnTo>
                  <a:lnTo>
                    <a:pt x="6140" y="4782"/>
                  </a:lnTo>
                  <a:lnTo>
                    <a:pt x="5889" y="5045"/>
                  </a:lnTo>
                  <a:lnTo>
                    <a:pt x="5592" y="4953"/>
                  </a:lnTo>
                  <a:lnTo>
                    <a:pt x="5022" y="5079"/>
                  </a:lnTo>
                  <a:lnTo>
                    <a:pt x="4999" y="5330"/>
                  </a:lnTo>
                  <a:lnTo>
                    <a:pt x="4428" y="5330"/>
                  </a:lnTo>
                  <a:lnTo>
                    <a:pt x="4097" y="5844"/>
                  </a:lnTo>
                  <a:lnTo>
                    <a:pt x="4212" y="6608"/>
                  </a:lnTo>
                  <a:lnTo>
                    <a:pt x="3264" y="6985"/>
                  </a:lnTo>
                  <a:lnTo>
                    <a:pt x="2728" y="6905"/>
                  </a:lnTo>
                  <a:lnTo>
                    <a:pt x="2602" y="7110"/>
                  </a:lnTo>
                  <a:lnTo>
                    <a:pt x="2123" y="6996"/>
                  </a:lnTo>
                  <a:lnTo>
                    <a:pt x="1370" y="7122"/>
                  </a:lnTo>
                  <a:lnTo>
                    <a:pt x="0" y="6665"/>
                  </a:lnTo>
                  <a:lnTo>
                    <a:pt x="457" y="7133"/>
                  </a:lnTo>
                  <a:lnTo>
                    <a:pt x="856" y="7692"/>
                  </a:lnTo>
                  <a:lnTo>
                    <a:pt x="1655" y="8080"/>
                  </a:lnTo>
                  <a:lnTo>
                    <a:pt x="1804" y="8891"/>
                  </a:lnTo>
                  <a:lnTo>
                    <a:pt x="2192" y="9028"/>
                  </a:lnTo>
                  <a:lnTo>
                    <a:pt x="2317" y="9450"/>
                  </a:lnTo>
                  <a:lnTo>
                    <a:pt x="1256" y="9918"/>
                  </a:lnTo>
                  <a:lnTo>
                    <a:pt x="1085" y="10968"/>
                  </a:lnTo>
                  <a:lnTo>
                    <a:pt x="2169" y="10842"/>
                  </a:lnTo>
                  <a:lnTo>
                    <a:pt x="3447" y="10831"/>
                  </a:lnTo>
                  <a:lnTo>
                    <a:pt x="4851" y="10659"/>
                  </a:lnTo>
                  <a:lnTo>
                    <a:pt x="5558" y="11344"/>
                  </a:lnTo>
                  <a:lnTo>
                    <a:pt x="5855" y="11995"/>
                  </a:lnTo>
                  <a:lnTo>
                    <a:pt x="6448" y="12234"/>
                  </a:lnTo>
                  <a:lnTo>
                    <a:pt x="6905" y="11629"/>
                  </a:lnTo>
                  <a:lnTo>
                    <a:pt x="8617" y="11629"/>
                  </a:lnTo>
                  <a:lnTo>
                    <a:pt x="8366" y="10842"/>
                  </a:lnTo>
                  <a:lnTo>
                    <a:pt x="7863" y="10386"/>
                  </a:lnTo>
                  <a:lnTo>
                    <a:pt x="7681" y="9689"/>
                  </a:lnTo>
                  <a:lnTo>
                    <a:pt x="7110" y="9279"/>
                  </a:lnTo>
                  <a:lnTo>
                    <a:pt x="7806" y="8331"/>
                  </a:lnTo>
                  <a:lnTo>
                    <a:pt x="8719" y="8411"/>
                  </a:lnTo>
                  <a:lnTo>
                    <a:pt x="9358" y="7453"/>
                  </a:lnTo>
                  <a:lnTo>
                    <a:pt x="9667" y="6528"/>
                  </a:lnTo>
                  <a:lnTo>
                    <a:pt x="10214" y="5627"/>
                  </a:lnTo>
                  <a:lnTo>
                    <a:pt x="10077" y="4988"/>
                  </a:lnTo>
                  <a:lnTo>
                    <a:pt x="10602" y="4451"/>
                  </a:lnTo>
                  <a:lnTo>
                    <a:pt x="9895" y="4018"/>
                  </a:lnTo>
                  <a:lnTo>
                    <a:pt x="9473" y="3401"/>
                  </a:lnTo>
                  <a:lnTo>
                    <a:pt x="9016" y="2602"/>
                  </a:lnTo>
                  <a:lnTo>
                    <a:pt x="9290" y="2203"/>
                  </a:lnTo>
                  <a:lnTo>
                    <a:pt x="10500" y="2431"/>
                  </a:lnTo>
                  <a:lnTo>
                    <a:pt x="11321" y="2283"/>
                  </a:lnTo>
                  <a:close/>
                </a:path>
              </a:pathLst>
            </a:custGeom>
            <a:solidFill>
              <a:schemeClr val="accent2"/>
            </a:solidFill>
            <a:ln w="9525" cap="flat" cmpd="sng">
              <a:solidFill>
                <a:schemeClr val="accent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162525" tIns="162525" rIns="162525" bIns="1625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3200"/>
                <a:buFont typeface="Calibri"/>
                <a:buNone/>
              </a:pPr>
              <a:endParaRPr sz="3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031" name="Google Shape;1031;p38"/>
            <p:cNvSpPr/>
            <p:nvPr/>
          </p:nvSpPr>
          <p:spPr>
            <a:xfrm>
              <a:off x="2063775" y="2894125"/>
              <a:ext cx="114150" cy="54250"/>
            </a:xfrm>
            <a:custGeom>
              <a:avLst/>
              <a:gdLst/>
              <a:ahLst/>
              <a:cxnLst/>
              <a:rect l="l" t="t" r="r" b="b"/>
              <a:pathLst>
                <a:path w="4566" h="2170" extrusionOk="0">
                  <a:moveTo>
                    <a:pt x="4508" y="857"/>
                  </a:moveTo>
                  <a:lnTo>
                    <a:pt x="4223" y="594"/>
                  </a:lnTo>
                  <a:lnTo>
                    <a:pt x="3972" y="321"/>
                  </a:lnTo>
                  <a:lnTo>
                    <a:pt x="3618" y="172"/>
                  </a:lnTo>
                  <a:lnTo>
                    <a:pt x="3173" y="138"/>
                  </a:lnTo>
                  <a:lnTo>
                    <a:pt x="3219" y="58"/>
                  </a:lnTo>
                  <a:lnTo>
                    <a:pt x="2774" y="1"/>
                  </a:lnTo>
                  <a:lnTo>
                    <a:pt x="2489" y="263"/>
                  </a:lnTo>
                  <a:lnTo>
                    <a:pt x="1998" y="446"/>
                  </a:lnTo>
                  <a:lnTo>
                    <a:pt x="1633" y="674"/>
                  </a:lnTo>
                  <a:lnTo>
                    <a:pt x="1256" y="754"/>
                  </a:lnTo>
                  <a:lnTo>
                    <a:pt x="1039" y="526"/>
                  </a:lnTo>
                  <a:lnTo>
                    <a:pt x="971" y="594"/>
                  </a:lnTo>
                  <a:lnTo>
                    <a:pt x="640" y="549"/>
                  </a:lnTo>
                  <a:lnTo>
                    <a:pt x="663" y="366"/>
                  </a:lnTo>
                  <a:lnTo>
                    <a:pt x="400" y="35"/>
                  </a:lnTo>
                  <a:lnTo>
                    <a:pt x="81" y="127"/>
                  </a:lnTo>
                  <a:lnTo>
                    <a:pt x="69" y="480"/>
                  </a:lnTo>
                  <a:lnTo>
                    <a:pt x="229" y="629"/>
                  </a:lnTo>
                  <a:lnTo>
                    <a:pt x="115" y="720"/>
                  </a:lnTo>
                  <a:lnTo>
                    <a:pt x="126" y="891"/>
                  </a:lnTo>
                  <a:lnTo>
                    <a:pt x="58" y="1085"/>
                  </a:lnTo>
                  <a:lnTo>
                    <a:pt x="1" y="1256"/>
                  </a:lnTo>
                  <a:lnTo>
                    <a:pt x="81" y="1393"/>
                  </a:lnTo>
                  <a:lnTo>
                    <a:pt x="126" y="1199"/>
                  </a:lnTo>
                  <a:lnTo>
                    <a:pt x="469" y="1199"/>
                  </a:lnTo>
                  <a:lnTo>
                    <a:pt x="663" y="1291"/>
                  </a:lnTo>
                  <a:lnTo>
                    <a:pt x="994" y="1370"/>
                  </a:lnTo>
                  <a:lnTo>
                    <a:pt x="1142" y="1724"/>
                  </a:lnTo>
                  <a:lnTo>
                    <a:pt x="1393" y="1781"/>
                  </a:lnTo>
                  <a:lnTo>
                    <a:pt x="1507" y="1621"/>
                  </a:lnTo>
                  <a:lnTo>
                    <a:pt x="1621" y="2169"/>
                  </a:lnTo>
                  <a:lnTo>
                    <a:pt x="1998" y="2124"/>
                  </a:lnTo>
                  <a:lnTo>
                    <a:pt x="2123" y="1998"/>
                  </a:lnTo>
                  <a:lnTo>
                    <a:pt x="2340" y="1861"/>
                  </a:lnTo>
                  <a:lnTo>
                    <a:pt x="1975" y="1382"/>
                  </a:lnTo>
                  <a:lnTo>
                    <a:pt x="2066" y="1199"/>
                  </a:lnTo>
                  <a:lnTo>
                    <a:pt x="2249" y="1154"/>
                  </a:lnTo>
                  <a:lnTo>
                    <a:pt x="2580" y="925"/>
                  </a:lnTo>
                  <a:lnTo>
                    <a:pt x="2751" y="606"/>
                  </a:lnTo>
                  <a:lnTo>
                    <a:pt x="3105" y="549"/>
                  </a:lnTo>
                  <a:lnTo>
                    <a:pt x="3493" y="811"/>
                  </a:lnTo>
                  <a:lnTo>
                    <a:pt x="3630" y="1108"/>
                  </a:lnTo>
                  <a:lnTo>
                    <a:pt x="3835" y="1165"/>
                  </a:lnTo>
                  <a:lnTo>
                    <a:pt x="3618" y="1405"/>
                  </a:lnTo>
                  <a:lnTo>
                    <a:pt x="3767" y="1907"/>
                  </a:lnTo>
                  <a:lnTo>
                    <a:pt x="4018" y="2169"/>
                  </a:lnTo>
                  <a:lnTo>
                    <a:pt x="4143" y="1724"/>
                  </a:lnTo>
                  <a:lnTo>
                    <a:pt x="4406" y="1793"/>
                  </a:lnTo>
                  <a:lnTo>
                    <a:pt x="4566" y="1519"/>
                  </a:lnTo>
                  <a:lnTo>
                    <a:pt x="4406" y="982"/>
                  </a:lnTo>
                  <a:close/>
                </a:path>
              </a:pathLst>
            </a:custGeom>
            <a:solidFill>
              <a:schemeClr val="accent2"/>
            </a:solidFill>
            <a:ln w="9525" cap="flat" cmpd="sng">
              <a:solidFill>
                <a:schemeClr val="accent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162525" tIns="162525" rIns="162525" bIns="1625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3200"/>
                <a:buFont typeface="Calibri"/>
                <a:buNone/>
              </a:pPr>
              <a:endParaRPr sz="3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032" name="Google Shape;1032;p38"/>
            <p:cNvSpPr/>
            <p:nvPr/>
          </p:nvSpPr>
          <p:spPr>
            <a:xfrm>
              <a:off x="2091450" y="3113250"/>
              <a:ext cx="264225" cy="415150"/>
            </a:xfrm>
            <a:custGeom>
              <a:avLst/>
              <a:gdLst/>
              <a:ahLst/>
              <a:cxnLst/>
              <a:rect l="l" t="t" r="r" b="b"/>
              <a:pathLst>
                <a:path w="10569" h="16606" extrusionOk="0">
                  <a:moveTo>
                    <a:pt x="9222" y="3858"/>
                  </a:moveTo>
                  <a:lnTo>
                    <a:pt x="8811" y="3367"/>
                  </a:lnTo>
                  <a:lnTo>
                    <a:pt x="8560" y="3356"/>
                  </a:lnTo>
                  <a:lnTo>
                    <a:pt x="9062" y="2431"/>
                  </a:lnTo>
                  <a:lnTo>
                    <a:pt x="8434" y="1998"/>
                  </a:lnTo>
                  <a:lnTo>
                    <a:pt x="7966" y="2089"/>
                  </a:lnTo>
                  <a:lnTo>
                    <a:pt x="7670" y="1929"/>
                  </a:lnTo>
                  <a:lnTo>
                    <a:pt x="7236" y="2169"/>
                  </a:lnTo>
                  <a:lnTo>
                    <a:pt x="6631" y="2055"/>
                  </a:lnTo>
                  <a:lnTo>
                    <a:pt x="6152" y="1107"/>
                  </a:lnTo>
                  <a:lnTo>
                    <a:pt x="5764" y="856"/>
                  </a:lnTo>
                  <a:lnTo>
                    <a:pt x="5513" y="434"/>
                  </a:lnTo>
                  <a:lnTo>
                    <a:pt x="4976" y="1"/>
                  </a:lnTo>
                  <a:lnTo>
                    <a:pt x="4771" y="92"/>
                  </a:lnTo>
                  <a:lnTo>
                    <a:pt x="4885" y="788"/>
                  </a:lnTo>
                  <a:lnTo>
                    <a:pt x="4634" y="1370"/>
                  </a:lnTo>
                  <a:lnTo>
                    <a:pt x="3778" y="2329"/>
                  </a:lnTo>
                  <a:lnTo>
                    <a:pt x="2831" y="2682"/>
                  </a:lnTo>
                  <a:lnTo>
                    <a:pt x="2352" y="3470"/>
                  </a:lnTo>
                  <a:lnTo>
                    <a:pt x="2226" y="4086"/>
                  </a:lnTo>
                  <a:lnTo>
                    <a:pt x="1781" y="4451"/>
                  </a:lnTo>
                  <a:lnTo>
                    <a:pt x="1427" y="3995"/>
                  </a:lnTo>
                  <a:lnTo>
                    <a:pt x="1096" y="3892"/>
                  </a:lnTo>
                  <a:lnTo>
                    <a:pt x="777" y="3972"/>
                  </a:lnTo>
                  <a:lnTo>
                    <a:pt x="742" y="3641"/>
                  </a:lnTo>
                  <a:lnTo>
                    <a:pt x="959" y="3424"/>
                  </a:lnTo>
                  <a:lnTo>
                    <a:pt x="857" y="3036"/>
                  </a:lnTo>
                  <a:lnTo>
                    <a:pt x="229" y="3607"/>
                  </a:lnTo>
                  <a:lnTo>
                    <a:pt x="1" y="4257"/>
                  </a:lnTo>
                  <a:lnTo>
                    <a:pt x="434" y="5125"/>
                  </a:lnTo>
                  <a:lnTo>
                    <a:pt x="183" y="5524"/>
                  </a:lnTo>
                  <a:lnTo>
                    <a:pt x="777" y="5889"/>
                  </a:lnTo>
                  <a:lnTo>
                    <a:pt x="1416" y="6483"/>
                  </a:lnTo>
                  <a:lnTo>
                    <a:pt x="1701" y="7156"/>
                  </a:lnTo>
                  <a:lnTo>
                    <a:pt x="2043" y="7567"/>
                  </a:lnTo>
                  <a:lnTo>
                    <a:pt x="2899" y="9381"/>
                  </a:lnTo>
                  <a:lnTo>
                    <a:pt x="3778" y="11048"/>
                  </a:lnTo>
                  <a:lnTo>
                    <a:pt x="4554" y="12246"/>
                  </a:lnTo>
                  <a:lnTo>
                    <a:pt x="4440" y="12497"/>
                  </a:lnTo>
                  <a:lnTo>
                    <a:pt x="4839" y="13261"/>
                  </a:lnTo>
                  <a:lnTo>
                    <a:pt x="5490" y="13809"/>
                  </a:lnTo>
                  <a:lnTo>
                    <a:pt x="7019" y="14802"/>
                  </a:lnTo>
                  <a:lnTo>
                    <a:pt x="8674" y="15704"/>
                  </a:lnTo>
                  <a:lnTo>
                    <a:pt x="8777" y="16080"/>
                  </a:lnTo>
                  <a:lnTo>
                    <a:pt x="9621" y="16605"/>
                  </a:lnTo>
                  <a:lnTo>
                    <a:pt x="9998" y="16377"/>
                  </a:lnTo>
                  <a:lnTo>
                    <a:pt x="10180" y="15909"/>
                  </a:lnTo>
                  <a:lnTo>
                    <a:pt x="10568" y="14928"/>
                  </a:lnTo>
                  <a:lnTo>
                    <a:pt x="10180" y="14174"/>
                  </a:lnTo>
                  <a:lnTo>
                    <a:pt x="10329" y="13866"/>
                  </a:lnTo>
                  <a:lnTo>
                    <a:pt x="10157" y="13524"/>
                  </a:lnTo>
                  <a:lnTo>
                    <a:pt x="10431" y="13067"/>
                  </a:lnTo>
                  <a:lnTo>
                    <a:pt x="10386" y="12303"/>
                  </a:lnTo>
                  <a:lnTo>
                    <a:pt x="10374" y="11664"/>
                  </a:lnTo>
                  <a:lnTo>
                    <a:pt x="10534" y="11356"/>
                  </a:lnTo>
                  <a:lnTo>
                    <a:pt x="9747" y="9895"/>
                  </a:lnTo>
                  <a:lnTo>
                    <a:pt x="9324" y="10043"/>
                  </a:lnTo>
                  <a:lnTo>
                    <a:pt x="8948" y="9952"/>
                  </a:lnTo>
                  <a:lnTo>
                    <a:pt x="8914" y="8560"/>
                  </a:lnTo>
                  <a:lnTo>
                    <a:pt x="8286" y="9107"/>
                  </a:lnTo>
                  <a:lnTo>
                    <a:pt x="7590" y="9073"/>
                  </a:lnTo>
                  <a:lnTo>
                    <a:pt x="7270" y="8594"/>
                  </a:lnTo>
                  <a:lnTo>
                    <a:pt x="6734" y="8548"/>
                  </a:lnTo>
                  <a:lnTo>
                    <a:pt x="6882" y="8149"/>
                  </a:lnTo>
                  <a:lnTo>
                    <a:pt x="6414" y="7612"/>
                  </a:lnTo>
                  <a:lnTo>
                    <a:pt x="6038" y="6779"/>
                  </a:lnTo>
                  <a:lnTo>
                    <a:pt x="6255" y="6620"/>
                  </a:lnTo>
                  <a:lnTo>
                    <a:pt x="6243" y="6243"/>
                  </a:lnTo>
                  <a:lnTo>
                    <a:pt x="6711" y="5969"/>
                  </a:lnTo>
                  <a:lnTo>
                    <a:pt x="6608" y="5478"/>
                  </a:lnTo>
                  <a:lnTo>
                    <a:pt x="6791" y="5170"/>
                  </a:lnTo>
                  <a:lnTo>
                    <a:pt x="6848" y="4737"/>
                  </a:lnTo>
                  <a:lnTo>
                    <a:pt x="7738" y="4132"/>
                  </a:lnTo>
                  <a:lnTo>
                    <a:pt x="8389" y="3961"/>
                  </a:lnTo>
                  <a:lnTo>
                    <a:pt x="8491" y="3812"/>
                  </a:lnTo>
                  <a:close/>
                </a:path>
              </a:pathLst>
            </a:custGeom>
            <a:solidFill>
              <a:schemeClr val="accent2"/>
            </a:solidFill>
            <a:ln w="9525" cap="flat" cmpd="sng">
              <a:solidFill>
                <a:schemeClr val="accent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162525" tIns="162525" rIns="162525" bIns="1625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3200"/>
                <a:buFont typeface="Calibri"/>
                <a:buNone/>
              </a:pPr>
              <a:endParaRPr sz="3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033" name="Google Shape;1033;p38"/>
            <p:cNvSpPr/>
            <p:nvPr/>
          </p:nvSpPr>
          <p:spPr>
            <a:xfrm>
              <a:off x="6061750" y="2692150"/>
              <a:ext cx="189200" cy="293600"/>
            </a:xfrm>
            <a:custGeom>
              <a:avLst/>
              <a:gdLst/>
              <a:ahLst/>
              <a:cxnLst/>
              <a:rect l="l" t="t" r="r" b="b"/>
              <a:pathLst>
                <a:path w="7568" h="11744" extrusionOk="0">
                  <a:moveTo>
                    <a:pt x="7373" y="9164"/>
                  </a:moveTo>
                  <a:lnTo>
                    <a:pt x="7282" y="8833"/>
                  </a:lnTo>
                  <a:lnTo>
                    <a:pt x="7168" y="8377"/>
                  </a:lnTo>
                  <a:lnTo>
                    <a:pt x="6483" y="7943"/>
                  </a:lnTo>
                  <a:lnTo>
                    <a:pt x="6597" y="8651"/>
                  </a:lnTo>
                  <a:lnTo>
                    <a:pt x="6038" y="8673"/>
                  </a:lnTo>
                  <a:lnTo>
                    <a:pt x="5947" y="9073"/>
                  </a:lnTo>
                  <a:lnTo>
                    <a:pt x="5342" y="9312"/>
                  </a:lnTo>
                  <a:lnTo>
                    <a:pt x="5022" y="8913"/>
                  </a:lnTo>
                  <a:lnTo>
                    <a:pt x="4634" y="9255"/>
                  </a:lnTo>
                  <a:lnTo>
                    <a:pt x="4143" y="9506"/>
                  </a:lnTo>
                  <a:lnTo>
                    <a:pt x="3870" y="10271"/>
                  </a:lnTo>
                  <a:lnTo>
                    <a:pt x="4029" y="10545"/>
                  </a:lnTo>
                  <a:lnTo>
                    <a:pt x="4588" y="10031"/>
                  </a:lnTo>
                  <a:lnTo>
                    <a:pt x="4965" y="10077"/>
                  </a:lnTo>
                  <a:lnTo>
                    <a:pt x="5182" y="9689"/>
                  </a:lnTo>
                  <a:lnTo>
                    <a:pt x="5730" y="10111"/>
                  </a:lnTo>
                  <a:lnTo>
                    <a:pt x="5513" y="10556"/>
                  </a:lnTo>
                  <a:lnTo>
                    <a:pt x="5787" y="11218"/>
                  </a:lnTo>
                  <a:lnTo>
                    <a:pt x="6757" y="11743"/>
                  </a:lnTo>
                  <a:lnTo>
                    <a:pt x="6951" y="11310"/>
                  </a:lnTo>
                  <a:lnTo>
                    <a:pt x="6654" y="10648"/>
                  </a:lnTo>
                  <a:lnTo>
                    <a:pt x="6996" y="10180"/>
                  </a:lnTo>
                  <a:lnTo>
                    <a:pt x="7350" y="11093"/>
                  </a:lnTo>
                  <a:lnTo>
                    <a:pt x="7567" y="10271"/>
                  </a:lnTo>
                  <a:lnTo>
                    <a:pt x="7487" y="9769"/>
                  </a:lnTo>
                  <a:close/>
                  <a:moveTo>
                    <a:pt x="5296" y="7475"/>
                  </a:moveTo>
                  <a:lnTo>
                    <a:pt x="5296" y="6608"/>
                  </a:lnTo>
                  <a:lnTo>
                    <a:pt x="4782" y="7475"/>
                  </a:lnTo>
                  <a:lnTo>
                    <a:pt x="4862" y="6882"/>
                  </a:lnTo>
                  <a:lnTo>
                    <a:pt x="4429" y="6916"/>
                  </a:lnTo>
                  <a:lnTo>
                    <a:pt x="4383" y="7487"/>
                  </a:lnTo>
                  <a:lnTo>
                    <a:pt x="4212" y="7749"/>
                  </a:lnTo>
                  <a:lnTo>
                    <a:pt x="4075" y="7989"/>
                  </a:lnTo>
                  <a:lnTo>
                    <a:pt x="4611" y="8616"/>
                  </a:lnTo>
                  <a:lnTo>
                    <a:pt x="4840" y="8342"/>
                  </a:lnTo>
                  <a:lnTo>
                    <a:pt x="5045" y="7772"/>
                  </a:lnTo>
                  <a:close/>
                  <a:moveTo>
                    <a:pt x="1005" y="8342"/>
                  </a:moveTo>
                  <a:lnTo>
                    <a:pt x="1382" y="7715"/>
                  </a:lnTo>
                  <a:lnTo>
                    <a:pt x="1861" y="7224"/>
                  </a:lnTo>
                  <a:lnTo>
                    <a:pt x="1644" y="6482"/>
                  </a:lnTo>
                  <a:lnTo>
                    <a:pt x="1302" y="7372"/>
                  </a:lnTo>
                  <a:lnTo>
                    <a:pt x="891" y="8000"/>
                  </a:lnTo>
                  <a:lnTo>
                    <a:pt x="355" y="8571"/>
                  </a:lnTo>
                  <a:lnTo>
                    <a:pt x="1" y="9198"/>
                  </a:lnTo>
                  <a:close/>
                  <a:moveTo>
                    <a:pt x="3493" y="6003"/>
                  </a:moveTo>
                  <a:lnTo>
                    <a:pt x="3664" y="6437"/>
                  </a:lnTo>
                  <a:lnTo>
                    <a:pt x="3641" y="6905"/>
                  </a:lnTo>
                  <a:lnTo>
                    <a:pt x="3721" y="7315"/>
                  </a:lnTo>
                  <a:lnTo>
                    <a:pt x="4189" y="7053"/>
                  </a:lnTo>
                  <a:lnTo>
                    <a:pt x="4531" y="6665"/>
                  </a:lnTo>
                  <a:lnTo>
                    <a:pt x="4497" y="6288"/>
                  </a:lnTo>
                  <a:lnTo>
                    <a:pt x="3984" y="6288"/>
                  </a:lnTo>
                  <a:close/>
                  <a:moveTo>
                    <a:pt x="6346" y="5763"/>
                  </a:moveTo>
                  <a:lnTo>
                    <a:pt x="6083" y="5421"/>
                  </a:lnTo>
                  <a:lnTo>
                    <a:pt x="5319" y="5410"/>
                  </a:lnTo>
                  <a:lnTo>
                    <a:pt x="5889" y="6094"/>
                  </a:lnTo>
                  <a:lnTo>
                    <a:pt x="5924" y="6437"/>
                  </a:lnTo>
                  <a:lnTo>
                    <a:pt x="5456" y="6368"/>
                  </a:lnTo>
                  <a:lnTo>
                    <a:pt x="5627" y="6916"/>
                  </a:lnTo>
                  <a:lnTo>
                    <a:pt x="5867" y="6962"/>
                  </a:lnTo>
                  <a:lnTo>
                    <a:pt x="5969" y="7601"/>
                  </a:lnTo>
                  <a:lnTo>
                    <a:pt x="6323" y="7407"/>
                  </a:lnTo>
                  <a:lnTo>
                    <a:pt x="6083" y="6836"/>
                  </a:lnTo>
                  <a:lnTo>
                    <a:pt x="6026" y="6539"/>
                  </a:lnTo>
                  <a:lnTo>
                    <a:pt x="6665" y="6779"/>
                  </a:lnTo>
                  <a:close/>
                  <a:moveTo>
                    <a:pt x="3071" y="4942"/>
                  </a:moveTo>
                  <a:lnTo>
                    <a:pt x="2763" y="4611"/>
                  </a:lnTo>
                  <a:lnTo>
                    <a:pt x="2078" y="4576"/>
                  </a:lnTo>
                  <a:lnTo>
                    <a:pt x="2557" y="5261"/>
                  </a:lnTo>
                  <a:lnTo>
                    <a:pt x="2957" y="5718"/>
                  </a:lnTo>
                  <a:close/>
                  <a:moveTo>
                    <a:pt x="2158" y="0"/>
                  </a:moveTo>
                  <a:lnTo>
                    <a:pt x="1690" y="0"/>
                  </a:lnTo>
                  <a:lnTo>
                    <a:pt x="1564" y="833"/>
                  </a:lnTo>
                  <a:lnTo>
                    <a:pt x="1713" y="2237"/>
                  </a:lnTo>
                  <a:lnTo>
                    <a:pt x="1347" y="1952"/>
                  </a:lnTo>
                  <a:lnTo>
                    <a:pt x="1519" y="2808"/>
                  </a:lnTo>
                  <a:lnTo>
                    <a:pt x="1690" y="3207"/>
                  </a:lnTo>
                  <a:lnTo>
                    <a:pt x="2158" y="3743"/>
                  </a:lnTo>
                  <a:lnTo>
                    <a:pt x="2215" y="3412"/>
                  </a:lnTo>
                  <a:lnTo>
                    <a:pt x="2477" y="3606"/>
                  </a:lnTo>
                  <a:lnTo>
                    <a:pt x="2260" y="3846"/>
                  </a:lnTo>
                  <a:lnTo>
                    <a:pt x="2272" y="4223"/>
                  </a:lnTo>
                  <a:lnTo>
                    <a:pt x="2694" y="4417"/>
                  </a:lnTo>
                  <a:lnTo>
                    <a:pt x="3402" y="4291"/>
                  </a:lnTo>
                  <a:lnTo>
                    <a:pt x="3972" y="4839"/>
                  </a:lnTo>
                  <a:lnTo>
                    <a:pt x="4132" y="4497"/>
                  </a:lnTo>
                  <a:lnTo>
                    <a:pt x="4486" y="4976"/>
                  </a:lnTo>
                  <a:lnTo>
                    <a:pt x="5170" y="5421"/>
                  </a:lnTo>
                  <a:lnTo>
                    <a:pt x="5205" y="5010"/>
                  </a:lnTo>
                  <a:lnTo>
                    <a:pt x="4919" y="4782"/>
                  </a:lnTo>
                  <a:lnTo>
                    <a:pt x="4931" y="4291"/>
                  </a:lnTo>
                  <a:lnTo>
                    <a:pt x="3858" y="3778"/>
                  </a:lnTo>
                  <a:lnTo>
                    <a:pt x="3527" y="3892"/>
                  </a:lnTo>
                  <a:lnTo>
                    <a:pt x="3093" y="3800"/>
                  </a:lnTo>
                  <a:lnTo>
                    <a:pt x="2808" y="3070"/>
                  </a:lnTo>
                  <a:lnTo>
                    <a:pt x="2820" y="2340"/>
                  </a:lnTo>
                  <a:lnTo>
                    <a:pt x="3242" y="2043"/>
                  </a:lnTo>
                  <a:lnTo>
                    <a:pt x="3333" y="1278"/>
                  </a:lnTo>
                  <a:lnTo>
                    <a:pt x="2945" y="628"/>
                  </a:lnTo>
                  <a:lnTo>
                    <a:pt x="3002" y="251"/>
                  </a:lnTo>
                  <a:lnTo>
                    <a:pt x="2899" y="23"/>
                  </a:lnTo>
                  <a:lnTo>
                    <a:pt x="2683" y="251"/>
                  </a:lnTo>
                  <a:close/>
                </a:path>
              </a:pathLst>
            </a:custGeom>
            <a:solidFill>
              <a:schemeClr val="accent2"/>
            </a:solidFill>
            <a:ln w="9525" cap="flat" cmpd="sng">
              <a:solidFill>
                <a:schemeClr val="accent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162525" tIns="162525" rIns="162525" bIns="1625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3200"/>
                <a:buFont typeface="Calibri"/>
                <a:buNone/>
              </a:pPr>
              <a:endParaRPr sz="3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034" name="Google Shape;1034;p38"/>
            <p:cNvSpPr/>
            <p:nvPr/>
          </p:nvSpPr>
          <p:spPr>
            <a:xfrm>
              <a:off x="6537350" y="3168875"/>
              <a:ext cx="304175" cy="184900"/>
            </a:xfrm>
            <a:custGeom>
              <a:avLst/>
              <a:gdLst/>
              <a:ahLst/>
              <a:cxnLst/>
              <a:rect l="l" t="t" r="r" b="b"/>
              <a:pathLst>
                <a:path w="12167" h="7396" extrusionOk="0">
                  <a:moveTo>
                    <a:pt x="12041" y="3927"/>
                  </a:moveTo>
                  <a:lnTo>
                    <a:pt x="12166" y="3676"/>
                  </a:lnTo>
                  <a:lnTo>
                    <a:pt x="11824" y="3356"/>
                  </a:lnTo>
                  <a:lnTo>
                    <a:pt x="11470" y="2785"/>
                  </a:lnTo>
                  <a:lnTo>
                    <a:pt x="11242" y="2569"/>
                  </a:lnTo>
                  <a:lnTo>
                    <a:pt x="11173" y="2306"/>
                  </a:lnTo>
                  <a:lnTo>
                    <a:pt x="11059" y="2397"/>
                  </a:lnTo>
                  <a:lnTo>
                    <a:pt x="11185" y="3082"/>
                  </a:lnTo>
                  <a:lnTo>
                    <a:pt x="11493" y="3653"/>
                  </a:lnTo>
                  <a:lnTo>
                    <a:pt x="11813" y="4018"/>
                  </a:lnTo>
                  <a:close/>
                  <a:moveTo>
                    <a:pt x="9017" y="2706"/>
                  </a:moveTo>
                  <a:lnTo>
                    <a:pt x="9313" y="2146"/>
                  </a:lnTo>
                  <a:lnTo>
                    <a:pt x="9370" y="1644"/>
                  </a:lnTo>
                  <a:lnTo>
                    <a:pt x="9211" y="1507"/>
                  </a:lnTo>
                  <a:lnTo>
                    <a:pt x="8731" y="1519"/>
                  </a:lnTo>
                  <a:lnTo>
                    <a:pt x="8788" y="2044"/>
                  </a:lnTo>
                  <a:lnTo>
                    <a:pt x="8320" y="2375"/>
                  </a:lnTo>
                  <a:lnTo>
                    <a:pt x="8069" y="2683"/>
                  </a:lnTo>
                  <a:lnTo>
                    <a:pt x="7613" y="2763"/>
                  </a:lnTo>
                  <a:lnTo>
                    <a:pt x="7556" y="2272"/>
                  </a:lnTo>
                  <a:lnTo>
                    <a:pt x="7442" y="2283"/>
                  </a:lnTo>
                  <a:lnTo>
                    <a:pt x="7305" y="2728"/>
                  </a:lnTo>
                  <a:lnTo>
                    <a:pt x="6860" y="2797"/>
                  </a:lnTo>
                  <a:lnTo>
                    <a:pt x="6152" y="2671"/>
                  </a:lnTo>
                  <a:lnTo>
                    <a:pt x="6061" y="2945"/>
                  </a:lnTo>
                  <a:lnTo>
                    <a:pt x="6506" y="3196"/>
                  </a:lnTo>
                  <a:lnTo>
                    <a:pt x="7145" y="3470"/>
                  </a:lnTo>
                  <a:lnTo>
                    <a:pt x="7556" y="3470"/>
                  </a:lnTo>
                  <a:lnTo>
                    <a:pt x="7989" y="3253"/>
                  </a:lnTo>
                  <a:lnTo>
                    <a:pt x="8446" y="3025"/>
                  </a:lnTo>
                  <a:lnTo>
                    <a:pt x="8583" y="2774"/>
                  </a:lnTo>
                  <a:close/>
                  <a:moveTo>
                    <a:pt x="5045" y="4440"/>
                  </a:moveTo>
                  <a:lnTo>
                    <a:pt x="4920" y="3824"/>
                  </a:lnTo>
                  <a:lnTo>
                    <a:pt x="5661" y="3733"/>
                  </a:lnTo>
                  <a:lnTo>
                    <a:pt x="5502" y="3253"/>
                  </a:lnTo>
                  <a:lnTo>
                    <a:pt x="4212" y="2683"/>
                  </a:lnTo>
                  <a:lnTo>
                    <a:pt x="4121" y="2158"/>
                  </a:lnTo>
                  <a:lnTo>
                    <a:pt x="3710" y="1701"/>
                  </a:lnTo>
                  <a:lnTo>
                    <a:pt x="3185" y="1233"/>
                  </a:lnTo>
                  <a:lnTo>
                    <a:pt x="1724" y="720"/>
                  </a:lnTo>
                  <a:lnTo>
                    <a:pt x="355" y="92"/>
                  </a:lnTo>
                  <a:lnTo>
                    <a:pt x="218" y="3048"/>
                  </a:lnTo>
                  <a:lnTo>
                    <a:pt x="1" y="6015"/>
                  </a:lnTo>
                  <a:lnTo>
                    <a:pt x="811" y="6038"/>
                  </a:lnTo>
                  <a:lnTo>
                    <a:pt x="1256" y="6198"/>
                  </a:lnTo>
                  <a:lnTo>
                    <a:pt x="1907" y="5878"/>
                  </a:lnTo>
                  <a:lnTo>
                    <a:pt x="1873" y="5216"/>
                  </a:lnTo>
                  <a:lnTo>
                    <a:pt x="2386" y="4908"/>
                  </a:lnTo>
                  <a:lnTo>
                    <a:pt x="3082" y="4657"/>
                  </a:lnTo>
                  <a:lnTo>
                    <a:pt x="4075" y="5056"/>
                  </a:lnTo>
                  <a:lnTo>
                    <a:pt x="4417" y="5855"/>
                  </a:lnTo>
                  <a:lnTo>
                    <a:pt x="4840" y="6357"/>
                  </a:lnTo>
                  <a:lnTo>
                    <a:pt x="5387" y="6928"/>
                  </a:lnTo>
                  <a:lnTo>
                    <a:pt x="6175" y="7065"/>
                  </a:lnTo>
                  <a:lnTo>
                    <a:pt x="6860" y="7168"/>
                  </a:lnTo>
                  <a:lnTo>
                    <a:pt x="7019" y="7396"/>
                  </a:lnTo>
                  <a:lnTo>
                    <a:pt x="7556" y="7339"/>
                  </a:lnTo>
                  <a:lnTo>
                    <a:pt x="7670" y="7076"/>
                  </a:lnTo>
                  <a:lnTo>
                    <a:pt x="6871" y="6700"/>
                  </a:lnTo>
                  <a:lnTo>
                    <a:pt x="7134" y="6529"/>
                  </a:lnTo>
                  <a:lnTo>
                    <a:pt x="6529" y="6369"/>
                  </a:lnTo>
                  <a:lnTo>
                    <a:pt x="6609" y="5969"/>
                  </a:lnTo>
                  <a:lnTo>
                    <a:pt x="6152" y="5992"/>
                  </a:lnTo>
                  <a:lnTo>
                    <a:pt x="5718" y="5022"/>
                  </a:lnTo>
                  <a:close/>
                  <a:moveTo>
                    <a:pt x="9998" y="1815"/>
                  </a:moveTo>
                  <a:lnTo>
                    <a:pt x="9930" y="1348"/>
                  </a:lnTo>
                  <a:lnTo>
                    <a:pt x="9644" y="1051"/>
                  </a:lnTo>
                  <a:lnTo>
                    <a:pt x="9348" y="674"/>
                  </a:lnTo>
                  <a:lnTo>
                    <a:pt x="9017" y="457"/>
                  </a:lnTo>
                  <a:lnTo>
                    <a:pt x="8743" y="263"/>
                  </a:lnTo>
                  <a:lnTo>
                    <a:pt x="8332" y="1"/>
                  </a:lnTo>
                  <a:lnTo>
                    <a:pt x="8104" y="218"/>
                  </a:lnTo>
                  <a:lnTo>
                    <a:pt x="8663" y="492"/>
                  </a:lnTo>
                  <a:lnTo>
                    <a:pt x="9096" y="880"/>
                  </a:lnTo>
                  <a:lnTo>
                    <a:pt x="9439" y="1176"/>
                  </a:lnTo>
                  <a:lnTo>
                    <a:pt x="9610" y="1519"/>
                  </a:lnTo>
                  <a:lnTo>
                    <a:pt x="9724" y="2055"/>
                  </a:lnTo>
                  <a:close/>
                </a:path>
              </a:pathLst>
            </a:custGeom>
            <a:solidFill>
              <a:schemeClr val="accent2"/>
            </a:solidFill>
            <a:ln w="9525" cap="flat" cmpd="sng">
              <a:solidFill>
                <a:schemeClr val="accent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162525" tIns="162525" rIns="162525" bIns="1625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3200"/>
                <a:buFont typeface="Calibri"/>
                <a:buNone/>
              </a:pPr>
              <a:endParaRPr sz="3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035" name="Google Shape;1035;p38"/>
            <p:cNvSpPr/>
            <p:nvPr/>
          </p:nvSpPr>
          <p:spPr>
            <a:xfrm>
              <a:off x="3959925" y="1876450"/>
              <a:ext cx="177200" cy="127000"/>
            </a:xfrm>
            <a:custGeom>
              <a:avLst/>
              <a:gdLst/>
              <a:ahLst/>
              <a:cxnLst/>
              <a:rect l="l" t="t" r="r" b="b"/>
              <a:pathLst>
                <a:path w="7088" h="5080" extrusionOk="0">
                  <a:moveTo>
                    <a:pt x="3686" y="377"/>
                  </a:moveTo>
                  <a:lnTo>
                    <a:pt x="3024" y="366"/>
                  </a:lnTo>
                  <a:lnTo>
                    <a:pt x="2956" y="161"/>
                  </a:lnTo>
                  <a:lnTo>
                    <a:pt x="2271" y="1"/>
                  </a:lnTo>
                  <a:lnTo>
                    <a:pt x="1461" y="309"/>
                  </a:lnTo>
                  <a:lnTo>
                    <a:pt x="445" y="708"/>
                  </a:lnTo>
                  <a:lnTo>
                    <a:pt x="0" y="948"/>
                  </a:lnTo>
                  <a:lnTo>
                    <a:pt x="206" y="1393"/>
                  </a:lnTo>
                  <a:lnTo>
                    <a:pt x="34" y="1621"/>
                  </a:lnTo>
                  <a:lnTo>
                    <a:pt x="320" y="1929"/>
                  </a:lnTo>
                  <a:lnTo>
                    <a:pt x="514" y="2397"/>
                  </a:lnTo>
                  <a:lnTo>
                    <a:pt x="502" y="2705"/>
                  </a:lnTo>
                  <a:lnTo>
                    <a:pt x="833" y="3253"/>
                  </a:lnTo>
                  <a:lnTo>
                    <a:pt x="1176" y="3527"/>
                  </a:lnTo>
                  <a:lnTo>
                    <a:pt x="1701" y="3618"/>
                  </a:lnTo>
                  <a:lnTo>
                    <a:pt x="1689" y="3858"/>
                  </a:lnTo>
                  <a:lnTo>
                    <a:pt x="2066" y="4029"/>
                  </a:lnTo>
                  <a:lnTo>
                    <a:pt x="2157" y="3812"/>
                  </a:lnTo>
                  <a:lnTo>
                    <a:pt x="2636" y="3892"/>
                  </a:lnTo>
                  <a:lnTo>
                    <a:pt x="2739" y="4178"/>
                  </a:lnTo>
                  <a:lnTo>
                    <a:pt x="3253" y="4223"/>
                  </a:lnTo>
                  <a:lnTo>
                    <a:pt x="3629" y="4668"/>
                  </a:lnTo>
                  <a:lnTo>
                    <a:pt x="3663" y="4725"/>
                  </a:lnTo>
                  <a:lnTo>
                    <a:pt x="3937" y="4600"/>
                  </a:lnTo>
                  <a:lnTo>
                    <a:pt x="4325" y="4908"/>
                  </a:lnTo>
                  <a:lnTo>
                    <a:pt x="4725" y="4725"/>
                  </a:lnTo>
                  <a:lnTo>
                    <a:pt x="5067" y="4805"/>
                  </a:lnTo>
                  <a:lnTo>
                    <a:pt x="5546" y="4691"/>
                  </a:lnTo>
                  <a:lnTo>
                    <a:pt x="6254" y="5022"/>
                  </a:lnTo>
                  <a:lnTo>
                    <a:pt x="6402" y="5079"/>
                  </a:lnTo>
                  <a:lnTo>
                    <a:pt x="6174" y="4680"/>
                  </a:lnTo>
                  <a:lnTo>
                    <a:pt x="6722" y="3949"/>
                  </a:lnTo>
                  <a:lnTo>
                    <a:pt x="7053" y="3858"/>
                  </a:lnTo>
                  <a:lnTo>
                    <a:pt x="7087" y="3596"/>
                  </a:lnTo>
                  <a:lnTo>
                    <a:pt x="6653" y="2842"/>
                  </a:lnTo>
                  <a:lnTo>
                    <a:pt x="6574" y="2454"/>
                  </a:lnTo>
                  <a:lnTo>
                    <a:pt x="6311" y="2044"/>
                  </a:lnTo>
                  <a:lnTo>
                    <a:pt x="6688" y="1872"/>
                  </a:lnTo>
                  <a:lnTo>
                    <a:pt x="6653" y="1530"/>
                  </a:lnTo>
                  <a:lnTo>
                    <a:pt x="6402" y="1199"/>
                  </a:lnTo>
                  <a:lnTo>
                    <a:pt x="6322" y="811"/>
                  </a:lnTo>
                  <a:lnTo>
                    <a:pt x="6117" y="549"/>
                  </a:lnTo>
                  <a:lnTo>
                    <a:pt x="5763" y="457"/>
                  </a:lnTo>
                  <a:lnTo>
                    <a:pt x="4519" y="469"/>
                  </a:lnTo>
                  <a:close/>
                </a:path>
              </a:pathLst>
            </a:custGeom>
            <a:solidFill>
              <a:schemeClr val="accent2"/>
            </a:solidFill>
            <a:ln w="9525" cap="flat" cmpd="sng">
              <a:solidFill>
                <a:schemeClr val="accent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162525" tIns="162525" rIns="162525" bIns="1625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3200"/>
                <a:buFont typeface="Calibri"/>
                <a:buNone/>
              </a:pPr>
              <a:endParaRPr sz="3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036" name="Google Shape;1036;p38"/>
            <p:cNvSpPr/>
            <p:nvPr/>
          </p:nvSpPr>
          <p:spPr>
            <a:xfrm>
              <a:off x="6017825" y="2136950"/>
              <a:ext cx="90750" cy="119275"/>
            </a:xfrm>
            <a:custGeom>
              <a:avLst/>
              <a:gdLst/>
              <a:ahLst/>
              <a:cxnLst/>
              <a:rect l="l" t="t" r="r" b="b"/>
              <a:pathLst>
                <a:path w="3630" h="4771" extrusionOk="0">
                  <a:moveTo>
                    <a:pt x="3435" y="514"/>
                  </a:moveTo>
                  <a:lnTo>
                    <a:pt x="3435" y="514"/>
                  </a:lnTo>
                  <a:lnTo>
                    <a:pt x="2648" y="0"/>
                  </a:lnTo>
                  <a:lnTo>
                    <a:pt x="2659" y="502"/>
                  </a:lnTo>
                  <a:lnTo>
                    <a:pt x="1769" y="867"/>
                  </a:lnTo>
                  <a:lnTo>
                    <a:pt x="2146" y="1335"/>
                  </a:lnTo>
                  <a:lnTo>
                    <a:pt x="1495" y="1312"/>
                  </a:lnTo>
                  <a:lnTo>
                    <a:pt x="982" y="1027"/>
                  </a:lnTo>
                  <a:lnTo>
                    <a:pt x="833" y="1655"/>
                  </a:lnTo>
                  <a:lnTo>
                    <a:pt x="297" y="2134"/>
                  </a:lnTo>
                  <a:lnTo>
                    <a:pt x="0" y="2705"/>
                  </a:lnTo>
                  <a:lnTo>
                    <a:pt x="468" y="2944"/>
                  </a:lnTo>
                  <a:lnTo>
                    <a:pt x="948" y="3047"/>
                  </a:lnTo>
                  <a:lnTo>
                    <a:pt x="1062" y="3195"/>
                  </a:lnTo>
                  <a:lnTo>
                    <a:pt x="1119" y="3686"/>
                  </a:lnTo>
                  <a:lnTo>
                    <a:pt x="1278" y="3857"/>
                  </a:lnTo>
                  <a:lnTo>
                    <a:pt x="1153" y="3960"/>
                  </a:lnTo>
                  <a:lnTo>
                    <a:pt x="1142" y="4371"/>
                  </a:lnTo>
                  <a:lnTo>
                    <a:pt x="1404" y="4519"/>
                  </a:lnTo>
                  <a:lnTo>
                    <a:pt x="1632" y="4599"/>
                  </a:lnTo>
                  <a:lnTo>
                    <a:pt x="1746" y="4770"/>
                  </a:lnTo>
                  <a:lnTo>
                    <a:pt x="1940" y="4702"/>
                  </a:lnTo>
                  <a:lnTo>
                    <a:pt x="1940" y="4519"/>
                  </a:lnTo>
                  <a:lnTo>
                    <a:pt x="2374" y="4702"/>
                  </a:lnTo>
                  <a:lnTo>
                    <a:pt x="2397" y="4622"/>
                  </a:lnTo>
                  <a:lnTo>
                    <a:pt x="2739" y="4645"/>
                  </a:lnTo>
                  <a:lnTo>
                    <a:pt x="2831" y="4234"/>
                  </a:lnTo>
                  <a:lnTo>
                    <a:pt x="3333" y="4188"/>
                  </a:lnTo>
                  <a:lnTo>
                    <a:pt x="3629" y="4131"/>
                  </a:lnTo>
                  <a:lnTo>
                    <a:pt x="3618" y="3903"/>
                  </a:lnTo>
                  <a:lnTo>
                    <a:pt x="3002" y="3504"/>
                  </a:lnTo>
                  <a:lnTo>
                    <a:pt x="2637" y="3367"/>
                  </a:lnTo>
                  <a:lnTo>
                    <a:pt x="2659" y="3264"/>
                  </a:lnTo>
                  <a:lnTo>
                    <a:pt x="2488" y="2865"/>
                  </a:lnTo>
                  <a:lnTo>
                    <a:pt x="2682" y="2625"/>
                  </a:lnTo>
                  <a:lnTo>
                    <a:pt x="3093" y="2477"/>
                  </a:lnTo>
                  <a:lnTo>
                    <a:pt x="3230" y="2203"/>
                  </a:lnTo>
                  <a:lnTo>
                    <a:pt x="3276" y="2054"/>
                  </a:lnTo>
                  <a:lnTo>
                    <a:pt x="3549" y="1849"/>
                  </a:lnTo>
                  <a:lnTo>
                    <a:pt x="3150" y="1210"/>
                  </a:lnTo>
                  <a:lnTo>
                    <a:pt x="3196" y="913"/>
                  </a:lnTo>
                  <a:lnTo>
                    <a:pt x="3321" y="628"/>
                  </a:lnTo>
                  <a:lnTo>
                    <a:pt x="3629" y="662"/>
                  </a:lnTo>
                  <a:lnTo>
                    <a:pt x="3629" y="662"/>
                  </a:lnTo>
                  <a:lnTo>
                    <a:pt x="3629" y="662"/>
                  </a:lnTo>
                  <a:lnTo>
                    <a:pt x="3629" y="662"/>
                  </a:lnTo>
                  <a:close/>
                </a:path>
              </a:pathLst>
            </a:custGeom>
            <a:solidFill>
              <a:schemeClr val="accent2"/>
            </a:solidFill>
            <a:ln w="9525" cap="flat" cmpd="sng">
              <a:solidFill>
                <a:schemeClr val="accent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162525" tIns="162525" rIns="162525" bIns="1625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3200"/>
                <a:buFont typeface="Calibri"/>
                <a:buNone/>
              </a:pPr>
              <a:endParaRPr sz="3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037" name="Google Shape;1037;p38"/>
            <p:cNvSpPr/>
            <p:nvPr/>
          </p:nvSpPr>
          <p:spPr>
            <a:xfrm>
              <a:off x="3544225" y="2152350"/>
              <a:ext cx="59950" cy="123275"/>
            </a:xfrm>
            <a:custGeom>
              <a:avLst/>
              <a:gdLst/>
              <a:ahLst/>
              <a:cxnLst/>
              <a:rect l="l" t="t" r="r" b="b"/>
              <a:pathLst>
                <a:path w="2398" h="4931" extrusionOk="0">
                  <a:moveTo>
                    <a:pt x="1507" y="4691"/>
                  </a:moveTo>
                  <a:lnTo>
                    <a:pt x="1450" y="4383"/>
                  </a:lnTo>
                  <a:lnTo>
                    <a:pt x="1735" y="4029"/>
                  </a:lnTo>
                  <a:lnTo>
                    <a:pt x="1849" y="3789"/>
                  </a:lnTo>
                  <a:lnTo>
                    <a:pt x="1598" y="3515"/>
                  </a:lnTo>
                  <a:lnTo>
                    <a:pt x="1826" y="2899"/>
                  </a:lnTo>
                  <a:lnTo>
                    <a:pt x="1541" y="2363"/>
                  </a:lnTo>
                  <a:lnTo>
                    <a:pt x="1849" y="2294"/>
                  </a:lnTo>
                  <a:lnTo>
                    <a:pt x="1895" y="1861"/>
                  </a:lnTo>
                  <a:lnTo>
                    <a:pt x="2021" y="1735"/>
                  </a:lnTo>
                  <a:lnTo>
                    <a:pt x="2055" y="1039"/>
                  </a:lnTo>
                  <a:lnTo>
                    <a:pt x="2397" y="799"/>
                  </a:lnTo>
                  <a:lnTo>
                    <a:pt x="2203" y="354"/>
                  </a:lnTo>
                  <a:lnTo>
                    <a:pt x="1781" y="320"/>
                  </a:lnTo>
                  <a:lnTo>
                    <a:pt x="1655" y="434"/>
                  </a:lnTo>
                  <a:lnTo>
                    <a:pt x="1222" y="434"/>
                  </a:lnTo>
                  <a:lnTo>
                    <a:pt x="1050" y="0"/>
                  </a:lnTo>
                  <a:lnTo>
                    <a:pt x="754" y="126"/>
                  </a:lnTo>
                  <a:lnTo>
                    <a:pt x="480" y="354"/>
                  </a:lnTo>
                  <a:lnTo>
                    <a:pt x="491" y="651"/>
                  </a:lnTo>
                  <a:lnTo>
                    <a:pt x="628" y="970"/>
                  </a:lnTo>
                  <a:lnTo>
                    <a:pt x="640" y="1347"/>
                  </a:lnTo>
                  <a:lnTo>
                    <a:pt x="457" y="1895"/>
                  </a:lnTo>
                  <a:lnTo>
                    <a:pt x="400" y="2249"/>
                  </a:lnTo>
                  <a:lnTo>
                    <a:pt x="80" y="2579"/>
                  </a:lnTo>
                  <a:lnTo>
                    <a:pt x="1" y="3173"/>
                  </a:lnTo>
                  <a:lnTo>
                    <a:pt x="172" y="3515"/>
                  </a:lnTo>
                  <a:lnTo>
                    <a:pt x="491" y="3607"/>
                  </a:lnTo>
                  <a:lnTo>
                    <a:pt x="548" y="4177"/>
                  </a:lnTo>
                  <a:lnTo>
                    <a:pt x="411" y="4908"/>
                  </a:lnTo>
                  <a:lnTo>
                    <a:pt x="811" y="4805"/>
                  </a:lnTo>
                  <a:lnTo>
                    <a:pt x="1199" y="4930"/>
                  </a:lnTo>
                  <a:close/>
                </a:path>
              </a:pathLst>
            </a:custGeom>
            <a:solidFill>
              <a:schemeClr val="accent2"/>
            </a:solidFill>
            <a:ln w="9525" cap="flat" cmpd="sng">
              <a:solidFill>
                <a:schemeClr val="accent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162525" tIns="162525" rIns="162525" bIns="1625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3200"/>
                <a:buFont typeface="Calibri"/>
                <a:buNone/>
              </a:pPr>
              <a:endParaRPr sz="3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038" name="Google Shape;1038;p38"/>
            <p:cNvSpPr/>
            <p:nvPr/>
          </p:nvSpPr>
          <p:spPr>
            <a:xfrm>
              <a:off x="2492025" y="3550900"/>
              <a:ext cx="169500" cy="186625"/>
            </a:xfrm>
            <a:custGeom>
              <a:avLst/>
              <a:gdLst/>
              <a:ahLst/>
              <a:cxnLst/>
              <a:rect l="l" t="t" r="r" b="b"/>
              <a:pathLst>
                <a:path w="6780" h="7465" extrusionOk="0">
                  <a:moveTo>
                    <a:pt x="3378" y="754"/>
                  </a:moveTo>
                  <a:lnTo>
                    <a:pt x="3344" y="492"/>
                  </a:lnTo>
                  <a:lnTo>
                    <a:pt x="2568" y="12"/>
                  </a:lnTo>
                  <a:lnTo>
                    <a:pt x="1838" y="1"/>
                  </a:lnTo>
                  <a:lnTo>
                    <a:pt x="491" y="275"/>
                  </a:lnTo>
                  <a:lnTo>
                    <a:pt x="183" y="1074"/>
                  </a:lnTo>
                  <a:lnTo>
                    <a:pt x="217" y="1553"/>
                  </a:lnTo>
                  <a:lnTo>
                    <a:pt x="0" y="2637"/>
                  </a:lnTo>
                  <a:lnTo>
                    <a:pt x="1598" y="4121"/>
                  </a:lnTo>
                  <a:lnTo>
                    <a:pt x="2260" y="4269"/>
                  </a:lnTo>
                  <a:lnTo>
                    <a:pt x="3287" y="4942"/>
                  </a:lnTo>
                  <a:lnTo>
                    <a:pt x="4120" y="5296"/>
                  </a:lnTo>
                  <a:lnTo>
                    <a:pt x="4280" y="5695"/>
                  </a:lnTo>
                  <a:lnTo>
                    <a:pt x="3686" y="7065"/>
                  </a:lnTo>
                  <a:lnTo>
                    <a:pt x="4497" y="7316"/>
                  </a:lnTo>
                  <a:lnTo>
                    <a:pt x="5376" y="7464"/>
                  </a:lnTo>
                  <a:lnTo>
                    <a:pt x="5980" y="7305"/>
                  </a:lnTo>
                  <a:lnTo>
                    <a:pt x="6597" y="6620"/>
                  </a:lnTo>
                  <a:lnTo>
                    <a:pt x="6631" y="5810"/>
                  </a:lnTo>
                  <a:lnTo>
                    <a:pt x="6734" y="5296"/>
                  </a:lnTo>
                  <a:lnTo>
                    <a:pt x="6779" y="4748"/>
                  </a:lnTo>
                  <a:lnTo>
                    <a:pt x="6734" y="4258"/>
                  </a:lnTo>
                  <a:lnTo>
                    <a:pt x="6437" y="4086"/>
                  </a:lnTo>
                  <a:lnTo>
                    <a:pt x="6152" y="4235"/>
                  </a:lnTo>
                  <a:lnTo>
                    <a:pt x="5866" y="4200"/>
                  </a:lnTo>
                  <a:lnTo>
                    <a:pt x="5741" y="3835"/>
                  </a:lnTo>
                  <a:lnTo>
                    <a:pt x="5592" y="3014"/>
                  </a:lnTo>
                  <a:lnTo>
                    <a:pt x="5421" y="2740"/>
                  </a:lnTo>
                  <a:lnTo>
                    <a:pt x="4862" y="2500"/>
                  </a:lnTo>
                  <a:lnTo>
                    <a:pt x="4565" y="2671"/>
                  </a:lnTo>
                  <a:lnTo>
                    <a:pt x="3709" y="2500"/>
                  </a:lnTo>
                  <a:lnTo>
                    <a:pt x="3652" y="1268"/>
                  </a:lnTo>
                  <a:close/>
                </a:path>
              </a:pathLst>
            </a:custGeom>
            <a:solidFill>
              <a:schemeClr val="accent2"/>
            </a:solidFill>
            <a:ln w="9525" cap="flat" cmpd="sng">
              <a:solidFill>
                <a:schemeClr val="accent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162525" tIns="162525" rIns="162525" bIns="1625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3200"/>
                <a:buFont typeface="Calibri"/>
                <a:buNone/>
              </a:pPr>
              <a:endParaRPr sz="3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039" name="Google Shape;1039;p38"/>
            <p:cNvSpPr/>
            <p:nvPr/>
          </p:nvSpPr>
          <p:spPr>
            <a:xfrm>
              <a:off x="4390150" y="2374025"/>
              <a:ext cx="10875" cy="26850"/>
            </a:xfrm>
            <a:custGeom>
              <a:avLst/>
              <a:gdLst/>
              <a:ahLst/>
              <a:cxnLst/>
              <a:rect l="l" t="t" r="r" b="b"/>
              <a:pathLst>
                <a:path w="435" h="1074" extrusionOk="0">
                  <a:moveTo>
                    <a:pt x="377" y="126"/>
                  </a:moveTo>
                  <a:lnTo>
                    <a:pt x="92" y="1"/>
                  </a:lnTo>
                  <a:lnTo>
                    <a:pt x="1" y="617"/>
                  </a:lnTo>
                  <a:lnTo>
                    <a:pt x="195" y="720"/>
                  </a:lnTo>
                  <a:lnTo>
                    <a:pt x="24" y="834"/>
                  </a:lnTo>
                  <a:lnTo>
                    <a:pt x="12" y="1073"/>
                  </a:lnTo>
                  <a:lnTo>
                    <a:pt x="354" y="959"/>
                  </a:lnTo>
                  <a:lnTo>
                    <a:pt x="434" y="685"/>
                  </a:lnTo>
                  <a:close/>
                </a:path>
              </a:pathLst>
            </a:custGeom>
            <a:solidFill>
              <a:schemeClr val="accent2"/>
            </a:solidFill>
            <a:ln w="9525" cap="flat" cmpd="sng">
              <a:solidFill>
                <a:schemeClr val="accent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162525" tIns="162525" rIns="162525" bIns="1625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3200"/>
                <a:buFont typeface="Calibri"/>
                <a:buNone/>
              </a:pPr>
              <a:endParaRPr sz="3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040" name="Google Shape;1040;p38"/>
            <p:cNvSpPr/>
            <p:nvPr/>
          </p:nvSpPr>
          <p:spPr>
            <a:xfrm>
              <a:off x="4709975" y="2519525"/>
              <a:ext cx="17425" cy="35400"/>
            </a:xfrm>
            <a:custGeom>
              <a:avLst/>
              <a:gdLst/>
              <a:ahLst/>
              <a:cxnLst/>
              <a:rect l="l" t="t" r="r" b="b"/>
              <a:pathLst>
                <a:path w="697" h="1416" extrusionOk="0">
                  <a:moveTo>
                    <a:pt x="583" y="1359"/>
                  </a:moveTo>
                  <a:lnTo>
                    <a:pt x="697" y="811"/>
                  </a:lnTo>
                  <a:lnTo>
                    <a:pt x="628" y="286"/>
                  </a:lnTo>
                  <a:lnTo>
                    <a:pt x="355" y="1"/>
                  </a:lnTo>
                  <a:lnTo>
                    <a:pt x="149" y="103"/>
                  </a:lnTo>
                  <a:lnTo>
                    <a:pt x="1" y="571"/>
                  </a:lnTo>
                  <a:lnTo>
                    <a:pt x="115" y="1245"/>
                  </a:lnTo>
                  <a:lnTo>
                    <a:pt x="366" y="1416"/>
                  </a:lnTo>
                  <a:close/>
                </a:path>
              </a:pathLst>
            </a:custGeom>
            <a:solidFill>
              <a:schemeClr val="accent2"/>
            </a:solidFill>
            <a:ln w="9525" cap="flat" cmpd="sng">
              <a:solidFill>
                <a:schemeClr val="accent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162525" tIns="162525" rIns="162525" bIns="1625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3200"/>
                <a:buFont typeface="Calibri"/>
                <a:buNone/>
              </a:pPr>
              <a:endParaRPr sz="3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041" name="Google Shape;1041;p38"/>
            <p:cNvSpPr/>
            <p:nvPr/>
          </p:nvSpPr>
          <p:spPr>
            <a:xfrm>
              <a:off x="4082300" y="2021400"/>
              <a:ext cx="171225" cy="100150"/>
            </a:xfrm>
            <a:custGeom>
              <a:avLst/>
              <a:gdLst/>
              <a:ahLst/>
              <a:cxnLst/>
              <a:rect l="l" t="t" r="r" b="b"/>
              <a:pathLst>
                <a:path w="6849" h="4006" extrusionOk="0">
                  <a:moveTo>
                    <a:pt x="4303" y="0"/>
                  </a:moveTo>
                  <a:lnTo>
                    <a:pt x="4007" y="0"/>
                  </a:lnTo>
                  <a:lnTo>
                    <a:pt x="3870" y="217"/>
                  </a:lnTo>
                  <a:lnTo>
                    <a:pt x="3356" y="297"/>
                  </a:lnTo>
                  <a:lnTo>
                    <a:pt x="3128" y="422"/>
                  </a:lnTo>
                  <a:lnTo>
                    <a:pt x="2786" y="217"/>
                  </a:lnTo>
                  <a:lnTo>
                    <a:pt x="2329" y="217"/>
                  </a:lnTo>
                  <a:lnTo>
                    <a:pt x="1873" y="114"/>
                  </a:lnTo>
                  <a:lnTo>
                    <a:pt x="1599" y="297"/>
                  </a:lnTo>
                  <a:lnTo>
                    <a:pt x="1176" y="479"/>
                  </a:lnTo>
                  <a:lnTo>
                    <a:pt x="914" y="1084"/>
                  </a:lnTo>
                  <a:lnTo>
                    <a:pt x="537" y="1701"/>
                  </a:lnTo>
                  <a:lnTo>
                    <a:pt x="1" y="1849"/>
                  </a:lnTo>
                  <a:lnTo>
                    <a:pt x="412" y="2214"/>
                  </a:lnTo>
                  <a:lnTo>
                    <a:pt x="526" y="2477"/>
                  </a:lnTo>
                  <a:lnTo>
                    <a:pt x="982" y="2693"/>
                  </a:lnTo>
                  <a:lnTo>
                    <a:pt x="1085" y="3047"/>
                  </a:lnTo>
                  <a:lnTo>
                    <a:pt x="1519" y="3310"/>
                  </a:lnTo>
                  <a:lnTo>
                    <a:pt x="1724" y="3127"/>
                  </a:lnTo>
                  <a:lnTo>
                    <a:pt x="1930" y="3218"/>
                  </a:lnTo>
                  <a:lnTo>
                    <a:pt x="1770" y="3378"/>
                  </a:lnTo>
                  <a:lnTo>
                    <a:pt x="1907" y="3526"/>
                  </a:lnTo>
                  <a:lnTo>
                    <a:pt x="2169" y="3892"/>
                  </a:lnTo>
                  <a:lnTo>
                    <a:pt x="2443" y="3823"/>
                  </a:lnTo>
                  <a:lnTo>
                    <a:pt x="3014" y="3960"/>
                  </a:lnTo>
                  <a:lnTo>
                    <a:pt x="4075" y="4006"/>
                  </a:lnTo>
                  <a:lnTo>
                    <a:pt x="4406" y="3778"/>
                  </a:lnTo>
                  <a:lnTo>
                    <a:pt x="5239" y="3584"/>
                  </a:lnTo>
                  <a:lnTo>
                    <a:pt x="5810" y="3892"/>
                  </a:lnTo>
                  <a:lnTo>
                    <a:pt x="6232" y="3994"/>
                  </a:lnTo>
                  <a:lnTo>
                    <a:pt x="6289" y="2933"/>
                  </a:lnTo>
                  <a:lnTo>
                    <a:pt x="6517" y="3013"/>
                  </a:lnTo>
                  <a:lnTo>
                    <a:pt x="6848" y="2819"/>
                  </a:lnTo>
                  <a:lnTo>
                    <a:pt x="6791" y="2591"/>
                  </a:lnTo>
                  <a:lnTo>
                    <a:pt x="6449" y="2442"/>
                  </a:lnTo>
                  <a:lnTo>
                    <a:pt x="6129" y="2579"/>
                  </a:lnTo>
                  <a:lnTo>
                    <a:pt x="5787" y="2420"/>
                  </a:lnTo>
                  <a:lnTo>
                    <a:pt x="5604" y="2020"/>
                  </a:lnTo>
                  <a:lnTo>
                    <a:pt x="5627" y="1643"/>
                  </a:lnTo>
                  <a:lnTo>
                    <a:pt x="5547" y="1255"/>
                  </a:lnTo>
                  <a:lnTo>
                    <a:pt x="5057" y="731"/>
                  </a:lnTo>
                  <a:lnTo>
                    <a:pt x="4794" y="354"/>
                  </a:lnTo>
                  <a:lnTo>
                    <a:pt x="4532" y="80"/>
                  </a:lnTo>
                  <a:close/>
                </a:path>
              </a:pathLst>
            </a:custGeom>
            <a:solidFill>
              <a:schemeClr val="accent2"/>
            </a:solidFill>
            <a:ln w="9525" cap="flat" cmpd="sng">
              <a:solidFill>
                <a:schemeClr val="accent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162525" tIns="162525" rIns="162525" bIns="1625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3200"/>
                <a:buFont typeface="Calibri"/>
                <a:buNone/>
              </a:pPr>
              <a:endParaRPr sz="3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042" name="Google Shape;1042;p38"/>
            <p:cNvSpPr/>
            <p:nvPr/>
          </p:nvSpPr>
          <p:spPr>
            <a:xfrm>
              <a:off x="4052075" y="1374325"/>
              <a:ext cx="2474475" cy="802875"/>
            </a:xfrm>
            <a:custGeom>
              <a:avLst/>
              <a:gdLst/>
              <a:ahLst/>
              <a:cxnLst/>
              <a:rect l="l" t="t" r="r" b="b"/>
              <a:pathLst>
                <a:path w="98979" h="32115" extrusionOk="0">
                  <a:moveTo>
                    <a:pt x="37501" y="1461"/>
                  </a:moveTo>
                  <a:lnTo>
                    <a:pt x="36862" y="890"/>
                  </a:lnTo>
                  <a:lnTo>
                    <a:pt x="34922" y="308"/>
                  </a:lnTo>
                  <a:lnTo>
                    <a:pt x="33575" y="0"/>
                  </a:lnTo>
                  <a:lnTo>
                    <a:pt x="32685" y="137"/>
                  </a:lnTo>
                  <a:lnTo>
                    <a:pt x="31932" y="548"/>
                  </a:lnTo>
                  <a:lnTo>
                    <a:pt x="32765" y="662"/>
                  </a:lnTo>
                  <a:lnTo>
                    <a:pt x="33700" y="1119"/>
                  </a:lnTo>
                  <a:lnTo>
                    <a:pt x="34842" y="1358"/>
                  </a:lnTo>
                  <a:lnTo>
                    <a:pt x="36485" y="1541"/>
                  </a:lnTo>
                  <a:close/>
                  <a:moveTo>
                    <a:pt x="12006" y="423"/>
                  </a:moveTo>
                  <a:lnTo>
                    <a:pt x="12131" y="331"/>
                  </a:lnTo>
                  <a:lnTo>
                    <a:pt x="11321" y="206"/>
                  </a:lnTo>
                  <a:lnTo>
                    <a:pt x="10922" y="308"/>
                  </a:lnTo>
                  <a:lnTo>
                    <a:pt x="10739" y="445"/>
                  </a:lnTo>
                  <a:lnTo>
                    <a:pt x="10522" y="274"/>
                  </a:lnTo>
                  <a:lnTo>
                    <a:pt x="9781" y="286"/>
                  </a:lnTo>
                  <a:lnTo>
                    <a:pt x="8902" y="400"/>
                  </a:lnTo>
                  <a:lnTo>
                    <a:pt x="9997" y="411"/>
                  </a:lnTo>
                  <a:lnTo>
                    <a:pt x="9838" y="605"/>
                  </a:lnTo>
                  <a:lnTo>
                    <a:pt x="10465" y="742"/>
                  </a:lnTo>
                  <a:lnTo>
                    <a:pt x="10979" y="639"/>
                  </a:lnTo>
                  <a:lnTo>
                    <a:pt x="10990" y="548"/>
                  </a:lnTo>
                  <a:lnTo>
                    <a:pt x="11412" y="502"/>
                  </a:lnTo>
                  <a:close/>
                  <a:moveTo>
                    <a:pt x="40605" y="1826"/>
                  </a:moveTo>
                  <a:lnTo>
                    <a:pt x="40399" y="1575"/>
                  </a:lnTo>
                  <a:lnTo>
                    <a:pt x="38608" y="1199"/>
                  </a:lnTo>
                  <a:lnTo>
                    <a:pt x="38185" y="1164"/>
                  </a:lnTo>
                  <a:lnTo>
                    <a:pt x="37866" y="1233"/>
                  </a:lnTo>
                  <a:lnTo>
                    <a:pt x="38037" y="2089"/>
                  </a:lnTo>
                  <a:close/>
                  <a:moveTo>
                    <a:pt x="42773" y="2728"/>
                  </a:moveTo>
                  <a:lnTo>
                    <a:pt x="41461" y="2625"/>
                  </a:lnTo>
                  <a:lnTo>
                    <a:pt x="41951" y="2454"/>
                  </a:lnTo>
                  <a:lnTo>
                    <a:pt x="40776" y="2249"/>
                  </a:lnTo>
                  <a:lnTo>
                    <a:pt x="39909" y="2511"/>
                  </a:lnTo>
                  <a:lnTo>
                    <a:pt x="39772" y="2796"/>
                  </a:lnTo>
                  <a:lnTo>
                    <a:pt x="39977" y="3104"/>
                  </a:lnTo>
                  <a:lnTo>
                    <a:pt x="38996" y="3082"/>
                  </a:lnTo>
                  <a:lnTo>
                    <a:pt x="38243" y="3458"/>
                  </a:lnTo>
                  <a:lnTo>
                    <a:pt x="37626" y="3298"/>
                  </a:lnTo>
                  <a:lnTo>
                    <a:pt x="36302" y="3367"/>
                  </a:lnTo>
                  <a:lnTo>
                    <a:pt x="36348" y="3561"/>
                  </a:lnTo>
                  <a:lnTo>
                    <a:pt x="35036" y="3652"/>
                  </a:lnTo>
                  <a:lnTo>
                    <a:pt x="34328" y="3995"/>
                  </a:lnTo>
                  <a:lnTo>
                    <a:pt x="33735" y="4029"/>
                  </a:lnTo>
                  <a:lnTo>
                    <a:pt x="33564" y="4497"/>
                  </a:lnTo>
                  <a:lnTo>
                    <a:pt x="34340" y="4873"/>
                  </a:lnTo>
                  <a:lnTo>
                    <a:pt x="33244" y="4965"/>
                  </a:lnTo>
                  <a:lnTo>
                    <a:pt x="31886" y="4930"/>
                  </a:lnTo>
                  <a:lnTo>
                    <a:pt x="31064" y="5079"/>
                  </a:lnTo>
                  <a:lnTo>
                    <a:pt x="31749" y="5855"/>
                  </a:lnTo>
                  <a:lnTo>
                    <a:pt x="32730" y="6471"/>
                  </a:lnTo>
                  <a:lnTo>
                    <a:pt x="31361" y="6037"/>
                  </a:lnTo>
                  <a:lnTo>
                    <a:pt x="30231" y="6083"/>
                  </a:lnTo>
                  <a:lnTo>
                    <a:pt x="29512" y="6368"/>
                  </a:lnTo>
                  <a:lnTo>
                    <a:pt x="30151" y="6905"/>
                  </a:lnTo>
                  <a:lnTo>
                    <a:pt x="29455" y="6768"/>
                  </a:lnTo>
                  <a:lnTo>
                    <a:pt x="29158" y="6049"/>
                  </a:lnTo>
                  <a:lnTo>
                    <a:pt x="28554" y="5649"/>
                  </a:lnTo>
                  <a:lnTo>
                    <a:pt x="28303" y="5672"/>
                  </a:lnTo>
                  <a:lnTo>
                    <a:pt x="28805" y="6197"/>
                  </a:lnTo>
                  <a:lnTo>
                    <a:pt x="28154" y="6699"/>
                  </a:lnTo>
                  <a:lnTo>
                    <a:pt x="29307" y="7293"/>
                  </a:lnTo>
                  <a:lnTo>
                    <a:pt x="29364" y="8069"/>
                  </a:lnTo>
                  <a:lnTo>
                    <a:pt x="29786" y="8480"/>
                  </a:lnTo>
                  <a:lnTo>
                    <a:pt x="30448" y="8548"/>
                  </a:lnTo>
                  <a:lnTo>
                    <a:pt x="30505" y="9050"/>
                  </a:lnTo>
                  <a:lnTo>
                    <a:pt x="31133" y="9495"/>
                  </a:lnTo>
                  <a:lnTo>
                    <a:pt x="30870" y="9860"/>
                  </a:lnTo>
                  <a:lnTo>
                    <a:pt x="30939" y="10248"/>
                  </a:lnTo>
                  <a:lnTo>
                    <a:pt x="30414" y="10442"/>
                  </a:lnTo>
                  <a:lnTo>
                    <a:pt x="30334" y="10728"/>
                  </a:lnTo>
                  <a:lnTo>
                    <a:pt x="29581" y="10614"/>
                  </a:lnTo>
                  <a:lnTo>
                    <a:pt x="30083" y="9507"/>
                  </a:lnTo>
                  <a:lnTo>
                    <a:pt x="30014" y="8993"/>
                  </a:lnTo>
                  <a:lnTo>
                    <a:pt x="29056" y="8514"/>
                  </a:lnTo>
                  <a:lnTo>
                    <a:pt x="28508" y="7475"/>
                  </a:lnTo>
                  <a:lnTo>
                    <a:pt x="27983" y="6950"/>
                  </a:lnTo>
                  <a:lnTo>
                    <a:pt x="27469" y="6722"/>
                  </a:lnTo>
                  <a:lnTo>
                    <a:pt x="27584" y="6117"/>
                  </a:lnTo>
                  <a:lnTo>
                    <a:pt x="27173" y="5706"/>
                  </a:lnTo>
                  <a:lnTo>
                    <a:pt x="25564" y="5512"/>
                  </a:lnTo>
                  <a:lnTo>
                    <a:pt x="25255" y="5649"/>
                  </a:lnTo>
                  <a:lnTo>
                    <a:pt x="25335" y="6323"/>
                  </a:lnTo>
                  <a:lnTo>
                    <a:pt x="24719" y="6996"/>
                  </a:lnTo>
                  <a:lnTo>
                    <a:pt x="24890" y="7236"/>
                  </a:lnTo>
                  <a:lnTo>
                    <a:pt x="25564" y="7818"/>
                  </a:lnTo>
                  <a:lnTo>
                    <a:pt x="25575" y="8194"/>
                  </a:lnTo>
                  <a:lnTo>
                    <a:pt x="26328" y="8263"/>
                  </a:lnTo>
                  <a:lnTo>
                    <a:pt x="26442" y="8423"/>
                  </a:lnTo>
                  <a:lnTo>
                    <a:pt x="27275" y="8833"/>
                  </a:lnTo>
                  <a:lnTo>
                    <a:pt x="27127" y="9233"/>
                  </a:lnTo>
                  <a:lnTo>
                    <a:pt x="24491" y="8365"/>
                  </a:lnTo>
                  <a:lnTo>
                    <a:pt x="23544" y="8114"/>
                  </a:lnTo>
                  <a:lnTo>
                    <a:pt x="21718" y="7886"/>
                  </a:lnTo>
                  <a:lnTo>
                    <a:pt x="21546" y="8137"/>
                  </a:lnTo>
                  <a:lnTo>
                    <a:pt x="22391" y="8571"/>
                  </a:lnTo>
                  <a:lnTo>
                    <a:pt x="22003" y="9084"/>
                  </a:lnTo>
                  <a:lnTo>
                    <a:pt x="21090" y="8628"/>
                  </a:lnTo>
                  <a:lnTo>
                    <a:pt x="20382" y="8947"/>
                  </a:lnTo>
                  <a:lnTo>
                    <a:pt x="19298" y="8959"/>
                  </a:lnTo>
                  <a:lnTo>
                    <a:pt x="19002" y="9233"/>
                  </a:lnTo>
                  <a:lnTo>
                    <a:pt x="18237" y="9141"/>
                  </a:lnTo>
                  <a:lnTo>
                    <a:pt x="18602" y="8674"/>
                  </a:lnTo>
                  <a:lnTo>
                    <a:pt x="18146" y="8651"/>
                  </a:lnTo>
                  <a:lnTo>
                    <a:pt x="16388" y="9301"/>
                  </a:lnTo>
                  <a:lnTo>
                    <a:pt x="15304" y="9678"/>
                  </a:lnTo>
                  <a:lnTo>
                    <a:pt x="15361" y="10169"/>
                  </a:lnTo>
                  <a:lnTo>
                    <a:pt x="14505" y="10340"/>
                  </a:lnTo>
                  <a:lnTo>
                    <a:pt x="13935" y="10077"/>
                  </a:lnTo>
                  <a:lnTo>
                    <a:pt x="13763" y="9644"/>
                  </a:lnTo>
                  <a:lnTo>
                    <a:pt x="14471" y="9541"/>
                  </a:lnTo>
                  <a:lnTo>
                    <a:pt x="13957" y="9119"/>
                  </a:lnTo>
                  <a:lnTo>
                    <a:pt x="12223" y="8856"/>
                  </a:lnTo>
                  <a:lnTo>
                    <a:pt x="12839" y="9347"/>
                  </a:lnTo>
                  <a:lnTo>
                    <a:pt x="12725" y="9803"/>
                  </a:lnTo>
                  <a:lnTo>
                    <a:pt x="13387" y="10271"/>
                  </a:lnTo>
                  <a:lnTo>
                    <a:pt x="13238" y="10819"/>
                  </a:lnTo>
                  <a:lnTo>
                    <a:pt x="12576" y="10545"/>
                  </a:lnTo>
                  <a:lnTo>
                    <a:pt x="12006" y="10500"/>
                  </a:lnTo>
                  <a:lnTo>
                    <a:pt x="10865" y="11276"/>
                  </a:lnTo>
                  <a:lnTo>
                    <a:pt x="11470" y="11858"/>
                  </a:lnTo>
                  <a:lnTo>
                    <a:pt x="11013" y="12052"/>
                  </a:lnTo>
                  <a:lnTo>
                    <a:pt x="9381" y="11561"/>
                  </a:lnTo>
                  <a:lnTo>
                    <a:pt x="9084" y="11858"/>
                  </a:lnTo>
                  <a:lnTo>
                    <a:pt x="9552" y="12200"/>
                  </a:lnTo>
                  <a:lnTo>
                    <a:pt x="9587" y="12588"/>
                  </a:lnTo>
                  <a:lnTo>
                    <a:pt x="9039" y="12383"/>
                  </a:lnTo>
                  <a:lnTo>
                    <a:pt x="8183" y="12143"/>
                  </a:lnTo>
                  <a:lnTo>
                    <a:pt x="7909" y="11310"/>
                  </a:lnTo>
                  <a:lnTo>
                    <a:pt x="7772" y="10945"/>
                  </a:lnTo>
                  <a:lnTo>
                    <a:pt x="6631" y="10374"/>
                  </a:lnTo>
                  <a:lnTo>
                    <a:pt x="7042" y="10271"/>
                  </a:lnTo>
                  <a:lnTo>
                    <a:pt x="9906" y="10876"/>
                  </a:lnTo>
                  <a:lnTo>
                    <a:pt x="10819" y="10659"/>
                  </a:lnTo>
                  <a:lnTo>
                    <a:pt x="11355" y="10248"/>
                  </a:lnTo>
                  <a:lnTo>
                    <a:pt x="11127" y="9735"/>
                  </a:lnTo>
                  <a:lnTo>
                    <a:pt x="10557" y="9358"/>
                  </a:lnTo>
                  <a:lnTo>
                    <a:pt x="8046" y="8491"/>
                  </a:lnTo>
                  <a:lnTo>
                    <a:pt x="6391" y="8308"/>
                  </a:lnTo>
                  <a:lnTo>
                    <a:pt x="5307" y="7852"/>
                  </a:lnTo>
                  <a:lnTo>
                    <a:pt x="4793" y="8103"/>
                  </a:lnTo>
                  <a:lnTo>
                    <a:pt x="4793" y="8103"/>
                  </a:lnTo>
                  <a:lnTo>
                    <a:pt x="3880" y="8423"/>
                  </a:lnTo>
                  <a:lnTo>
                    <a:pt x="3424" y="8491"/>
                  </a:lnTo>
                  <a:lnTo>
                    <a:pt x="3481" y="9016"/>
                  </a:lnTo>
                  <a:lnTo>
                    <a:pt x="4508" y="9541"/>
                  </a:lnTo>
                  <a:lnTo>
                    <a:pt x="4109" y="10134"/>
                  </a:lnTo>
                  <a:lnTo>
                    <a:pt x="5022" y="11024"/>
                  </a:lnTo>
                  <a:lnTo>
                    <a:pt x="4771" y="11709"/>
                  </a:lnTo>
                  <a:lnTo>
                    <a:pt x="5478" y="12303"/>
                  </a:lnTo>
                  <a:lnTo>
                    <a:pt x="5341" y="12828"/>
                  </a:lnTo>
                  <a:lnTo>
                    <a:pt x="6391" y="13387"/>
                  </a:lnTo>
                  <a:lnTo>
                    <a:pt x="6254" y="13798"/>
                  </a:lnTo>
                  <a:lnTo>
                    <a:pt x="5786" y="14266"/>
                  </a:lnTo>
                  <a:lnTo>
                    <a:pt x="4656" y="15327"/>
                  </a:lnTo>
                  <a:lnTo>
                    <a:pt x="4656" y="15327"/>
                  </a:lnTo>
                  <a:lnTo>
                    <a:pt x="5421" y="15726"/>
                  </a:lnTo>
                  <a:lnTo>
                    <a:pt x="4771" y="16183"/>
                  </a:lnTo>
                  <a:lnTo>
                    <a:pt x="4771" y="16183"/>
                  </a:lnTo>
                  <a:lnTo>
                    <a:pt x="4908" y="16320"/>
                  </a:lnTo>
                  <a:lnTo>
                    <a:pt x="4531" y="16810"/>
                  </a:lnTo>
                  <a:lnTo>
                    <a:pt x="4885" y="17586"/>
                  </a:lnTo>
                  <a:lnTo>
                    <a:pt x="4656" y="17860"/>
                  </a:lnTo>
                  <a:lnTo>
                    <a:pt x="4999" y="18066"/>
                  </a:lnTo>
                  <a:lnTo>
                    <a:pt x="5147" y="18465"/>
                  </a:lnTo>
                  <a:lnTo>
                    <a:pt x="5444" y="18979"/>
                  </a:lnTo>
                  <a:lnTo>
                    <a:pt x="6186" y="19184"/>
                  </a:lnTo>
                  <a:lnTo>
                    <a:pt x="6334" y="19390"/>
                  </a:lnTo>
                  <a:lnTo>
                    <a:pt x="6654" y="19287"/>
                  </a:lnTo>
                  <a:lnTo>
                    <a:pt x="7338" y="19492"/>
                  </a:lnTo>
                  <a:lnTo>
                    <a:pt x="7487" y="19903"/>
                  </a:lnTo>
                  <a:lnTo>
                    <a:pt x="7395" y="20131"/>
                  </a:lnTo>
                  <a:lnTo>
                    <a:pt x="7932" y="20691"/>
                  </a:lnTo>
                  <a:lnTo>
                    <a:pt x="8240" y="20839"/>
                  </a:lnTo>
                  <a:lnTo>
                    <a:pt x="8228" y="20999"/>
                  </a:lnTo>
                  <a:lnTo>
                    <a:pt x="8708" y="21158"/>
                  </a:lnTo>
                  <a:lnTo>
                    <a:pt x="8959" y="21387"/>
                  </a:lnTo>
                  <a:lnTo>
                    <a:pt x="8731" y="21569"/>
                  </a:lnTo>
                  <a:lnTo>
                    <a:pt x="8171" y="21547"/>
                  </a:lnTo>
                  <a:lnTo>
                    <a:pt x="8057" y="21626"/>
                  </a:lnTo>
                  <a:lnTo>
                    <a:pt x="8274" y="21912"/>
                  </a:lnTo>
                  <a:lnTo>
                    <a:pt x="8559" y="22471"/>
                  </a:lnTo>
                  <a:lnTo>
                    <a:pt x="8559" y="22471"/>
                  </a:lnTo>
                  <a:lnTo>
                    <a:pt x="8810" y="22494"/>
                  </a:lnTo>
                  <a:lnTo>
                    <a:pt x="8959" y="22300"/>
                  </a:lnTo>
                  <a:lnTo>
                    <a:pt x="9164" y="22345"/>
                  </a:lnTo>
                  <a:lnTo>
                    <a:pt x="9849" y="22265"/>
                  </a:lnTo>
                  <a:lnTo>
                    <a:pt x="10397" y="22756"/>
                  </a:lnTo>
                  <a:lnTo>
                    <a:pt x="10271" y="22939"/>
                  </a:lnTo>
                  <a:lnTo>
                    <a:pt x="10363" y="23213"/>
                  </a:lnTo>
                  <a:lnTo>
                    <a:pt x="10933" y="23247"/>
                  </a:lnTo>
                  <a:lnTo>
                    <a:pt x="11253" y="23624"/>
                  </a:lnTo>
                  <a:lnTo>
                    <a:pt x="11276" y="23795"/>
                  </a:lnTo>
                  <a:lnTo>
                    <a:pt x="12223" y="24114"/>
                  </a:lnTo>
                  <a:lnTo>
                    <a:pt x="12725" y="23966"/>
                  </a:lnTo>
                  <a:lnTo>
                    <a:pt x="13238" y="24377"/>
                  </a:lnTo>
                  <a:lnTo>
                    <a:pt x="13649" y="24365"/>
                  </a:lnTo>
                  <a:lnTo>
                    <a:pt x="14733" y="24651"/>
                  </a:lnTo>
                  <a:lnTo>
                    <a:pt x="14790" y="24925"/>
                  </a:lnTo>
                  <a:lnTo>
                    <a:pt x="14608" y="25381"/>
                  </a:lnTo>
                  <a:lnTo>
                    <a:pt x="14859" y="25860"/>
                  </a:lnTo>
                  <a:lnTo>
                    <a:pt x="14813" y="26168"/>
                  </a:lnTo>
                  <a:lnTo>
                    <a:pt x="14151" y="26237"/>
                  </a:lnTo>
                  <a:lnTo>
                    <a:pt x="13832" y="26477"/>
                  </a:lnTo>
                  <a:lnTo>
                    <a:pt x="13889" y="26876"/>
                  </a:lnTo>
                  <a:lnTo>
                    <a:pt x="14494" y="26739"/>
                  </a:lnTo>
                  <a:lnTo>
                    <a:pt x="14551" y="26922"/>
                  </a:lnTo>
                  <a:lnTo>
                    <a:pt x="13581" y="27287"/>
                  </a:lnTo>
                  <a:lnTo>
                    <a:pt x="14037" y="27629"/>
                  </a:lnTo>
                  <a:lnTo>
                    <a:pt x="13581" y="28371"/>
                  </a:lnTo>
                  <a:lnTo>
                    <a:pt x="13090" y="28519"/>
                  </a:lnTo>
                  <a:lnTo>
                    <a:pt x="13809" y="29033"/>
                  </a:lnTo>
                  <a:lnTo>
                    <a:pt x="14688" y="29375"/>
                  </a:lnTo>
                  <a:lnTo>
                    <a:pt x="15749" y="30106"/>
                  </a:lnTo>
                  <a:lnTo>
                    <a:pt x="15818" y="30003"/>
                  </a:lnTo>
                  <a:lnTo>
                    <a:pt x="16457" y="30163"/>
                  </a:lnTo>
                  <a:lnTo>
                    <a:pt x="17552" y="30300"/>
                  </a:lnTo>
                  <a:lnTo>
                    <a:pt x="18625" y="30710"/>
                  </a:lnTo>
                  <a:lnTo>
                    <a:pt x="18785" y="30882"/>
                  </a:lnTo>
                  <a:lnTo>
                    <a:pt x="19196" y="30745"/>
                  </a:lnTo>
                  <a:lnTo>
                    <a:pt x="19926" y="30927"/>
                  </a:lnTo>
                  <a:lnTo>
                    <a:pt x="20223" y="31281"/>
                  </a:lnTo>
                  <a:lnTo>
                    <a:pt x="20725" y="31487"/>
                  </a:lnTo>
                  <a:lnTo>
                    <a:pt x="20942" y="31509"/>
                  </a:lnTo>
                  <a:lnTo>
                    <a:pt x="21546" y="32057"/>
                  </a:lnTo>
                  <a:lnTo>
                    <a:pt x="21889" y="32114"/>
                  </a:lnTo>
                  <a:lnTo>
                    <a:pt x="21969" y="31897"/>
                  </a:lnTo>
                  <a:lnTo>
                    <a:pt x="22334" y="31544"/>
                  </a:lnTo>
                  <a:lnTo>
                    <a:pt x="22334" y="31544"/>
                  </a:lnTo>
                  <a:lnTo>
                    <a:pt x="21295" y="30505"/>
                  </a:lnTo>
                  <a:lnTo>
                    <a:pt x="21238" y="29912"/>
                  </a:lnTo>
                  <a:lnTo>
                    <a:pt x="20394" y="29079"/>
                  </a:lnTo>
                  <a:lnTo>
                    <a:pt x="20896" y="28177"/>
                  </a:lnTo>
                  <a:lnTo>
                    <a:pt x="21546" y="28017"/>
                  </a:lnTo>
                  <a:lnTo>
                    <a:pt x="21752" y="27492"/>
                  </a:lnTo>
                  <a:lnTo>
                    <a:pt x="21352" y="27344"/>
                  </a:lnTo>
                  <a:lnTo>
                    <a:pt x="21318" y="26887"/>
                  </a:lnTo>
                  <a:lnTo>
                    <a:pt x="20725" y="26305"/>
                  </a:lnTo>
                  <a:lnTo>
                    <a:pt x="20211" y="26340"/>
                  </a:lnTo>
                  <a:lnTo>
                    <a:pt x="19458" y="25723"/>
                  </a:lnTo>
                  <a:lnTo>
                    <a:pt x="19698" y="25050"/>
                  </a:lnTo>
                  <a:lnTo>
                    <a:pt x="19458" y="24879"/>
                  </a:lnTo>
                  <a:lnTo>
                    <a:pt x="19755" y="23909"/>
                  </a:lnTo>
                  <a:lnTo>
                    <a:pt x="20611" y="24422"/>
                  </a:lnTo>
                  <a:lnTo>
                    <a:pt x="20508" y="23772"/>
                  </a:lnTo>
                  <a:lnTo>
                    <a:pt x="21661" y="22825"/>
                  </a:lnTo>
                  <a:lnTo>
                    <a:pt x="22733" y="22802"/>
                  </a:lnTo>
                  <a:lnTo>
                    <a:pt x="24434" y="23407"/>
                  </a:lnTo>
                  <a:lnTo>
                    <a:pt x="25370" y="23749"/>
                  </a:lnTo>
                  <a:lnTo>
                    <a:pt x="25986" y="23395"/>
                  </a:lnTo>
                  <a:lnTo>
                    <a:pt x="27070" y="23372"/>
                  </a:lnTo>
                  <a:lnTo>
                    <a:pt x="28108" y="23829"/>
                  </a:lnTo>
                  <a:lnTo>
                    <a:pt x="28223" y="23566"/>
                  </a:lnTo>
                  <a:lnTo>
                    <a:pt x="29215" y="23612"/>
                  </a:lnTo>
                  <a:lnTo>
                    <a:pt x="29238" y="23178"/>
                  </a:lnTo>
                  <a:lnTo>
                    <a:pt x="27903" y="22585"/>
                  </a:lnTo>
                  <a:lnTo>
                    <a:pt x="28417" y="22174"/>
                  </a:lnTo>
                  <a:lnTo>
                    <a:pt x="28200" y="21923"/>
                  </a:lnTo>
                  <a:lnTo>
                    <a:pt x="28759" y="21695"/>
                  </a:lnTo>
                  <a:lnTo>
                    <a:pt x="28040" y="21113"/>
                  </a:lnTo>
                  <a:lnTo>
                    <a:pt x="28245" y="20816"/>
                  </a:lnTo>
                  <a:lnTo>
                    <a:pt x="30642" y="20519"/>
                  </a:lnTo>
                  <a:lnTo>
                    <a:pt x="30882" y="20303"/>
                  </a:lnTo>
                  <a:lnTo>
                    <a:pt x="32422" y="19983"/>
                  </a:lnTo>
                  <a:lnTo>
                    <a:pt x="32867" y="19629"/>
                  </a:lnTo>
                  <a:lnTo>
                    <a:pt x="34146" y="19812"/>
                  </a:lnTo>
                  <a:lnTo>
                    <a:pt x="34762" y="20713"/>
                  </a:lnTo>
                  <a:lnTo>
                    <a:pt x="35378" y="20497"/>
                  </a:lnTo>
                  <a:lnTo>
                    <a:pt x="36371" y="20805"/>
                  </a:lnTo>
                  <a:lnTo>
                    <a:pt x="36542" y="21273"/>
                  </a:lnTo>
                  <a:lnTo>
                    <a:pt x="37170" y="21216"/>
                  </a:lnTo>
                  <a:lnTo>
                    <a:pt x="38471" y="20405"/>
                  </a:lnTo>
                  <a:lnTo>
                    <a:pt x="38357" y="20679"/>
                  </a:lnTo>
                  <a:lnTo>
                    <a:pt x="39544" y="21341"/>
                  </a:lnTo>
                  <a:lnTo>
                    <a:pt x="42123" y="23555"/>
                  </a:lnTo>
                  <a:lnTo>
                    <a:pt x="42282" y="23087"/>
                  </a:lnTo>
                  <a:lnTo>
                    <a:pt x="43458" y="23601"/>
                  </a:lnTo>
                  <a:lnTo>
                    <a:pt x="44348" y="23372"/>
                  </a:lnTo>
                  <a:lnTo>
                    <a:pt x="44805" y="23521"/>
                  </a:lnTo>
                  <a:lnTo>
                    <a:pt x="45387" y="24034"/>
                  </a:lnTo>
                  <a:lnTo>
                    <a:pt x="45946" y="24206"/>
                  </a:lnTo>
                  <a:lnTo>
                    <a:pt x="46414" y="24582"/>
                  </a:lnTo>
                  <a:lnTo>
                    <a:pt x="47270" y="24457"/>
                  </a:lnTo>
                  <a:lnTo>
                    <a:pt x="47886" y="24993"/>
                  </a:lnTo>
                  <a:lnTo>
                    <a:pt x="48125" y="24925"/>
                  </a:lnTo>
                  <a:lnTo>
                    <a:pt x="48799" y="24776"/>
                  </a:lnTo>
                  <a:lnTo>
                    <a:pt x="49735" y="24012"/>
                  </a:lnTo>
                  <a:lnTo>
                    <a:pt x="50579" y="23601"/>
                  </a:lnTo>
                  <a:lnTo>
                    <a:pt x="51332" y="23863"/>
                  </a:lnTo>
                  <a:lnTo>
                    <a:pt x="52063" y="23886"/>
                  </a:lnTo>
                  <a:lnTo>
                    <a:pt x="52736" y="24297"/>
                  </a:lnTo>
                  <a:lnTo>
                    <a:pt x="53444" y="24320"/>
                  </a:lnTo>
                  <a:lnTo>
                    <a:pt x="54573" y="24548"/>
                  </a:lnTo>
                  <a:lnTo>
                    <a:pt x="54916" y="23943"/>
                  </a:lnTo>
                  <a:lnTo>
                    <a:pt x="54345" y="23430"/>
                  </a:lnTo>
                  <a:lnTo>
                    <a:pt x="54528" y="22517"/>
                  </a:lnTo>
                  <a:lnTo>
                    <a:pt x="55521" y="22870"/>
                  </a:lnTo>
                  <a:lnTo>
                    <a:pt x="56205" y="22984"/>
                  </a:lnTo>
                  <a:lnTo>
                    <a:pt x="57141" y="23201"/>
                  </a:lnTo>
                  <a:lnTo>
                    <a:pt x="57666" y="23852"/>
                  </a:lnTo>
                  <a:lnTo>
                    <a:pt x="58864" y="24228"/>
                  </a:lnTo>
                  <a:lnTo>
                    <a:pt x="59424" y="24069"/>
                  </a:lnTo>
                  <a:lnTo>
                    <a:pt x="60234" y="23954"/>
                  </a:lnTo>
                  <a:lnTo>
                    <a:pt x="61010" y="24069"/>
                  </a:lnTo>
                  <a:lnTo>
                    <a:pt x="61934" y="24491"/>
                  </a:lnTo>
                  <a:lnTo>
                    <a:pt x="62630" y="24936"/>
                  </a:lnTo>
                  <a:lnTo>
                    <a:pt x="63281" y="24936"/>
                  </a:lnTo>
                  <a:lnTo>
                    <a:pt x="64228" y="25084"/>
                  </a:lnTo>
                  <a:lnTo>
                    <a:pt x="64742" y="24856"/>
                  </a:lnTo>
                  <a:lnTo>
                    <a:pt x="65575" y="24708"/>
                  </a:lnTo>
                  <a:lnTo>
                    <a:pt x="66214" y="24080"/>
                  </a:lnTo>
                  <a:lnTo>
                    <a:pt x="66682" y="24183"/>
                  </a:lnTo>
                  <a:lnTo>
                    <a:pt x="67241" y="24479"/>
                  </a:lnTo>
                  <a:lnTo>
                    <a:pt x="68028" y="24411"/>
                  </a:lnTo>
                  <a:lnTo>
                    <a:pt x="69067" y="24742"/>
                  </a:lnTo>
                  <a:lnTo>
                    <a:pt x="69695" y="24183"/>
                  </a:lnTo>
                  <a:lnTo>
                    <a:pt x="69421" y="23795"/>
                  </a:lnTo>
                  <a:lnTo>
                    <a:pt x="69409" y="22870"/>
                  </a:lnTo>
                  <a:lnTo>
                    <a:pt x="69580" y="22585"/>
                  </a:lnTo>
                  <a:lnTo>
                    <a:pt x="69227" y="22117"/>
                  </a:lnTo>
                  <a:lnTo>
                    <a:pt x="68702" y="21900"/>
                  </a:lnTo>
                  <a:lnTo>
                    <a:pt x="68941" y="21467"/>
                  </a:lnTo>
                  <a:lnTo>
                    <a:pt x="69672" y="21318"/>
                  </a:lnTo>
                  <a:lnTo>
                    <a:pt x="70550" y="21284"/>
                  </a:lnTo>
                  <a:lnTo>
                    <a:pt x="71760" y="21547"/>
                  </a:lnTo>
                  <a:lnTo>
                    <a:pt x="72605" y="21866"/>
                  </a:lnTo>
                  <a:lnTo>
                    <a:pt x="73700" y="22745"/>
                  </a:lnTo>
                  <a:lnTo>
                    <a:pt x="74248" y="23121"/>
                  </a:lnTo>
                  <a:lnTo>
                    <a:pt x="74876" y="23658"/>
                  </a:lnTo>
                  <a:lnTo>
                    <a:pt x="75743" y="24525"/>
                  </a:lnTo>
                  <a:lnTo>
                    <a:pt x="77158" y="24799"/>
                  </a:lnTo>
                  <a:lnTo>
                    <a:pt x="78425" y="25438"/>
                  </a:lnTo>
                  <a:lnTo>
                    <a:pt x="79281" y="26260"/>
                  </a:lnTo>
                  <a:lnTo>
                    <a:pt x="80354" y="26260"/>
                  </a:lnTo>
                  <a:lnTo>
                    <a:pt x="80719" y="25906"/>
                  </a:lnTo>
                  <a:lnTo>
                    <a:pt x="81712" y="25655"/>
                  </a:lnTo>
                  <a:lnTo>
                    <a:pt x="81894" y="26454"/>
                  </a:lnTo>
                  <a:lnTo>
                    <a:pt x="81837" y="26773"/>
                  </a:lnTo>
                  <a:lnTo>
                    <a:pt x="82237" y="27743"/>
                  </a:lnTo>
                  <a:lnTo>
                    <a:pt x="82316" y="28599"/>
                  </a:lnTo>
                  <a:lnTo>
                    <a:pt x="81346" y="28451"/>
                  </a:lnTo>
                  <a:lnTo>
                    <a:pt x="80936" y="28759"/>
                  </a:lnTo>
                  <a:lnTo>
                    <a:pt x="81609" y="29512"/>
                  </a:lnTo>
                  <a:lnTo>
                    <a:pt x="82145" y="30562"/>
                  </a:lnTo>
                  <a:lnTo>
                    <a:pt x="81791" y="30574"/>
                  </a:lnTo>
                  <a:lnTo>
                    <a:pt x="82065" y="31019"/>
                  </a:lnTo>
                  <a:lnTo>
                    <a:pt x="82065" y="31019"/>
                  </a:lnTo>
                  <a:lnTo>
                    <a:pt x="82259" y="31167"/>
                  </a:lnTo>
                  <a:lnTo>
                    <a:pt x="82259" y="31167"/>
                  </a:lnTo>
                  <a:lnTo>
                    <a:pt x="82259" y="31167"/>
                  </a:lnTo>
                  <a:lnTo>
                    <a:pt x="82259" y="31167"/>
                  </a:lnTo>
                  <a:lnTo>
                    <a:pt x="82202" y="30882"/>
                  </a:lnTo>
                  <a:lnTo>
                    <a:pt x="82773" y="30243"/>
                  </a:lnTo>
                  <a:lnTo>
                    <a:pt x="83503" y="30676"/>
                  </a:lnTo>
                  <a:lnTo>
                    <a:pt x="83960" y="30653"/>
                  </a:lnTo>
                  <a:lnTo>
                    <a:pt x="84587" y="30140"/>
                  </a:lnTo>
                  <a:lnTo>
                    <a:pt x="84736" y="29615"/>
                  </a:lnTo>
                  <a:lnTo>
                    <a:pt x="85033" y="28599"/>
                  </a:lnTo>
                  <a:lnTo>
                    <a:pt x="85306" y="27572"/>
                  </a:lnTo>
                  <a:lnTo>
                    <a:pt x="85112" y="26967"/>
                  </a:lnTo>
                  <a:lnTo>
                    <a:pt x="85261" y="25678"/>
                  </a:lnTo>
                  <a:lnTo>
                    <a:pt x="84519" y="24263"/>
                  </a:lnTo>
                  <a:lnTo>
                    <a:pt x="83732" y="23224"/>
                  </a:lnTo>
                  <a:lnTo>
                    <a:pt x="83549" y="22345"/>
                  </a:lnTo>
                  <a:lnTo>
                    <a:pt x="82876" y="21615"/>
                  </a:lnTo>
                  <a:lnTo>
                    <a:pt x="81061" y="20656"/>
                  </a:lnTo>
                  <a:lnTo>
                    <a:pt x="80262" y="20599"/>
                  </a:lnTo>
                  <a:lnTo>
                    <a:pt x="80228" y="21033"/>
                  </a:lnTo>
                  <a:lnTo>
                    <a:pt x="79395" y="20839"/>
                  </a:lnTo>
                  <a:lnTo>
                    <a:pt x="78585" y="20303"/>
                  </a:lnTo>
                  <a:lnTo>
                    <a:pt x="77443" y="20200"/>
                  </a:lnTo>
                  <a:lnTo>
                    <a:pt x="78140" y="18191"/>
                  </a:lnTo>
                  <a:lnTo>
                    <a:pt x="78642" y="16548"/>
                  </a:lnTo>
                  <a:lnTo>
                    <a:pt x="80513" y="16297"/>
                  </a:lnTo>
                  <a:lnTo>
                    <a:pt x="82636" y="16434"/>
                  </a:lnTo>
                  <a:lnTo>
                    <a:pt x="82990" y="16034"/>
                  </a:lnTo>
                  <a:lnTo>
                    <a:pt x="84120" y="16149"/>
                  </a:lnTo>
                  <a:lnTo>
                    <a:pt x="84736" y="16765"/>
                  </a:lnTo>
                  <a:lnTo>
                    <a:pt x="85649" y="16674"/>
                  </a:lnTo>
                  <a:lnTo>
                    <a:pt x="86847" y="16445"/>
                  </a:lnTo>
                  <a:lnTo>
                    <a:pt x="85740" y="15955"/>
                  </a:lnTo>
                  <a:lnTo>
                    <a:pt x="85740" y="14551"/>
                  </a:lnTo>
                  <a:lnTo>
                    <a:pt x="87041" y="14277"/>
                  </a:lnTo>
                  <a:lnTo>
                    <a:pt x="88764" y="15293"/>
                  </a:lnTo>
                  <a:lnTo>
                    <a:pt x="89278" y="14380"/>
                  </a:lnTo>
                  <a:lnTo>
                    <a:pt x="88821" y="13706"/>
                  </a:lnTo>
                  <a:lnTo>
                    <a:pt x="89495" y="13638"/>
                  </a:lnTo>
                  <a:lnTo>
                    <a:pt x="90419" y="14790"/>
                  </a:lnTo>
                  <a:lnTo>
                    <a:pt x="90077" y="15452"/>
                  </a:lnTo>
                  <a:lnTo>
                    <a:pt x="89963" y="16308"/>
                  </a:lnTo>
                  <a:lnTo>
                    <a:pt x="90008" y="17381"/>
                  </a:lnTo>
                  <a:lnTo>
                    <a:pt x="89198" y="17564"/>
                  </a:lnTo>
                  <a:lnTo>
                    <a:pt x="89597" y="17952"/>
                  </a:lnTo>
                  <a:lnTo>
                    <a:pt x="89586" y="18465"/>
                  </a:lnTo>
                  <a:lnTo>
                    <a:pt x="90499" y="19641"/>
                  </a:lnTo>
                  <a:lnTo>
                    <a:pt x="92781" y="21558"/>
                  </a:lnTo>
                  <a:lnTo>
                    <a:pt x="94276" y="22813"/>
                  </a:lnTo>
                  <a:lnTo>
                    <a:pt x="95087" y="23430"/>
                  </a:lnTo>
                  <a:lnTo>
                    <a:pt x="95315" y="22608"/>
                  </a:lnTo>
                  <a:lnTo>
                    <a:pt x="94676" y="21729"/>
                  </a:lnTo>
                  <a:lnTo>
                    <a:pt x="95486" y="21512"/>
                  </a:lnTo>
                  <a:lnTo>
                    <a:pt x="94721" y="20531"/>
                  </a:lnTo>
                  <a:lnTo>
                    <a:pt x="95429" y="20086"/>
                  </a:lnTo>
                  <a:lnTo>
                    <a:pt x="94756" y="19721"/>
                  </a:lnTo>
                  <a:lnTo>
                    <a:pt x="94276" y="19002"/>
                  </a:lnTo>
                  <a:lnTo>
                    <a:pt x="94858" y="18979"/>
                  </a:lnTo>
                  <a:lnTo>
                    <a:pt x="93580" y="17746"/>
                  </a:lnTo>
                  <a:lnTo>
                    <a:pt x="92622" y="17552"/>
                  </a:lnTo>
                  <a:lnTo>
                    <a:pt x="92211" y="17210"/>
                  </a:lnTo>
                  <a:lnTo>
                    <a:pt x="92051" y="16411"/>
                  </a:lnTo>
                  <a:lnTo>
                    <a:pt x="91606" y="15852"/>
                  </a:lnTo>
                  <a:lnTo>
                    <a:pt x="92610" y="15966"/>
                  </a:lnTo>
                  <a:lnTo>
                    <a:pt x="92793" y="15612"/>
                  </a:lnTo>
                  <a:lnTo>
                    <a:pt x="93466" y="15920"/>
                  </a:lnTo>
                  <a:lnTo>
                    <a:pt x="94333" y="15270"/>
                  </a:lnTo>
                  <a:lnTo>
                    <a:pt x="95954" y="15840"/>
                  </a:lnTo>
                  <a:lnTo>
                    <a:pt x="95714" y="15464"/>
                  </a:lnTo>
                  <a:lnTo>
                    <a:pt x="96000" y="14950"/>
                  </a:lnTo>
                  <a:lnTo>
                    <a:pt x="96216" y="14380"/>
                  </a:lnTo>
                  <a:lnTo>
                    <a:pt x="96662" y="14288"/>
                  </a:lnTo>
                  <a:lnTo>
                    <a:pt x="97586" y="13672"/>
                  </a:lnTo>
                  <a:lnTo>
                    <a:pt x="98978" y="13843"/>
                  </a:lnTo>
                  <a:lnTo>
                    <a:pt x="98853" y="13626"/>
                  </a:lnTo>
                  <a:lnTo>
                    <a:pt x="98316" y="13296"/>
                  </a:lnTo>
                  <a:lnTo>
                    <a:pt x="97723" y="13067"/>
                  </a:lnTo>
                  <a:lnTo>
                    <a:pt x="96433" y="12417"/>
                  </a:lnTo>
                  <a:lnTo>
                    <a:pt x="95269" y="11983"/>
                  </a:lnTo>
                  <a:lnTo>
                    <a:pt x="96148" y="12040"/>
                  </a:lnTo>
                  <a:lnTo>
                    <a:pt x="96433" y="11686"/>
                  </a:lnTo>
                  <a:lnTo>
                    <a:pt x="96433" y="11686"/>
                  </a:lnTo>
                  <a:lnTo>
                    <a:pt x="91731" y="8559"/>
                  </a:lnTo>
                  <a:lnTo>
                    <a:pt x="90396" y="8228"/>
                  </a:lnTo>
                  <a:lnTo>
                    <a:pt x="88159" y="7863"/>
                  </a:lnTo>
                  <a:lnTo>
                    <a:pt x="87030" y="7909"/>
                  </a:lnTo>
                  <a:lnTo>
                    <a:pt x="84861" y="7704"/>
                  </a:lnTo>
                  <a:lnTo>
                    <a:pt x="85112" y="8034"/>
                  </a:lnTo>
                  <a:lnTo>
                    <a:pt x="86334" y="8525"/>
                  </a:lnTo>
                  <a:lnTo>
                    <a:pt x="85968" y="8776"/>
                  </a:lnTo>
                  <a:lnTo>
                    <a:pt x="83948" y="8092"/>
                  </a:lnTo>
                  <a:lnTo>
                    <a:pt x="82978" y="8171"/>
                  </a:lnTo>
                  <a:lnTo>
                    <a:pt x="81666" y="8023"/>
                  </a:lnTo>
                  <a:lnTo>
                    <a:pt x="80662" y="8046"/>
                  </a:lnTo>
                  <a:lnTo>
                    <a:pt x="80114" y="8206"/>
                  </a:lnTo>
                  <a:lnTo>
                    <a:pt x="79087" y="7977"/>
                  </a:lnTo>
                  <a:lnTo>
                    <a:pt x="78356" y="7430"/>
                  </a:lnTo>
                  <a:lnTo>
                    <a:pt x="77432" y="7122"/>
                  </a:lnTo>
                  <a:lnTo>
                    <a:pt x="76120" y="6996"/>
                  </a:lnTo>
                  <a:lnTo>
                    <a:pt x="74020" y="7133"/>
                  </a:lnTo>
                  <a:lnTo>
                    <a:pt x="71726" y="6562"/>
                  </a:lnTo>
                  <a:lnTo>
                    <a:pt x="70608" y="6140"/>
                  </a:lnTo>
                  <a:lnTo>
                    <a:pt x="64890" y="5649"/>
                  </a:lnTo>
                  <a:lnTo>
                    <a:pt x="64593" y="5969"/>
                  </a:lnTo>
                  <a:lnTo>
                    <a:pt x="65917" y="6654"/>
                  </a:lnTo>
                  <a:lnTo>
                    <a:pt x="64844" y="6551"/>
                  </a:lnTo>
                  <a:lnTo>
                    <a:pt x="64707" y="6768"/>
                  </a:lnTo>
                  <a:lnTo>
                    <a:pt x="63315" y="6539"/>
                  </a:lnTo>
                  <a:lnTo>
                    <a:pt x="62608" y="6734"/>
                  </a:lnTo>
                  <a:lnTo>
                    <a:pt x="61284" y="6391"/>
                  </a:lnTo>
                  <a:lnTo>
                    <a:pt x="61706" y="7179"/>
                  </a:lnTo>
                  <a:lnTo>
                    <a:pt x="60439" y="6882"/>
                  </a:lnTo>
                  <a:lnTo>
                    <a:pt x="59013" y="6300"/>
                  </a:lnTo>
                  <a:lnTo>
                    <a:pt x="58956" y="5980"/>
                  </a:lnTo>
                  <a:lnTo>
                    <a:pt x="58100" y="5512"/>
                  </a:lnTo>
                  <a:lnTo>
                    <a:pt x="56696" y="5136"/>
                  </a:lnTo>
                  <a:lnTo>
                    <a:pt x="55829" y="5136"/>
                  </a:lnTo>
                  <a:lnTo>
                    <a:pt x="54505" y="5010"/>
                  </a:lnTo>
                  <a:lnTo>
                    <a:pt x="55178" y="5569"/>
                  </a:lnTo>
                  <a:lnTo>
                    <a:pt x="52725" y="5455"/>
                  </a:lnTo>
                  <a:lnTo>
                    <a:pt x="52165" y="5124"/>
                  </a:lnTo>
                  <a:lnTo>
                    <a:pt x="50271" y="4999"/>
                  </a:lnTo>
                  <a:lnTo>
                    <a:pt x="49506" y="5113"/>
                  </a:lnTo>
                  <a:lnTo>
                    <a:pt x="49495" y="5296"/>
                  </a:lnTo>
                  <a:lnTo>
                    <a:pt x="48673" y="4839"/>
                  </a:lnTo>
                  <a:lnTo>
                    <a:pt x="48342" y="4965"/>
                  </a:lnTo>
                  <a:lnTo>
                    <a:pt x="47315" y="4793"/>
                  </a:lnTo>
                  <a:lnTo>
                    <a:pt x="46516" y="4702"/>
                  </a:lnTo>
                  <a:lnTo>
                    <a:pt x="46676" y="4485"/>
                  </a:lnTo>
                  <a:lnTo>
                    <a:pt x="47612" y="4086"/>
                  </a:lnTo>
                  <a:lnTo>
                    <a:pt x="47943" y="3869"/>
                  </a:lnTo>
                  <a:lnTo>
                    <a:pt x="47601" y="3515"/>
                  </a:lnTo>
                  <a:lnTo>
                    <a:pt x="46813" y="3241"/>
                  </a:lnTo>
                  <a:lnTo>
                    <a:pt x="45170" y="2910"/>
                  </a:lnTo>
                  <a:lnTo>
                    <a:pt x="43629" y="2899"/>
                  </a:lnTo>
                  <a:lnTo>
                    <a:pt x="43367" y="3070"/>
                  </a:lnTo>
                  <a:close/>
                  <a:moveTo>
                    <a:pt x="19641" y="7236"/>
                  </a:moveTo>
                  <a:lnTo>
                    <a:pt x="18226" y="6619"/>
                  </a:lnTo>
                  <a:lnTo>
                    <a:pt x="17780" y="6003"/>
                  </a:lnTo>
                  <a:lnTo>
                    <a:pt x="18248" y="5307"/>
                  </a:lnTo>
                  <a:lnTo>
                    <a:pt x="18648" y="4599"/>
                  </a:lnTo>
                  <a:lnTo>
                    <a:pt x="19880" y="3926"/>
                  </a:lnTo>
                  <a:lnTo>
                    <a:pt x="21273" y="3584"/>
                  </a:lnTo>
                  <a:lnTo>
                    <a:pt x="22893" y="3241"/>
                  </a:lnTo>
                  <a:lnTo>
                    <a:pt x="23076" y="3025"/>
                  </a:lnTo>
                  <a:lnTo>
                    <a:pt x="22471" y="2751"/>
                  </a:lnTo>
                  <a:lnTo>
                    <a:pt x="21535" y="2842"/>
                  </a:lnTo>
                  <a:lnTo>
                    <a:pt x="20839" y="3093"/>
                  </a:lnTo>
                  <a:lnTo>
                    <a:pt x="19161" y="3230"/>
                  </a:lnTo>
                  <a:lnTo>
                    <a:pt x="17723" y="3664"/>
                  </a:lnTo>
                  <a:lnTo>
                    <a:pt x="16753" y="4052"/>
                  </a:lnTo>
                  <a:lnTo>
                    <a:pt x="17107" y="4371"/>
                  </a:lnTo>
                  <a:lnTo>
                    <a:pt x="16171" y="4999"/>
                  </a:lnTo>
                  <a:lnTo>
                    <a:pt x="16731" y="5090"/>
                  </a:lnTo>
                  <a:lnTo>
                    <a:pt x="15955" y="5706"/>
                  </a:lnTo>
                  <a:lnTo>
                    <a:pt x="16183" y="6106"/>
                  </a:lnTo>
                  <a:lnTo>
                    <a:pt x="15703" y="6266"/>
                  </a:lnTo>
                  <a:lnTo>
                    <a:pt x="15966" y="6665"/>
                  </a:lnTo>
                  <a:lnTo>
                    <a:pt x="17096" y="6859"/>
                  </a:lnTo>
                  <a:lnTo>
                    <a:pt x="17415" y="7190"/>
                  </a:lnTo>
                  <a:lnTo>
                    <a:pt x="19321" y="7293"/>
                  </a:lnTo>
                  <a:close/>
                  <a:moveTo>
                    <a:pt x="64434" y="3709"/>
                  </a:moveTo>
                  <a:lnTo>
                    <a:pt x="61877" y="3344"/>
                  </a:lnTo>
                  <a:lnTo>
                    <a:pt x="60416" y="3310"/>
                  </a:lnTo>
                  <a:lnTo>
                    <a:pt x="59937" y="3447"/>
                  </a:lnTo>
                  <a:lnTo>
                    <a:pt x="60416" y="3926"/>
                  </a:lnTo>
                  <a:lnTo>
                    <a:pt x="62197" y="4383"/>
                  </a:lnTo>
                  <a:lnTo>
                    <a:pt x="62836" y="4211"/>
                  </a:lnTo>
                  <a:lnTo>
                    <a:pt x="64856" y="4246"/>
                  </a:lnTo>
                  <a:close/>
                  <a:moveTo>
                    <a:pt x="68028" y="4040"/>
                  </a:moveTo>
                  <a:lnTo>
                    <a:pt x="66362" y="3858"/>
                  </a:lnTo>
                  <a:lnTo>
                    <a:pt x="65187" y="3755"/>
                  </a:lnTo>
                  <a:lnTo>
                    <a:pt x="65426" y="3983"/>
                  </a:lnTo>
                  <a:lnTo>
                    <a:pt x="66899" y="4268"/>
                  </a:lnTo>
                  <a:lnTo>
                    <a:pt x="67869" y="4326"/>
                  </a:lnTo>
                  <a:close/>
                  <a:moveTo>
                    <a:pt x="66248" y="5398"/>
                  </a:moveTo>
                  <a:lnTo>
                    <a:pt x="65883" y="5193"/>
                  </a:lnTo>
                  <a:lnTo>
                    <a:pt x="64707" y="4919"/>
                  </a:lnTo>
                  <a:lnTo>
                    <a:pt x="64114" y="4999"/>
                  </a:lnTo>
                  <a:lnTo>
                    <a:pt x="64000" y="5284"/>
                  </a:lnTo>
                  <a:lnTo>
                    <a:pt x="64160" y="5307"/>
                  </a:lnTo>
                  <a:lnTo>
                    <a:pt x="65415" y="5398"/>
                  </a:lnTo>
                  <a:close/>
                  <a:moveTo>
                    <a:pt x="89438" y="7156"/>
                  </a:moveTo>
                  <a:lnTo>
                    <a:pt x="88582" y="6642"/>
                  </a:lnTo>
                  <a:lnTo>
                    <a:pt x="88376" y="6950"/>
                  </a:lnTo>
                  <a:lnTo>
                    <a:pt x="88878" y="7179"/>
                  </a:lnTo>
                  <a:close/>
                  <a:moveTo>
                    <a:pt x="2077" y="20542"/>
                  </a:moveTo>
                  <a:lnTo>
                    <a:pt x="1997" y="20337"/>
                  </a:lnTo>
                  <a:lnTo>
                    <a:pt x="2020" y="20086"/>
                  </a:lnTo>
                  <a:lnTo>
                    <a:pt x="1712" y="19960"/>
                  </a:lnTo>
                  <a:lnTo>
                    <a:pt x="993" y="19800"/>
                  </a:lnTo>
                  <a:lnTo>
                    <a:pt x="92" y="20086"/>
                  </a:lnTo>
                  <a:lnTo>
                    <a:pt x="0" y="20462"/>
                  </a:lnTo>
                  <a:lnTo>
                    <a:pt x="833" y="20565"/>
                  </a:lnTo>
                  <a:close/>
                  <a:moveTo>
                    <a:pt x="86197" y="23658"/>
                  </a:moveTo>
                  <a:lnTo>
                    <a:pt x="85169" y="22768"/>
                  </a:lnTo>
                  <a:lnTo>
                    <a:pt x="84451" y="21912"/>
                  </a:lnTo>
                  <a:lnTo>
                    <a:pt x="83480" y="21090"/>
                  </a:lnTo>
                  <a:lnTo>
                    <a:pt x="82773" y="20519"/>
                  </a:lnTo>
                  <a:lnTo>
                    <a:pt x="82590" y="20634"/>
                  </a:lnTo>
                  <a:lnTo>
                    <a:pt x="83218" y="21033"/>
                  </a:lnTo>
                  <a:lnTo>
                    <a:pt x="82944" y="21432"/>
                  </a:lnTo>
                  <a:lnTo>
                    <a:pt x="83914" y="22619"/>
                  </a:lnTo>
                  <a:lnTo>
                    <a:pt x="85033" y="23475"/>
                  </a:lnTo>
                  <a:lnTo>
                    <a:pt x="85946" y="24651"/>
                  </a:lnTo>
                  <a:lnTo>
                    <a:pt x="86288" y="25313"/>
                  </a:lnTo>
                  <a:lnTo>
                    <a:pt x="87075" y="26283"/>
                  </a:lnTo>
                  <a:lnTo>
                    <a:pt x="87612" y="27138"/>
                  </a:lnTo>
                  <a:lnTo>
                    <a:pt x="88274" y="27880"/>
                  </a:lnTo>
                  <a:lnTo>
                    <a:pt x="88251" y="27196"/>
                  </a:lnTo>
                  <a:lnTo>
                    <a:pt x="89187" y="27732"/>
                  </a:lnTo>
                  <a:lnTo>
                    <a:pt x="88753" y="27104"/>
                  </a:lnTo>
                  <a:lnTo>
                    <a:pt x="87395" y="26214"/>
                  </a:lnTo>
                  <a:lnTo>
                    <a:pt x="86870" y="24925"/>
                  </a:lnTo>
                  <a:lnTo>
                    <a:pt x="88137" y="25210"/>
                  </a:lnTo>
                  <a:close/>
                </a:path>
              </a:pathLst>
            </a:custGeom>
            <a:solidFill>
              <a:schemeClr val="accent2"/>
            </a:solidFill>
            <a:ln w="9525" cap="flat" cmpd="sng">
              <a:solidFill>
                <a:schemeClr val="accent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162525" tIns="162525" rIns="162525" bIns="1625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3200"/>
                <a:buFont typeface="Calibri"/>
                <a:buNone/>
              </a:pPr>
              <a:endParaRPr sz="3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043" name="Google Shape;1043;p38"/>
            <p:cNvSpPr/>
            <p:nvPr/>
          </p:nvSpPr>
          <p:spPr>
            <a:xfrm>
              <a:off x="4302575" y="3138075"/>
              <a:ext cx="36525" cy="40250"/>
            </a:xfrm>
            <a:custGeom>
              <a:avLst/>
              <a:gdLst/>
              <a:ahLst/>
              <a:cxnLst/>
              <a:rect l="l" t="t" r="r" b="b"/>
              <a:pathLst>
                <a:path w="1461" h="1610" extrusionOk="0">
                  <a:moveTo>
                    <a:pt x="1130" y="0"/>
                  </a:moveTo>
                  <a:lnTo>
                    <a:pt x="662" y="263"/>
                  </a:lnTo>
                  <a:lnTo>
                    <a:pt x="457" y="183"/>
                  </a:lnTo>
                  <a:lnTo>
                    <a:pt x="228" y="434"/>
                  </a:lnTo>
                  <a:lnTo>
                    <a:pt x="206" y="982"/>
                  </a:lnTo>
                  <a:lnTo>
                    <a:pt x="91" y="1039"/>
                  </a:lnTo>
                  <a:lnTo>
                    <a:pt x="0" y="1530"/>
                  </a:lnTo>
                  <a:lnTo>
                    <a:pt x="502" y="1609"/>
                  </a:lnTo>
                  <a:lnTo>
                    <a:pt x="742" y="1096"/>
                  </a:lnTo>
                  <a:lnTo>
                    <a:pt x="1176" y="1153"/>
                  </a:lnTo>
                  <a:lnTo>
                    <a:pt x="1176" y="1153"/>
                  </a:lnTo>
                  <a:lnTo>
                    <a:pt x="1404" y="1039"/>
                  </a:lnTo>
                  <a:lnTo>
                    <a:pt x="1461" y="503"/>
                  </a:lnTo>
                  <a:close/>
                </a:path>
              </a:pathLst>
            </a:custGeom>
            <a:solidFill>
              <a:schemeClr val="accent2"/>
            </a:solidFill>
            <a:ln w="9525" cap="flat" cmpd="sng">
              <a:solidFill>
                <a:schemeClr val="accent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162525" tIns="162525" rIns="162525" bIns="1625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3200"/>
                <a:buFont typeface="Calibri"/>
                <a:buNone/>
              </a:pPr>
              <a:endParaRPr sz="3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044" name="Google Shape;1044;p38"/>
            <p:cNvSpPr/>
            <p:nvPr/>
          </p:nvSpPr>
          <p:spPr>
            <a:xfrm>
              <a:off x="3386175" y="2484725"/>
              <a:ext cx="167200" cy="151225"/>
            </a:xfrm>
            <a:custGeom>
              <a:avLst/>
              <a:gdLst/>
              <a:ahLst/>
              <a:cxnLst/>
              <a:rect l="l" t="t" r="r" b="b"/>
              <a:pathLst>
                <a:path w="6688" h="6049" extrusionOk="0">
                  <a:moveTo>
                    <a:pt x="6688" y="0"/>
                  </a:moveTo>
                  <a:lnTo>
                    <a:pt x="6574" y="0"/>
                  </a:lnTo>
                  <a:lnTo>
                    <a:pt x="6574" y="0"/>
                  </a:lnTo>
                  <a:lnTo>
                    <a:pt x="6585" y="480"/>
                  </a:lnTo>
                  <a:lnTo>
                    <a:pt x="6106" y="503"/>
                  </a:lnTo>
                  <a:lnTo>
                    <a:pt x="5843" y="719"/>
                  </a:lnTo>
                  <a:lnTo>
                    <a:pt x="5489" y="719"/>
                  </a:lnTo>
                  <a:lnTo>
                    <a:pt x="5216" y="594"/>
                  </a:lnTo>
                  <a:lnTo>
                    <a:pt x="4565" y="697"/>
                  </a:lnTo>
                  <a:lnTo>
                    <a:pt x="4291" y="1404"/>
                  </a:lnTo>
                  <a:lnTo>
                    <a:pt x="4052" y="1461"/>
                  </a:lnTo>
                  <a:lnTo>
                    <a:pt x="3652" y="2625"/>
                  </a:lnTo>
                  <a:lnTo>
                    <a:pt x="2534" y="3595"/>
                  </a:lnTo>
                  <a:lnTo>
                    <a:pt x="2248" y="4851"/>
                  </a:lnTo>
                  <a:lnTo>
                    <a:pt x="1929" y="5262"/>
                  </a:lnTo>
                  <a:lnTo>
                    <a:pt x="1826" y="5592"/>
                  </a:lnTo>
                  <a:lnTo>
                    <a:pt x="57" y="5661"/>
                  </a:lnTo>
                  <a:lnTo>
                    <a:pt x="46" y="5661"/>
                  </a:lnTo>
                  <a:lnTo>
                    <a:pt x="0" y="6049"/>
                  </a:lnTo>
                  <a:lnTo>
                    <a:pt x="171" y="5729"/>
                  </a:lnTo>
                  <a:lnTo>
                    <a:pt x="3253" y="5741"/>
                  </a:lnTo>
                  <a:lnTo>
                    <a:pt x="3127" y="4428"/>
                  </a:lnTo>
                  <a:lnTo>
                    <a:pt x="3321" y="3961"/>
                  </a:lnTo>
                  <a:lnTo>
                    <a:pt x="4063" y="3892"/>
                  </a:lnTo>
                  <a:lnTo>
                    <a:pt x="4097" y="1564"/>
                  </a:lnTo>
                  <a:lnTo>
                    <a:pt x="6642" y="1610"/>
                  </a:lnTo>
                  <a:lnTo>
                    <a:pt x="6676" y="229"/>
                  </a:lnTo>
                  <a:lnTo>
                    <a:pt x="6688" y="58"/>
                  </a:lnTo>
                  <a:close/>
                </a:path>
              </a:pathLst>
            </a:custGeom>
            <a:solidFill>
              <a:schemeClr val="accent2"/>
            </a:solidFill>
            <a:ln w="9525" cap="flat" cmpd="sng">
              <a:solidFill>
                <a:schemeClr val="accent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162525" tIns="162525" rIns="162525" bIns="1625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3200"/>
                <a:buFont typeface="Calibri"/>
                <a:buNone/>
              </a:pPr>
              <a:endParaRPr sz="3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045" name="Google Shape;1045;p38"/>
            <p:cNvSpPr/>
            <p:nvPr/>
          </p:nvSpPr>
          <p:spPr>
            <a:xfrm>
              <a:off x="4391300" y="2382575"/>
              <a:ext cx="421975" cy="358950"/>
            </a:xfrm>
            <a:custGeom>
              <a:avLst/>
              <a:gdLst/>
              <a:ahLst/>
              <a:cxnLst/>
              <a:rect l="l" t="t" r="r" b="b"/>
              <a:pathLst>
                <a:path w="16879" h="14358" extrusionOk="0">
                  <a:moveTo>
                    <a:pt x="9153" y="2774"/>
                  </a:moveTo>
                  <a:lnTo>
                    <a:pt x="7692" y="2694"/>
                  </a:lnTo>
                  <a:lnTo>
                    <a:pt x="5318" y="891"/>
                  </a:lnTo>
                  <a:lnTo>
                    <a:pt x="4097" y="241"/>
                  </a:lnTo>
                  <a:lnTo>
                    <a:pt x="3139" y="1"/>
                  </a:lnTo>
                  <a:lnTo>
                    <a:pt x="3013" y="149"/>
                  </a:lnTo>
                  <a:lnTo>
                    <a:pt x="1530" y="583"/>
                  </a:lnTo>
                  <a:lnTo>
                    <a:pt x="2397" y="1496"/>
                  </a:lnTo>
                  <a:lnTo>
                    <a:pt x="2157" y="1644"/>
                  </a:lnTo>
                  <a:lnTo>
                    <a:pt x="2055" y="1952"/>
                  </a:lnTo>
                  <a:lnTo>
                    <a:pt x="1484" y="2067"/>
                  </a:lnTo>
                  <a:lnTo>
                    <a:pt x="1336" y="2397"/>
                  </a:lnTo>
                  <a:lnTo>
                    <a:pt x="1027" y="2683"/>
                  </a:lnTo>
                  <a:lnTo>
                    <a:pt x="160" y="2546"/>
                  </a:lnTo>
                  <a:lnTo>
                    <a:pt x="92" y="2900"/>
                  </a:lnTo>
                  <a:lnTo>
                    <a:pt x="92" y="3208"/>
                  </a:lnTo>
                  <a:lnTo>
                    <a:pt x="0" y="3710"/>
                  </a:lnTo>
                  <a:lnTo>
                    <a:pt x="388" y="3710"/>
                  </a:lnTo>
                  <a:lnTo>
                    <a:pt x="845" y="4338"/>
                  </a:lnTo>
                  <a:lnTo>
                    <a:pt x="1381" y="5068"/>
                  </a:lnTo>
                  <a:lnTo>
                    <a:pt x="1735" y="5741"/>
                  </a:lnTo>
                  <a:lnTo>
                    <a:pt x="1975" y="5947"/>
                  </a:lnTo>
                  <a:lnTo>
                    <a:pt x="2214" y="6426"/>
                  </a:lnTo>
                  <a:lnTo>
                    <a:pt x="2192" y="6620"/>
                  </a:lnTo>
                  <a:lnTo>
                    <a:pt x="2488" y="7145"/>
                  </a:lnTo>
                  <a:lnTo>
                    <a:pt x="2922" y="7339"/>
                  </a:lnTo>
                  <a:lnTo>
                    <a:pt x="3321" y="7693"/>
                  </a:lnTo>
                  <a:lnTo>
                    <a:pt x="3823" y="8686"/>
                  </a:lnTo>
                  <a:lnTo>
                    <a:pt x="3823" y="9233"/>
                  </a:lnTo>
                  <a:lnTo>
                    <a:pt x="3960" y="9861"/>
                  </a:lnTo>
                  <a:lnTo>
                    <a:pt x="4531" y="10728"/>
                  </a:lnTo>
                  <a:lnTo>
                    <a:pt x="4885" y="10877"/>
                  </a:lnTo>
                  <a:lnTo>
                    <a:pt x="5467" y="11504"/>
                  </a:lnTo>
                  <a:lnTo>
                    <a:pt x="5741" y="12246"/>
                  </a:lnTo>
                  <a:lnTo>
                    <a:pt x="6197" y="12999"/>
                  </a:lnTo>
                  <a:lnTo>
                    <a:pt x="6631" y="13330"/>
                  </a:lnTo>
                  <a:lnTo>
                    <a:pt x="6711" y="13684"/>
                  </a:lnTo>
                  <a:lnTo>
                    <a:pt x="6962" y="13958"/>
                  </a:lnTo>
                  <a:lnTo>
                    <a:pt x="7099" y="14357"/>
                  </a:lnTo>
                  <a:lnTo>
                    <a:pt x="7418" y="14049"/>
                  </a:lnTo>
                  <a:lnTo>
                    <a:pt x="7327" y="13673"/>
                  </a:lnTo>
                  <a:lnTo>
                    <a:pt x="7498" y="13228"/>
                  </a:lnTo>
                  <a:lnTo>
                    <a:pt x="7841" y="13467"/>
                  </a:lnTo>
                  <a:lnTo>
                    <a:pt x="8057" y="13376"/>
                  </a:lnTo>
                  <a:lnTo>
                    <a:pt x="8970" y="13353"/>
                  </a:lnTo>
                  <a:lnTo>
                    <a:pt x="9107" y="13456"/>
                  </a:lnTo>
                  <a:lnTo>
                    <a:pt x="9883" y="13536"/>
                  </a:lnTo>
                  <a:lnTo>
                    <a:pt x="10180" y="13490"/>
                  </a:lnTo>
                  <a:lnTo>
                    <a:pt x="10408" y="13798"/>
                  </a:lnTo>
                  <a:lnTo>
                    <a:pt x="10762" y="13650"/>
                  </a:lnTo>
                  <a:lnTo>
                    <a:pt x="11264" y="12703"/>
                  </a:lnTo>
                  <a:lnTo>
                    <a:pt x="11972" y="12280"/>
                  </a:lnTo>
                  <a:lnTo>
                    <a:pt x="14220" y="11938"/>
                  </a:lnTo>
                  <a:lnTo>
                    <a:pt x="16514" y="11025"/>
                  </a:lnTo>
                  <a:lnTo>
                    <a:pt x="16879" y="9222"/>
                  </a:lnTo>
                  <a:lnTo>
                    <a:pt x="16468" y="8571"/>
                  </a:lnTo>
                  <a:lnTo>
                    <a:pt x="16320" y="8765"/>
                  </a:lnTo>
                  <a:lnTo>
                    <a:pt x="13923" y="8309"/>
                  </a:lnTo>
                  <a:lnTo>
                    <a:pt x="13558" y="7396"/>
                  </a:lnTo>
                  <a:lnTo>
                    <a:pt x="13501" y="7179"/>
                  </a:lnTo>
                  <a:lnTo>
                    <a:pt x="13330" y="6837"/>
                  </a:lnTo>
                  <a:lnTo>
                    <a:pt x="13113" y="6894"/>
                  </a:lnTo>
                  <a:lnTo>
                    <a:pt x="12862" y="6723"/>
                  </a:lnTo>
                  <a:lnTo>
                    <a:pt x="12714" y="6494"/>
                  </a:lnTo>
                  <a:lnTo>
                    <a:pt x="12588" y="6198"/>
                  </a:lnTo>
                  <a:lnTo>
                    <a:pt x="12348" y="5935"/>
                  </a:lnTo>
                  <a:lnTo>
                    <a:pt x="12200" y="5639"/>
                  </a:lnTo>
                  <a:lnTo>
                    <a:pt x="12257" y="5342"/>
                  </a:lnTo>
                  <a:lnTo>
                    <a:pt x="12177" y="4954"/>
                  </a:lnTo>
                  <a:lnTo>
                    <a:pt x="11607" y="4577"/>
                  </a:lnTo>
                  <a:lnTo>
                    <a:pt x="11435" y="4258"/>
                  </a:lnTo>
                  <a:lnTo>
                    <a:pt x="11013" y="4052"/>
                  </a:lnTo>
                  <a:lnTo>
                    <a:pt x="10637" y="3265"/>
                  </a:lnTo>
                  <a:lnTo>
                    <a:pt x="10089" y="3299"/>
                  </a:lnTo>
                  <a:lnTo>
                    <a:pt x="9849" y="2854"/>
                  </a:lnTo>
                  <a:close/>
                </a:path>
              </a:pathLst>
            </a:custGeom>
            <a:solidFill>
              <a:schemeClr val="accent2"/>
            </a:solidFill>
            <a:ln w="9525" cap="flat" cmpd="sng">
              <a:solidFill>
                <a:schemeClr val="accent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162525" tIns="162525" rIns="162525" bIns="1625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3200"/>
                <a:buFont typeface="Calibri"/>
                <a:buNone/>
              </a:pPr>
              <a:endParaRPr sz="3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046" name="Google Shape;1046;p38"/>
            <p:cNvSpPr/>
            <p:nvPr/>
          </p:nvSpPr>
          <p:spPr>
            <a:xfrm>
              <a:off x="4157925" y="2613100"/>
              <a:ext cx="321850" cy="303325"/>
            </a:xfrm>
            <a:custGeom>
              <a:avLst/>
              <a:gdLst/>
              <a:ahLst/>
              <a:cxnLst/>
              <a:rect l="l" t="t" r="r" b="b"/>
              <a:pathLst>
                <a:path w="12874" h="12133" extrusionOk="0">
                  <a:moveTo>
                    <a:pt x="11652" y="5171"/>
                  </a:moveTo>
                  <a:lnTo>
                    <a:pt x="11709" y="4577"/>
                  </a:lnTo>
                  <a:lnTo>
                    <a:pt x="11937" y="4292"/>
                  </a:lnTo>
                  <a:lnTo>
                    <a:pt x="12508" y="4144"/>
                  </a:lnTo>
                  <a:lnTo>
                    <a:pt x="12873" y="3630"/>
                  </a:lnTo>
                  <a:lnTo>
                    <a:pt x="12439" y="3288"/>
                  </a:lnTo>
                  <a:lnTo>
                    <a:pt x="12120" y="3059"/>
                  </a:lnTo>
                  <a:lnTo>
                    <a:pt x="11766" y="1975"/>
                  </a:lnTo>
                  <a:lnTo>
                    <a:pt x="11606" y="1051"/>
                  </a:lnTo>
                  <a:lnTo>
                    <a:pt x="11766" y="880"/>
                  </a:lnTo>
                  <a:lnTo>
                    <a:pt x="11469" y="1"/>
                  </a:lnTo>
                  <a:lnTo>
                    <a:pt x="8354" y="1"/>
                  </a:lnTo>
                  <a:lnTo>
                    <a:pt x="5307" y="1"/>
                  </a:lnTo>
                  <a:lnTo>
                    <a:pt x="2157" y="1"/>
                  </a:lnTo>
                  <a:lnTo>
                    <a:pt x="2226" y="1804"/>
                  </a:lnTo>
                  <a:lnTo>
                    <a:pt x="1324" y="1804"/>
                  </a:lnTo>
                  <a:lnTo>
                    <a:pt x="1324" y="2192"/>
                  </a:lnTo>
                  <a:lnTo>
                    <a:pt x="1484" y="5787"/>
                  </a:lnTo>
                  <a:lnTo>
                    <a:pt x="799" y="5730"/>
                  </a:lnTo>
                  <a:lnTo>
                    <a:pt x="457" y="6403"/>
                  </a:lnTo>
                  <a:lnTo>
                    <a:pt x="251" y="6951"/>
                  </a:lnTo>
                  <a:lnTo>
                    <a:pt x="422" y="7168"/>
                  </a:lnTo>
                  <a:lnTo>
                    <a:pt x="171" y="7442"/>
                  </a:lnTo>
                  <a:lnTo>
                    <a:pt x="274" y="7830"/>
                  </a:lnTo>
                  <a:lnTo>
                    <a:pt x="69" y="8195"/>
                  </a:lnTo>
                  <a:lnTo>
                    <a:pt x="0" y="8537"/>
                  </a:lnTo>
                  <a:lnTo>
                    <a:pt x="285" y="8480"/>
                  </a:lnTo>
                  <a:lnTo>
                    <a:pt x="457" y="8834"/>
                  </a:lnTo>
                  <a:lnTo>
                    <a:pt x="468" y="9370"/>
                  </a:lnTo>
                  <a:lnTo>
                    <a:pt x="765" y="9621"/>
                  </a:lnTo>
                  <a:lnTo>
                    <a:pt x="765" y="9850"/>
                  </a:lnTo>
                  <a:lnTo>
                    <a:pt x="868" y="10238"/>
                  </a:lnTo>
                  <a:lnTo>
                    <a:pt x="1335" y="10808"/>
                  </a:lnTo>
                  <a:lnTo>
                    <a:pt x="1335" y="11185"/>
                  </a:lnTo>
                  <a:lnTo>
                    <a:pt x="1221" y="11550"/>
                  </a:lnTo>
                  <a:lnTo>
                    <a:pt x="1267" y="11835"/>
                  </a:lnTo>
                  <a:lnTo>
                    <a:pt x="1552" y="12086"/>
                  </a:lnTo>
                  <a:lnTo>
                    <a:pt x="1621" y="12132"/>
                  </a:lnTo>
                  <a:lnTo>
                    <a:pt x="1860" y="12029"/>
                  </a:lnTo>
                  <a:lnTo>
                    <a:pt x="2134" y="11858"/>
                  </a:lnTo>
                  <a:lnTo>
                    <a:pt x="2317" y="11048"/>
                  </a:lnTo>
                  <a:lnTo>
                    <a:pt x="2534" y="10637"/>
                  </a:lnTo>
                  <a:lnTo>
                    <a:pt x="3104" y="10512"/>
                  </a:lnTo>
                  <a:lnTo>
                    <a:pt x="3253" y="10763"/>
                  </a:lnTo>
                  <a:lnTo>
                    <a:pt x="3675" y="11288"/>
                  </a:lnTo>
                  <a:lnTo>
                    <a:pt x="3892" y="11368"/>
                  </a:lnTo>
                  <a:lnTo>
                    <a:pt x="4177" y="11208"/>
                  </a:lnTo>
                  <a:lnTo>
                    <a:pt x="4759" y="11253"/>
                  </a:lnTo>
                  <a:lnTo>
                    <a:pt x="4873" y="11436"/>
                  </a:lnTo>
                  <a:lnTo>
                    <a:pt x="5661" y="11436"/>
                  </a:lnTo>
                  <a:lnTo>
                    <a:pt x="5683" y="11253"/>
                  </a:lnTo>
                  <a:lnTo>
                    <a:pt x="6106" y="11082"/>
                  </a:lnTo>
                  <a:lnTo>
                    <a:pt x="6174" y="10808"/>
                  </a:lnTo>
                  <a:lnTo>
                    <a:pt x="6471" y="10626"/>
                  </a:lnTo>
                  <a:lnTo>
                    <a:pt x="7156" y="11151"/>
                  </a:lnTo>
                  <a:lnTo>
                    <a:pt x="7555" y="11048"/>
                  </a:lnTo>
                  <a:lnTo>
                    <a:pt x="7943" y="10409"/>
                  </a:lnTo>
                  <a:lnTo>
                    <a:pt x="8365" y="9907"/>
                  </a:lnTo>
                  <a:lnTo>
                    <a:pt x="8285" y="9348"/>
                  </a:lnTo>
                  <a:lnTo>
                    <a:pt x="8080" y="9096"/>
                  </a:lnTo>
                  <a:lnTo>
                    <a:pt x="8571" y="9051"/>
                  </a:lnTo>
                  <a:lnTo>
                    <a:pt x="8616" y="8834"/>
                  </a:lnTo>
                  <a:lnTo>
                    <a:pt x="8982" y="8914"/>
                  </a:lnTo>
                  <a:lnTo>
                    <a:pt x="8913" y="9576"/>
                  </a:lnTo>
                  <a:lnTo>
                    <a:pt x="9027" y="10238"/>
                  </a:lnTo>
                  <a:lnTo>
                    <a:pt x="9438" y="10591"/>
                  </a:lnTo>
                  <a:lnTo>
                    <a:pt x="9541" y="10911"/>
                  </a:lnTo>
                  <a:lnTo>
                    <a:pt x="9541" y="11345"/>
                  </a:lnTo>
                  <a:lnTo>
                    <a:pt x="9655" y="11368"/>
                  </a:lnTo>
                  <a:lnTo>
                    <a:pt x="9655" y="11265"/>
                  </a:lnTo>
                  <a:lnTo>
                    <a:pt x="9849" y="10306"/>
                  </a:lnTo>
                  <a:lnTo>
                    <a:pt x="10226" y="10055"/>
                  </a:lnTo>
                  <a:lnTo>
                    <a:pt x="10294" y="9679"/>
                  </a:lnTo>
                  <a:lnTo>
                    <a:pt x="10625" y="8994"/>
                  </a:lnTo>
                  <a:lnTo>
                    <a:pt x="11081" y="8537"/>
                  </a:lnTo>
                  <a:lnTo>
                    <a:pt x="11378" y="7659"/>
                  </a:lnTo>
                  <a:lnTo>
                    <a:pt x="11481" y="6871"/>
                  </a:lnTo>
                  <a:lnTo>
                    <a:pt x="11378" y="6517"/>
                  </a:lnTo>
                  <a:close/>
                </a:path>
              </a:pathLst>
            </a:custGeom>
            <a:solidFill>
              <a:schemeClr val="accent2"/>
            </a:solidFill>
            <a:ln w="9525" cap="flat" cmpd="sng">
              <a:solidFill>
                <a:schemeClr val="accent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162525" tIns="162525" rIns="162525" bIns="1625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3200"/>
                <a:buFont typeface="Calibri"/>
                <a:buNone/>
              </a:pPr>
              <a:endParaRPr sz="3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047" name="Google Shape;1047;p38"/>
            <p:cNvSpPr/>
            <p:nvPr/>
          </p:nvSpPr>
          <p:spPr>
            <a:xfrm>
              <a:off x="4198425" y="2834225"/>
              <a:ext cx="229425" cy="198300"/>
            </a:xfrm>
            <a:custGeom>
              <a:avLst/>
              <a:gdLst/>
              <a:ahLst/>
              <a:cxnLst/>
              <a:rect l="l" t="t" r="r" b="b"/>
              <a:pathLst>
                <a:path w="9177" h="7932" extrusionOk="0">
                  <a:moveTo>
                    <a:pt x="7921" y="2066"/>
                  </a:moveTo>
                  <a:lnTo>
                    <a:pt x="7818" y="1746"/>
                  </a:lnTo>
                  <a:lnTo>
                    <a:pt x="7407" y="1393"/>
                  </a:lnTo>
                  <a:lnTo>
                    <a:pt x="7293" y="742"/>
                  </a:lnTo>
                  <a:lnTo>
                    <a:pt x="7362" y="69"/>
                  </a:lnTo>
                  <a:lnTo>
                    <a:pt x="6996" y="0"/>
                  </a:lnTo>
                  <a:lnTo>
                    <a:pt x="6951" y="206"/>
                  </a:lnTo>
                  <a:lnTo>
                    <a:pt x="6471" y="251"/>
                  </a:lnTo>
                  <a:lnTo>
                    <a:pt x="6665" y="514"/>
                  </a:lnTo>
                  <a:lnTo>
                    <a:pt x="6757" y="1062"/>
                  </a:lnTo>
                  <a:lnTo>
                    <a:pt x="6323" y="1564"/>
                  </a:lnTo>
                  <a:lnTo>
                    <a:pt x="5935" y="2203"/>
                  </a:lnTo>
                  <a:lnTo>
                    <a:pt x="5536" y="2306"/>
                  </a:lnTo>
                  <a:lnTo>
                    <a:pt x="4851" y="1781"/>
                  </a:lnTo>
                  <a:lnTo>
                    <a:pt x="4554" y="1963"/>
                  </a:lnTo>
                  <a:lnTo>
                    <a:pt x="4486" y="2237"/>
                  </a:lnTo>
                  <a:lnTo>
                    <a:pt x="4075" y="2408"/>
                  </a:lnTo>
                  <a:lnTo>
                    <a:pt x="4041" y="2591"/>
                  </a:lnTo>
                  <a:lnTo>
                    <a:pt x="3253" y="2591"/>
                  </a:lnTo>
                  <a:lnTo>
                    <a:pt x="3139" y="2408"/>
                  </a:lnTo>
                  <a:lnTo>
                    <a:pt x="2557" y="2363"/>
                  </a:lnTo>
                  <a:lnTo>
                    <a:pt x="2272" y="2523"/>
                  </a:lnTo>
                  <a:lnTo>
                    <a:pt x="2055" y="2454"/>
                  </a:lnTo>
                  <a:lnTo>
                    <a:pt x="1633" y="1918"/>
                  </a:lnTo>
                  <a:lnTo>
                    <a:pt x="1484" y="1667"/>
                  </a:lnTo>
                  <a:lnTo>
                    <a:pt x="914" y="1792"/>
                  </a:lnTo>
                  <a:lnTo>
                    <a:pt x="708" y="2203"/>
                  </a:lnTo>
                  <a:lnTo>
                    <a:pt x="514" y="3025"/>
                  </a:lnTo>
                  <a:lnTo>
                    <a:pt x="252" y="3196"/>
                  </a:lnTo>
                  <a:lnTo>
                    <a:pt x="1" y="3287"/>
                  </a:lnTo>
                  <a:lnTo>
                    <a:pt x="548" y="3652"/>
                  </a:lnTo>
                  <a:lnTo>
                    <a:pt x="982" y="4017"/>
                  </a:lnTo>
                  <a:lnTo>
                    <a:pt x="1005" y="4303"/>
                  </a:lnTo>
                  <a:lnTo>
                    <a:pt x="1541" y="4794"/>
                  </a:lnTo>
                  <a:lnTo>
                    <a:pt x="1884" y="5170"/>
                  </a:lnTo>
                  <a:lnTo>
                    <a:pt x="2101" y="5718"/>
                  </a:lnTo>
                  <a:lnTo>
                    <a:pt x="2694" y="6072"/>
                  </a:lnTo>
                  <a:lnTo>
                    <a:pt x="2831" y="6368"/>
                  </a:lnTo>
                  <a:lnTo>
                    <a:pt x="3333" y="7110"/>
                  </a:lnTo>
                  <a:lnTo>
                    <a:pt x="3687" y="7224"/>
                  </a:lnTo>
                  <a:lnTo>
                    <a:pt x="3904" y="7076"/>
                  </a:lnTo>
                  <a:lnTo>
                    <a:pt x="4269" y="7133"/>
                  </a:lnTo>
                  <a:lnTo>
                    <a:pt x="4714" y="6939"/>
                  </a:lnTo>
                  <a:lnTo>
                    <a:pt x="4908" y="7327"/>
                  </a:lnTo>
                  <a:lnTo>
                    <a:pt x="5627" y="7932"/>
                  </a:lnTo>
                  <a:lnTo>
                    <a:pt x="5627" y="7932"/>
                  </a:lnTo>
                  <a:lnTo>
                    <a:pt x="5946" y="7681"/>
                  </a:lnTo>
                  <a:lnTo>
                    <a:pt x="6449" y="7886"/>
                  </a:lnTo>
                  <a:lnTo>
                    <a:pt x="7088" y="7669"/>
                  </a:lnTo>
                  <a:lnTo>
                    <a:pt x="7658" y="7681"/>
                  </a:lnTo>
                  <a:lnTo>
                    <a:pt x="8149" y="7259"/>
                  </a:lnTo>
                  <a:lnTo>
                    <a:pt x="8640" y="6711"/>
                  </a:lnTo>
                  <a:lnTo>
                    <a:pt x="9176" y="6117"/>
                  </a:lnTo>
                  <a:lnTo>
                    <a:pt x="8674" y="5136"/>
                  </a:lnTo>
                  <a:lnTo>
                    <a:pt x="8309" y="4919"/>
                  </a:lnTo>
                  <a:lnTo>
                    <a:pt x="8160" y="4565"/>
                  </a:lnTo>
                  <a:lnTo>
                    <a:pt x="7750" y="4120"/>
                  </a:lnTo>
                  <a:lnTo>
                    <a:pt x="7259" y="4052"/>
                  </a:lnTo>
                  <a:lnTo>
                    <a:pt x="7521" y="3538"/>
                  </a:lnTo>
                  <a:lnTo>
                    <a:pt x="7944" y="3515"/>
                  </a:lnTo>
                  <a:lnTo>
                    <a:pt x="8058" y="3230"/>
                  </a:lnTo>
                  <a:lnTo>
                    <a:pt x="8035" y="2523"/>
                  </a:lnTo>
                  <a:lnTo>
                    <a:pt x="7921" y="2511"/>
                  </a:lnTo>
                  <a:close/>
                </a:path>
              </a:pathLst>
            </a:custGeom>
            <a:solidFill>
              <a:schemeClr val="accent2"/>
            </a:solidFill>
            <a:ln w="9525" cap="flat" cmpd="sng">
              <a:solidFill>
                <a:schemeClr val="accent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162525" tIns="162525" rIns="162525" bIns="1625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3200"/>
                <a:buFont typeface="Calibri"/>
                <a:buNone/>
              </a:pPr>
              <a:endParaRPr sz="3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048" name="Google Shape;1048;p38"/>
            <p:cNvSpPr/>
            <p:nvPr/>
          </p:nvSpPr>
          <p:spPr>
            <a:xfrm>
              <a:off x="3371325" y="2735800"/>
              <a:ext cx="121850" cy="96450"/>
            </a:xfrm>
            <a:custGeom>
              <a:avLst/>
              <a:gdLst/>
              <a:ahLst/>
              <a:cxnLst/>
              <a:rect l="l" t="t" r="r" b="b"/>
              <a:pathLst>
                <a:path w="4874" h="3858" extrusionOk="0">
                  <a:moveTo>
                    <a:pt x="4326" y="1792"/>
                  </a:moveTo>
                  <a:lnTo>
                    <a:pt x="3812" y="1164"/>
                  </a:lnTo>
                  <a:lnTo>
                    <a:pt x="3356" y="491"/>
                  </a:lnTo>
                  <a:lnTo>
                    <a:pt x="2831" y="251"/>
                  </a:lnTo>
                  <a:lnTo>
                    <a:pt x="2454" y="0"/>
                  </a:lnTo>
                  <a:lnTo>
                    <a:pt x="2021" y="0"/>
                  </a:lnTo>
                  <a:lnTo>
                    <a:pt x="1621" y="194"/>
                  </a:lnTo>
                  <a:lnTo>
                    <a:pt x="1233" y="126"/>
                  </a:lnTo>
                  <a:lnTo>
                    <a:pt x="948" y="411"/>
                  </a:lnTo>
                  <a:lnTo>
                    <a:pt x="765" y="879"/>
                  </a:lnTo>
                  <a:lnTo>
                    <a:pt x="366" y="1507"/>
                  </a:lnTo>
                  <a:lnTo>
                    <a:pt x="1" y="1678"/>
                  </a:lnTo>
                  <a:lnTo>
                    <a:pt x="389" y="2009"/>
                  </a:lnTo>
                  <a:lnTo>
                    <a:pt x="708" y="2716"/>
                  </a:lnTo>
                  <a:lnTo>
                    <a:pt x="1576" y="2693"/>
                  </a:lnTo>
                  <a:lnTo>
                    <a:pt x="1758" y="2477"/>
                  </a:lnTo>
                  <a:lnTo>
                    <a:pt x="2021" y="2465"/>
                  </a:lnTo>
                  <a:lnTo>
                    <a:pt x="2317" y="2682"/>
                  </a:lnTo>
                  <a:lnTo>
                    <a:pt x="2568" y="2693"/>
                  </a:lnTo>
                  <a:lnTo>
                    <a:pt x="2831" y="2534"/>
                  </a:lnTo>
                  <a:lnTo>
                    <a:pt x="2991" y="2796"/>
                  </a:lnTo>
                  <a:lnTo>
                    <a:pt x="2648" y="3002"/>
                  </a:lnTo>
                  <a:lnTo>
                    <a:pt x="2306" y="2990"/>
                  </a:lnTo>
                  <a:lnTo>
                    <a:pt x="1964" y="2796"/>
                  </a:lnTo>
                  <a:lnTo>
                    <a:pt x="1667" y="3002"/>
                  </a:lnTo>
                  <a:lnTo>
                    <a:pt x="1519" y="3002"/>
                  </a:lnTo>
                  <a:lnTo>
                    <a:pt x="1325" y="3139"/>
                  </a:lnTo>
                  <a:lnTo>
                    <a:pt x="606" y="3116"/>
                  </a:lnTo>
                  <a:lnTo>
                    <a:pt x="720" y="3812"/>
                  </a:lnTo>
                  <a:lnTo>
                    <a:pt x="1142" y="3664"/>
                  </a:lnTo>
                  <a:lnTo>
                    <a:pt x="1404" y="3686"/>
                  </a:lnTo>
                  <a:lnTo>
                    <a:pt x="1621" y="3584"/>
                  </a:lnTo>
                  <a:lnTo>
                    <a:pt x="3082" y="3629"/>
                  </a:lnTo>
                  <a:lnTo>
                    <a:pt x="3470" y="3641"/>
                  </a:lnTo>
                  <a:lnTo>
                    <a:pt x="4041" y="3858"/>
                  </a:lnTo>
                  <a:lnTo>
                    <a:pt x="4223" y="3846"/>
                  </a:lnTo>
                  <a:lnTo>
                    <a:pt x="4280" y="3743"/>
                  </a:lnTo>
                  <a:lnTo>
                    <a:pt x="4714" y="3812"/>
                  </a:lnTo>
                  <a:lnTo>
                    <a:pt x="4828" y="3755"/>
                  </a:lnTo>
                  <a:lnTo>
                    <a:pt x="4874" y="3470"/>
                  </a:lnTo>
                  <a:lnTo>
                    <a:pt x="4817" y="3139"/>
                  </a:lnTo>
                  <a:lnTo>
                    <a:pt x="4509" y="2876"/>
                  </a:lnTo>
                  <a:lnTo>
                    <a:pt x="4360" y="2351"/>
                  </a:lnTo>
                  <a:close/>
                </a:path>
              </a:pathLst>
            </a:custGeom>
            <a:solidFill>
              <a:schemeClr val="accent2"/>
            </a:solidFill>
            <a:ln w="9525" cap="flat" cmpd="sng">
              <a:solidFill>
                <a:schemeClr val="accent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162525" tIns="162525" rIns="162525" bIns="1625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3200"/>
                <a:buFont typeface="Calibri"/>
                <a:buNone/>
              </a:pPr>
              <a:endParaRPr sz="3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049" name="Google Shape;1049;p38"/>
            <p:cNvSpPr/>
            <p:nvPr/>
          </p:nvSpPr>
          <p:spPr>
            <a:xfrm>
              <a:off x="3456650" y="2884150"/>
              <a:ext cx="60500" cy="74200"/>
            </a:xfrm>
            <a:custGeom>
              <a:avLst/>
              <a:gdLst/>
              <a:ahLst/>
              <a:cxnLst/>
              <a:rect l="l" t="t" r="r" b="b"/>
              <a:pathLst>
                <a:path w="2420" h="2968" extrusionOk="0">
                  <a:moveTo>
                    <a:pt x="2419" y="1496"/>
                  </a:moveTo>
                  <a:lnTo>
                    <a:pt x="2203" y="1541"/>
                  </a:lnTo>
                  <a:lnTo>
                    <a:pt x="2203" y="1210"/>
                  </a:lnTo>
                  <a:lnTo>
                    <a:pt x="2077" y="971"/>
                  </a:lnTo>
                  <a:lnTo>
                    <a:pt x="2100" y="708"/>
                  </a:lnTo>
                  <a:lnTo>
                    <a:pt x="1929" y="320"/>
                  </a:lnTo>
                  <a:lnTo>
                    <a:pt x="1712" y="1"/>
                  </a:lnTo>
                  <a:lnTo>
                    <a:pt x="1073" y="1"/>
                  </a:lnTo>
                  <a:lnTo>
                    <a:pt x="890" y="172"/>
                  </a:lnTo>
                  <a:lnTo>
                    <a:pt x="673" y="195"/>
                  </a:lnTo>
                  <a:lnTo>
                    <a:pt x="536" y="400"/>
                  </a:lnTo>
                  <a:lnTo>
                    <a:pt x="434" y="640"/>
                  </a:lnTo>
                  <a:lnTo>
                    <a:pt x="0" y="1039"/>
                  </a:lnTo>
                  <a:lnTo>
                    <a:pt x="103" y="1712"/>
                  </a:lnTo>
                  <a:lnTo>
                    <a:pt x="228" y="2032"/>
                  </a:lnTo>
                  <a:lnTo>
                    <a:pt x="650" y="2534"/>
                  </a:lnTo>
                  <a:lnTo>
                    <a:pt x="1233" y="2888"/>
                  </a:lnTo>
                  <a:lnTo>
                    <a:pt x="1449" y="2968"/>
                  </a:lnTo>
                  <a:lnTo>
                    <a:pt x="1632" y="2682"/>
                  </a:lnTo>
                  <a:lnTo>
                    <a:pt x="1678" y="2409"/>
                  </a:lnTo>
                  <a:lnTo>
                    <a:pt x="2043" y="1918"/>
                  </a:lnTo>
                  <a:close/>
                </a:path>
              </a:pathLst>
            </a:custGeom>
            <a:solidFill>
              <a:schemeClr val="accent2"/>
            </a:solidFill>
            <a:ln w="9525" cap="flat" cmpd="sng">
              <a:solidFill>
                <a:schemeClr val="accent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162525" tIns="162525" rIns="162525" bIns="1625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3200"/>
                <a:buFont typeface="Calibri"/>
                <a:buNone/>
              </a:pPr>
              <a:endParaRPr sz="3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050" name="Google Shape;1050;p38"/>
            <p:cNvSpPr/>
            <p:nvPr/>
          </p:nvSpPr>
          <p:spPr>
            <a:xfrm>
              <a:off x="1930550" y="2784875"/>
              <a:ext cx="47375" cy="28825"/>
            </a:xfrm>
            <a:custGeom>
              <a:avLst/>
              <a:gdLst/>
              <a:ahLst/>
              <a:cxnLst/>
              <a:rect l="l" t="t" r="r" b="b"/>
              <a:pathLst>
                <a:path w="1895" h="1153" extrusionOk="0">
                  <a:moveTo>
                    <a:pt x="1803" y="947"/>
                  </a:moveTo>
                  <a:lnTo>
                    <a:pt x="1895" y="582"/>
                  </a:lnTo>
                  <a:lnTo>
                    <a:pt x="1792" y="491"/>
                  </a:lnTo>
                  <a:lnTo>
                    <a:pt x="1632" y="411"/>
                  </a:lnTo>
                  <a:lnTo>
                    <a:pt x="1278" y="525"/>
                  </a:lnTo>
                  <a:lnTo>
                    <a:pt x="1267" y="400"/>
                  </a:lnTo>
                  <a:lnTo>
                    <a:pt x="1027" y="263"/>
                  </a:lnTo>
                  <a:lnTo>
                    <a:pt x="879" y="69"/>
                  </a:lnTo>
                  <a:lnTo>
                    <a:pt x="662" y="0"/>
                  </a:lnTo>
                  <a:lnTo>
                    <a:pt x="457" y="57"/>
                  </a:lnTo>
                  <a:lnTo>
                    <a:pt x="491" y="160"/>
                  </a:lnTo>
                  <a:lnTo>
                    <a:pt x="331" y="263"/>
                  </a:lnTo>
                  <a:lnTo>
                    <a:pt x="34" y="491"/>
                  </a:lnTo>
                  <a:lnTo>
                    <a:pt x="0" y="628"/>
                  </a:lnTo>
                  <a:lnTo>
                    <a:pt x="206" y="810"/>
                  </a:lnTo>
                  <a:lnTo>
                    <a:pt x="651" y="867"/>
                  </a:lnTo>
                  <a:lnTo>
                    <a:pt x="959" y="1061"/>
                  </a:lnTo>
                  <a:lnTo>
                    <a:pt x="1233" y="1141"/>
                  </a:lnTo>
                  <a:lnTo>
                    <a:pt x="1701" y="1153"/>
                  </a:lnTo>
                  <a:close/>
                </a:path>
              </a:pathLst>
            </a:custGeom>
            <a:solidFill>
              <a:schemeClr val="accent2"/>
            </a:solidFill>
            <a:ln w="9525" cap="flat" cmpd="sng">
              <a:solidFill>
                <a:schemeClr val="accent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162525" tIns="162525" rIns="162525" bIns="1625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3200"/>
                <a:buFont typeface="Calibri"/>
                <a:buNone/>
              </a:pPr>
              <a:endParaRPr sz="3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051" name="Google Shape;1051;p38"/>
            <p:cNvSpPr/>
            <p:nvPr/>
          </p:nvSpPr>
          <p:spPr>
            <a:xfrm>
              <a:off x="4057500" y="2067050"/>
              <a:ext cx="81050" cy="86175"/>
            </a:xfrm>
            <a:custGeom>
              <a:avLst/>
              <a:gdLst/>
              <a:ahLst/>
              <a:cxnLst/>
              <a:rect l="l" t="t" r="r" b="b"/>
              <a:pathLst>
                <a:path w="3242" h="3447" extrusionOk="0">
                  <a:moveTo>
                    <a:pt x="1974" y="867"/>
                  </a:moveTo>
                  <a:lnTo>
                    <a:pt x="1518" y="651"/>
                  </a:lnTo>
                  <a:lnTo>
                    <a:pt x="1404" y="388"/>
                  </a:lnTo>
                  <a:lnTo>
                    <a:pt x="993" y="23"/>
                  </a:lnTo>
                  <a:lnTo>
                    <a:pt x="536" y="0"/>
                  </a:lnTo>
                  <a:lnTo>
                    <a:pt x="0" y="228"/>
                  </a:lnTo>
                  <a:lnTo>
                    <a:pt x="0" y="228"/>
                  </a:lnTo>
                  <a:lnTo>
                    <a:pt x="217" y="571"/>
                  </a:lnTo>
                  <a:lnTo>
                    <a:pt x="457" y="822"/>
                  </a:lnTo>
                  <a:lnTo>
                    <a:pt x="217" y="1153"/>
                  </a:lnTo>
                  <a:lnTo>
                    <a:pt x="217" y="1153"/>
                  </a:lnTo>
                  <a:lnTo>
                    <a:pt x="479" y="1153"/>
                  </a:lnTo>
                  <a:lnTo>
                    <a:pt x="331" y="1541"/>
                  </a:lnTo>
                  <a:lnTo>
                    <a:pt x="719" y="1872"/>
                  </a:lnTo>
                  <a:lnTo>
                    <a:pt x="651" y="2283"/>
                  </a:lnTo>
                  <a:lnTo>
                    <a:pt x="479" y="2328"/>
                  </a:lnTo>
                  <a:lnTo>
                    <a:pt x="685" y="2477"/>
                  </a:lnTo>
                  <a:lnTo>
                    <a:pt x="799" y="2591"/>
                  </a:lnTo>
                  <a:lnTo>
                    <a:pt x="1061" y="2693"/>
                  </a:lnTo>
                  <a:lnTo>
                    <a:pt x="1347" y="2865"/>
                  </a:lnTo>
                  <a:lnTo>
                    <a:pt x="1290" y="2956"/>
                  </a:lnTo>
                  <a:lnTo>
                    <a:pt x="1461" y="2876"/>
                  </a:lnTo>
                  <a:lnTo>
                    <a:pt x="1529" y="2591"/>
                  </a:lnTo>
                  <a:lnTo>
                    <a:pt x="1655" y="2534"/>
                  </a:lnTo>
                  <a:lnTo>
                    <a:pt x="1769" y="2671"/>
                  </a:lnTo>
                  <a:lnTo>
                    <a:pt x="1917" y="2728"/>
                  </a:lnTo>
                  <a:lnTo>
                    <a:pt x="2031" y="2865"/>
                  </a:lnTo>
                  <a:lnTo>
                    <a:pt x="2146" y="2910"/>
                  </a:lnTo>
                  <a:lnTo>
                    <a:pt x="2305" y="3070"/>
                  </a:lnTo>
                  <a:lnTo>
                    <a:pt x="2419" y="3070"/>
                  </a:lnTo>
                  <a:lnTo>
                    <a:pt x="2340" y="3275"/>
                  </a:lnTo>
                  <a:lnTo>
                    <a:pt x="2271" y="3378"/>
                  </a:lnTo>
                  <a:lnTo>
                    <a:pt x="2305" y="3447"/>
                  </a:lnTo>
                  <a:lnTo>
                    <a:pt x="2545" y="3389"/>
                  </a:lnTo>
                  <a:lnTo>
                    <a:pt x="2887" y="3378"/>
                  </a:lnTo>
                  <a:lnTo>
                    <a:pt x="2990" y="3253"/>
                  </a:lnTo>
                  <a:lnTo>
                    <a:pt x="2899" y="3150"/>
                  </a:lnTo>
                  <a:lnTo>
                    <a:pt x="3001" y="2865"/>
                  </a:lnTo>
                  <a:lnTo>
                    <a:pt x="3241" y="2591"/>
                  </a:lnTo>
                  <a:lnTo>
                    <a:pt x="2842" y="2225"/>
                  </a:lnTo>
                  <a:lnTo>
                    <a:pt x="2739" y="1894"/>
                  </a:lnTo>
                  <a:lnTo>
                    <a:pt x="2899" y="1700"/>
                  </a:lnTo>
                  <a:lnTo>
                    <a:pt x="2762" y="1552"/>
                  </a:lnTo>
                  <a:lnTo>
                    <a:pt x="2910" y="1392"/>
                  </a:lnTo>
                  <a:lnTo>
                    <a:pt x="2716" y="1301"/>
                  </a:lnTo>
                  <a:lnTo>
                    <a:pt x="2511" y="1484"/>
                  </a:lnTo>
                  <a:lnTo>
                    <a:pt x="2077" y="1221"/>
                  </a:lnTo>
                  <a:close/>
                </a:path>
              </a:pathLst>
            </a:custGeom>
            <a:solidFill>
              <a:schemeClr val="accent2"/>
            </a:solidFill>
            <a:ln w="9525" cap="flat" cmpd="sng">
              <a:solidFill>
                <a:schemeClr val="accent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162525" tIns="162525" rIns="162525" bIns="1625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3200"/>
                <a:buFont typeface="Calibri"/>
                <a:buNone/>
              </a:pPr>
              <a:endParaRPr sz="3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052" name="Google Shape;1052;p38"/>
            <p:cNvSpPr/>
            <p:nvPr/>
          </p:nvSpPr>
          <p:spPr>
            <a:xfrm>
              <a:off x="2559075" y="2975175"/>
              <a:ext cx="82750" cy="95875"/>
            </a:xfrm>
            <a:custGeom>
              <a:avLst/>
              <a:gdLst/>
              <a:ahLst/>
              <a:cxnLst/>
              <a:rect l="l" t="t" r="r" b="b"/>
              <a:pathLst>
                <a:path w="3310" h="3835" extrusionOk="0">
                  <a:moveTo>
                    <a:pt x="2454" y="0"/>
                  </a:moveTo>
                  <a:lnTo>
                    <a:pt x="1803" y="80"/>
                  </a:lnTo>
                  <a:lnTo>
                    <a:pt x="1712" y="240"/>
                  </a:lnTo>
                  <a:lnTo>
                    <a:pt x="753" y="57"/>
                  </a:lnTo>
                  <a:lnTo>
                    <a:pt x="616" y="879"/>
                  </a:lnTo>
                  <a:lnTo>
                    <a:pt x="114" y="1107"/>
                  </a:lnTo>
                  <a:lnTo>
                    <a:pt x="160" y="1324"/>
                  </a:lnTo>
                  <a:lnTo>
                    <a:pt x="0" y="1792"/>
                  </a:lnTo>
                  <a:lnTo>
                    <a:pt x="343" y="2442"/>
                  </a:lnTo>
                  <a:lnTo>
                    <a:pt x="594" y="2465"/>
                  </a:lnTo>
                  <a:lnTo>
                    <a:pt x="696" y="2956"/>
                  </a:lnTo>
                  <a:lnTo>
                    <a:pt x="1164" y="3755"/>
                  </a:lnTo>
                  <a:lnTo>
                    <a:pt x="1609" y="3835"/>
                  </a:lnTo>
                  <a:lnTo>
                    <a:pt x="1678" y="3641"/>
                  </a:lnTo>
                  <a:lnTo>
                    <a:pt x="1552" y="3458"/>
                  </a:lnTo>
                  <a:lnTo>
                    <a:pt x="1621" y="3207"/>
                  </a:lnTo>
                  <a:lnTo>
                    <a:pt x="1952" y="3287"/>
                  </a:lnTo>
                  <a:lnTo>
                    <a:pt x="2340" y="3184"/>
                  </a:lnTo>
                  <a:lnTo>
                    <a:pt x="2796" y="3389"/>
                  </a:lnTo>
                  <a:lnTo>
                    <a:pt x="2990" y="3001"/>
                  </a:lnTo>
                  <a:lnTo>
                    <a:pt x="3082" y="2591"/>
                  </a:lnTo>
                  <a:lnTo>
                    <a:pt x="3218" y="2191"/>
                  </a:lnTo>
                  <a:lnTo>
                    <a:pt x="2922" y="1666"/>
                  </a:lnTo>
                  <a:lnTo>
                    <a:pt x="2865" y="1039"/>
                  </a:lnTo>
                  <a:lnTo>
                    <a:pt x="3310" y="251"/>
                  </a:lnTo>
                  <a:close/>
                </a:path>
              </a:pathLst>
            </a:custGeom>
            <a:solidFill>
              <a:schemeClr val="accent2"/>
            </a:solidFill>
            <a:ln w="9525" cap="flat" cmpd="sng">
              <a:solidFill>
                <a:schemeClr val="accent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162525" tIns="162525" rIns="162525" bIns="1625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3200"/>
                <a:buFont typeface="Calibri"/>
                <a:buNone/>
              </a:pPr>
              <a:endParaRPr sz="3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053" name="Google Shape;1053;p38"/>
            <p:cNvSpPr/>
            <p:nvPr/>
          </p:nvSpPr>
          <p:spPr>
            <a:xfrm>
              <a:off x="4018125" y="1991425"/>
              <a:ext cx="98150" cy="40250"/>
            </a:xfrm>
            <a:custGeom>
              <a:avLst/>
              <a:gdLst/>
              <a:ahLst/>
              <a:cxnLst/>
              <a:rect l="l" t="t" r="r" b="b"/>
              <a:pathLst>
                <a:path w="3926" h="1610" extrusionOk="0">
                  <a:moveTo>
                    <a:pt x="3926" y="423"/>
                  </a:moveTo>
                  <a:lnTo>
                    <a:pt x="3218" y="92"/>
                  </a:lnTo>
                  <a:lnTo>
                    <a:pt x="2739" y="206"/>
                  </a:lnTo>
                  <a:lnTo>
                    <a:pt x="2397" y="126"/>
                  </a:lnTo>
                  <a:lnTo>
                    <a:pt x="1997" y="309"/>
                  </a:lnTo>
                  <a:lnTo>
                    <a:pt x="1609" y="1"/>
                  </a:lnTo>
                  <a:lnTo>
                    <a:pt x="1335" y="126"/>
                  </a:lnTo>
                  <a:lnTo>
                    <a:pt x="1290" y="69"/>
                  </a:lnTo>
                  <a:lnTo>
                    <a:pt x="1084" y="69"/>
                  </a:lnTo>
                  <a:lnTo>
                    <a:pt x="993" y="229"/>
                  </a:lnTo>
                  <a:lnTo>
                    <a:pt x="845" y="275"/>
                  </a:lnTo>
                  <a:lnTo>
                    <a:pt x="810" y="469"/>
                  </a:lnTo>
                  <a:lnTo>
                    <a:pt x="685" y="514"/>
                  </a:lnTo>
                  <a:lnTo>
                    <a:pt x="662" y="594"/>
                  </a:lnTo>
                  <a:lnTo>
                    <a:pt x="445" y="686"/>
                  </a:lnTo>
                  <a:lnTo>
                    <a:pt x="126" y="674"/>
                  </a:lnTo>
                  <a:lnTo>
                    <a:pt x="46" y="868"/>
                  </a:lnTo>
                  <a:lnTo>
                    <a:pt x="0" y="982"/>
                  </a:lnTo>
                  <a:lnTo>
                    <a:pt x="103" y="1279"/>
                  </a:lnTo>
                  <a:lnTo>
                    <a:pt x="468" y="1507"/>
                  </a:lnTo>
                  <a:lnTo>
                    <a:pt x="742" y="1610"/>
                  </a:lnTo>
                  <a:lnTo>
                    <a:pt x="1324" y="1496"/>
                  </a:lnTo>
                  <a:lnTo>
                    <a:pt x="1370" y="1325"/>
                  </a:lnTo>
                  <a:lnTo>
                    <a:pt x="1644" y="1302"/>
                  </a:lnTo>
                  <a:lnTo>
                    <a:pt x="1963" y="1153"/>
                  </a:lnTo>
                  <a:lnTo>
                    <a:pt x="2054" y="1211"/>
                  </a:lnTo>
                  <a:lnTo>
                    <a:pt x="2363" y="1108"/>
                  </a:lnTo>
                  <a:lnTo>
                    <a:pt x="2511" y="902"/>
                  </a:lnTo>
                  <a:lnTo>
                    <a:pt x="2739" y="845"/>
                  </a:lnTo>
                  <a:lnTo>
                    <a:pt x="3515" y="1108"/>
                  </a:lnTo>
                  <a:lnTo>
                    <a:pt x="3664" y="1028"/>
                  </a:lnTo>
                  <a:lnTo>
                    <a:pt x="3766" y="674"/>
                  </a:lnTo>
                  <a:close/>
                </a:path>
              </a:pathLst>
            </a:custGeom>
            <a:solidFill>
              <a:schemeClr val="accent2"/>
            </a:solidFill>
            <a:ln w="9525" cap="flat" cmpd="sng">
              <a:solidFill>
                <a:schemeClr val="accent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162525" tIns="162525" rIns="162525" bIns="1625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3200"/>
                <a:buFont typeface="Calibri"/>
                <a:buNone/>
              </a:pPr>
              <a:endParaRPr sz="3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054" name="Google Shape;1054;p38"/>
            <p:cNvSpPr/>
            <p:nvPr/>
          </p:nvSpPr>
          <p:spPr>
            <a:xfrm>
              <a:off x="3965900" y="2051625"/>
              <a:ext cx="50525" cy="31125"/>
            </a:xfrm>
            <a:custGeom>
              <a:avLst/>
              <a:gdLst/>
              <a:ahLst/>
              <a:cxnLst/>
              <a:rect l="l" t="t" r="r" b="b"/>
              <a:pathLst>
                <a:path w="2021" h="1245" extrusionOk="0">
                  <a:moveTo>
                    <a:pt x="2021" y="320"/>
                  </a:moveTo>
                  <a:lnTo>
                    <a:pt x="1850" y="12"/>
                  </a:lnTo>
                  <a:lnTo>
                    <a:pt x="1735" y="1"/>
                  </a:lnTo>
                  <a:lnTo>
                    <a:pt x="1598" y="161"/>
                  </a:lnTo>
                  <a:lnTo>
                    <a:pt x="994" y="172"/>
                  </a:lnTo>
                  <a:lnTo>
                    <a:pt x="651" y="366"/>
                  </a:lnTo>
                  <a:lnTo>
                    <a:pt x="46" y="320"/>
                  </a:lnTo>
                  <a:lnTo>
                    <a:pt x="1" y="743"/>
                  </a:lnTo>
                  <a:lnTo>
                    <a:pt x="206" y="1131"/>
                  </a:lnTo>
                  <a:lnTo>
                    <a:pt x="46" y="1199"/>
                  </a:lnTo>
                  <a:lnTo>
                    <a:pt x="549" y="1222"/>
                  </a:lnTo>
                  <a:lnTo>
                    <a:pt x="663" y="1085"/>
                  </a:lnTo>
                  <a:lnTo>
                    <a:pt x="914" y="1222"/>
                  </a:lnTo>
                  <a:lnTo>
                    <a:pt x="1199" y="1245"/>
                  </a:lnTo>
                  <a:lnTo>
                    <a:pt x="1176" y="1005"/>
                  </a:lnTo>
                  <a:lnTo>
                    <a:pt x="1416" y="914"/>
                  </a:lnTo>
                  <a:lnTo>
                    <a:pt x="1462" y="560"/>
                  </a:lnTo>
                  <a:close/>
                </a:path>
              </a:pathLst>
            </a:custGeom>
            <a:solidFill>
              <a:schemeClr val="accent2"/>
            </a:solidFill>
            <a:ln w="9525" cap="flat" cmpd="sng">
              <a:solidFill>
                <a:schemeClr val="accent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162525" tIns="162525" rIns="162525" bIns="1625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3200"/>
                <a:buFont typeface="Calibri"/>
                <a:buNone/>
              </a:pPr>
              <a:endParaRPr sz="3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055" name="Google Shape;1055;p38"/>
            <p:cNvSpPr/>
            <p:nvPr/>
          </p:nvSpPr>
          <p:spPr>
            <a:xfrm>
              <a:off x="3899725" y="1585450"/>
              <a:ext cx="181750" cy="280475"/>
            </a:xfrm>
            <a:custGeom>
              <a:avLst/>
              <a:gdLst/>
              <a:ahLst/>
              <a:cxnLst/>
              <a:rect l="l" t="t" r="r" b="b"/>
              <a:pathLst>
                <a:path w="7270" h="11219" extrusionOk="0">
                  <a:moveTo>
                    <a:pt x="7270" y="2431"/>
                  </a:moveTo>
                  <a:lnTo>
                    <a:pt x="7007" y="2112"/>
                  </a:lnTo>
                  <a:lnTo>
                    <a:pt x="6756" y="913"/>
                  </a:lnTo>
                  <a:lnTo>
                    <a:pt x="5729" y="388"/>
                  </a:lnTo>
                  <a:lnTo>
                    <a:pt x="4885" y="0"/>
                  </a:lnTo>
                  <a:lnTo>
                    <a:pt x="4531" y="46"/>
                  </a:lnTo>
                  <a:lnTo>
                    <a:pt x="4531" y="548"/>
                  </a:lnTo>
                  <a:lnTo>
                    <a:pt x="3401" y="423"/>
                  </a:lnTo>
                  <a:lnTo>
                    <a:pt x="3321" y="856"/>
                  </a:lnTo>
                  <a:lnTo>
                    <a:pt x="2750" y="845"/>
                  </a:lnTo>
                  <a:lnTo>
                    <a:pt x="2431" y="1404"/>
                  </a:lnTo>
                  <a:lnTo>
                    <a:pt x="1952" y="2271"/>
                  </a:lnTo>
                  <a:lnTo>
                    <a:pt x="1141" y="3401"/>
                  </a:lnTo>
                  <a:lnTo>
                    <a:pt x="1392" y="3675"/>
                  </a:lnTo>
                  <a:lnTo>
                    <a:pt x="1210" y="3983"/>
                  </a:lnTo>
                  <a:lnTo>
                    <a:pt x="594" y="3972"/>
                  </a:lnTo>
                  <a:lnTo>
                    <a:pt x="263" y="4725"/>
                  </a:lnTo>
                  <a:lnTo>
                    <a:pt x="411" y="5809"/>
                  </a:lnTo>
                  <a:lnTo>
                    <a:pt x="856" y="6220"/>
                  </a:lnTo>
                  <a:lnTo>
                    <a:pt x="719" y="7213"/>
                  </a:lnTo>
                  <a:lnTo>
                    <a:pt x="240" y="7783"/>
                  </a:lnTo>
                  <a:lnTo>
                    <a:pt x="0" y="8251"/>
                  </a:lnTo>
                  <a:lnTo>
                    <a:pt x="594" y="9450"/>
                  </a:lnTo>
                  <a:lnTo>
                    <a:pt x="1221" y="10408"/>
                  </a:lnTo>
                  <a:lnTo>
                    <a:pt x="1507" y="11218"/>
                  </a:lnTo>
                  <a:lnTo>
                    <a:pt x="2260" y="11173"/>
                  </a:lnTo>
                  <a:lnTo>
                    <a:pt x="2579" y="10500"/>
                  </a:lnTo>
                  <a:lnTo>
                    <a:pt x="3390" y="10579"/>
                  </a:lnTo>
                  <a:lnTo>
                    <a:pt x="3675" y="9792"/>
                  </a:lnTo>
                  <a:lnTo>
                    <a:pt x="3766" y="8365"/>
                  </a:lnTo>
                  <a:lnTo>
                    <a:pt x="4417" y="8183"/>
                  </a:lnTo>
                  <a:lnTo>
                    <a:pt x="4885" y="7236"/>
                  </a:lnTo>
                  <a:lnTo>
                    <a:pt x="4200" y="6768"/>
                  </a:lnTo>
                  <a:lnTo>
                    <a:pt x="3686" y="6197"/>
                  </a:lnTo>
                  <a:lnTo>
                    <a:pt x="3994" y="5045"/>
                  </a:lnTo>
                  <a:lnTo>
                    <a:pt x="5090" y="4337"/>
                  </a:lnTo>
                  <a:lnTo>
                    <a:pt x="5957" y="3698"/>
                  </a:lnTo>
                  <a:lnTo>
                    <a:pt x="5786" y="3196"/>
                  </a:lnTo>
                  <a:lnTo>
                    <a:pt x="6277" y="2648"/>
                  </a:lnTo>
                  <a:close/>
                </a:path>
              </a:pathLst>
            </a:custGeom>
            <a:solidFill>
              <a:schemeClr val="accent2"/>
            </a:solidFill>
            <a:ln w="9525" cap="flat" cmpd="sng">
              <a:solidFill>
                <a:schemeClr val="accent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162525" tIns="162525" rIns="162525" bIns="1625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3200"/>
                <a:buFont typeface="Calibri"/>
                <a:buNone/>
              </a:pPr>
              <a:endParaRPr sz="3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056" name="Google Shape;1056;p38"/>
            <p:cNvSpPr/>
            <p:nvPr/>
          </p:nvSpPr>
          <p:spPr>
            <a:xfrm>
              <a:off x="4317400" y="3694425"/>
              <a:ext cx="27125" cy="37100"/>
            </a:xfrm>
            <a:custGeom>
              <a:avLst/>
              <a:gdLst/>
              <a:ahLst/>
              <a:cxnLst/>
              <a:rect l="l" t="t" r="r" b="b"/>
              <a:pathLst>
                <a:path w="1085" h="1484" extrusionOk="0">
                  <a:moveTo>
                    <a:pt x="948" y="171"/>
                  </a:moveTo>
                  <a:lnTo>
                    <a:pt x="571" y="0"/>
                  </a:lnTo>
                  <a:lnTo>
                    <a:pt x="343" y="69"/>
                  </a:lnTo>
                  <a:lnTo>
                    <a:pt x="240" y="320"/>
                  </a:lnTo>
                  <a:lnTo>
                    <a:pt x="12" y="662"/>
                  </a:lnTo>
                  <a:lnTo>
                    <a:pt x="1" y="982"/>
                  </a:lnTo>
                  <a:lnTo>
                    <a:pt x="423" y="1484"/>
                  </a:lnTo>
                  <a:lnTo>
                    <a:pt x="891" y="1381"/>
                  </a:lnTo>
                  <a:lnTo>
                    <a:pt x="1085" y="982"/>
                  </a:lnTo>
                  <a:lnTo>
                    <a:pt x="1039" y="582"/>
                  </a:lnTo>
                  <a:close/>
                </a:path>
              </a:pathLst>
            </a:custGeom>
            <a:solidFill>
              <a:schemeClr val="accent2"/>
            </a:solidFill>
            <a:ln w="9525" cap="flat" cmpd="sng">
              <a:solidFill>
                <a:schemeClr val="accent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162525" tIns="162525" rIns="162525" bIns="1625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3200"/>
                <a:buFont typeface="Calibri"/>
                <a:buNone/>
              </a:pPr>
              <a:endParaRPr sz="3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057" name="Google Shape;1057;p38"/>
            <p:cNvSpPr/>
            <p:nvPr/>
          </p:nvSpPr>
          <p:spPr>
            <a:xfrm>
              <a:off x="4398425" y="2266175"/>
              <a:ext cx="115875" cy="113000"/>
            </a:xfrm>
            <a:custGeom>
              <a:avLst/>
              <a:gdLst/>
              <a:ahLst/>
              <a:cxnLst/>
              <a:rect l="l" t="t" r="r" b="b"/>
              <a:pathLst>
                <a:path w="4635" h="4520" extrusionOk="0">
                  <a:moveTo>
                    <a:pt x="2420" y="3561"/>
                  </a:moveTo>
                  <a:lnTo>
                    <a:pt x="3984" y="2603"/>
                  </a:lnTo>
                  <a:lnTo>
                    <a:pt x="4120" y="1496"/>
                  </a:lnTo>
                  <a:lnTo>
                    <a:pt x="3949" y="822"/>
                  </a:lnTo>
                  <a:lnTo>
                    <a:pt x="4326" y="594"/>
                  </a:lnTo>
                  <a:lnTo>
                    <a:pt x="4634" y="1"/>
                  </a:lnTo>
                  <a:lnTo>
                    <a:pt x="3790" y="161"/>
                  </a:lnTo>
                  <a:lnTo>
                    <a:pt x="3390" y="138"/>
                  </a:lnTo>
                  <a:lnTo>
                    <a:pt x="2568" y="491"/>
                  </a:lnTo>
                  <a:lnTo>
                    <a:pt x="1964" y="491"/>
                  </a:lnTo>
                  <a:lnTo>
                    <a:pt x="1530" y="320"/>
                  </a:lnTo>
                  <a:lnTo>
                    <a:pt x="754" y="583"/>
                  </a:lnTo>
                  <a:lnTo>
                    <a:pt x="480" y="389"/>
                  </a:lnTo>
                  <a:lnTo>
                    <a:pt x="491" y="902"/>
                  </a:lnTo>
                  <a:lnTo>
                    <a:pt x="320" y="1119"/>
                  </a:lnTo>
                  <a:lnTo>
                    <a:pt x="149" y="1325"/>
                  </a:lnTo>
                  <a:lnTo>
                    <a:pt x="1" y="1690"/>
                  </a:lnTo>
                  <a:lnTo>
                    <a:pt x="160" y="2409"/>
                  </a:lnTo>
                  <a:lnTo>
                    <a:pt x="503" y="2443"/>
                  </a:lnTo>
                  <a:lnTo>
                    <a:pt x="674" y="2808"/>
                  </a:lnTo>
                  <a:lnTo>
                    <a:pt x="309" y="3151"/>
                  </a:lnTo>
                  <a:lnTo>
                    <a:pt x="172" y="3641"/>
                  </a:lnTo>
                  <a:lnTo>
                    <a:pt x="217" y="4018"/>
                  </a:lnTo>
                  <a:lnTo>
                    <a:pt x="138" y="4155"/>
                  </a:lnTo>
                  <a:lnTo>
                    <a:pt x="149" y="4155"/>
                  </a:lnTo>
                  <a:lnTo>
                    <a:pt x="1051" y="4520"/>
                  </a:lnTo>
                  <a:close/>
                </a:path>
              </a:pathLst>
            </a:custGeom>
            <a:solidFill>
              <a:schemeClr val="accent2"/>
            </a:solidFill>
            <a:ln w="9525" cap="flat" cmpd="sng">
              <a:solidFill>
                <a:schemeClr val="accent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162525" tIns="162525" rIns="162525" bIns="1625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3200"/>
                <a:buFont typeface="Calibri"/>
                <a:buNone/>
              </a:pPr>
              <a:endParaRPr sz="3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058" name="Google Shape;1058;p38"/>
            <p:cNvSpPr/>
            <p:nvPr/>
          </p:nvSpPr>
          <p:spPr>
            <a:xfrm>
              <a:off x="3990150" y="2580875"/>
              <a:ext cx="204875" cy="362650"/>
            </a:xfrm>
            <a:custGeom>
              <a:avLst/>
              <a:gdLst/>
              <a:ahLst/>
              <a:cxnLst/>
              <a:rect l="l" t="t" r="r" b="b"/>
              <a:pathLst>
                <a:path w="8195" h="14506" extrusionOk="0">
                  <a:moveTo>
                    <a:pt x="8035" y="3481"/>
                  </a:moveTo>
                  <a:lnTo>
                    <a:pt x="4840" y="1746"/>
                  </a:lnTo>
                  <a:lnTo>
                    <a:pt x="1656" y="0"/>
                  </a:lnTo>
                  <a:lnTo>
                    <a:pt x="891" y="503"/>
                  </a:lnTo>
                  <a:lnTo>
                    <a:pt x="1119" y="1918"/>
                  </a:lnTo>
                  <a:lnTo>
                    <a:pt x="1405" y="2146"/>
                  </a:lnTo>
                  <a:lnTo>
                    <a:pt x="1427" y="2443"/>
                  </a:lnTo>
                  <a:lnTo>
                    <a:pt x="1758" y="2751"/>
                  </a:lnTo>
                  <a:lnTo>
                    <a:pt x="1599" y="3139"/>
                  </a:lnTo>
                  <a:lnTo>
                    <a:pt x="1347" y="4976"/>
                  </a:lnTo>
                  <a:lnTo>
                    <a:pt x="1313" y="6163"/>
                  </a:lnTo>
                  <a:lnTo>
                    <a:pt x="332" y="7019"/>
                  </a:lnTo>
                  <a:lnTo>
                    <a:pt x="1" y="8217"/>
                  </a:lnTo>
                  <a:lnTo>
                    <a:pt x="343" y="8548"/>
                  </a:lnTo>
                  <a:lnTo>
                    <a:pt x="343" y="9130"/>
                  </a:lnTo>
                  <a:lnTo>
                    <a:pt x="857" y="9164"/>
                  </a:lnTo>
                  <a:lnTo>
                    <a:pt x="788" y="9575"/>
                  </a:lnTo>
                  <a:lnTo>
                    <a:pt x="1108" y="10157"/>
                  </a:lnTo>
                  <a:lnTo>
                    <a:pt x="1176" y="10762"/>
                  </a:lnTo>
                  <a:lnTo>
                    <a:pt x="1142" y="11367"/>
                  </a:lnTo>
                  <a:lnTo>
                    <a:pt x="1587" y="12200"/>
                  </a:lnTo>
                  <a:lnTo>
                    <a:pt x="1142" y="12189"/>
                  </a:lnTo>
                  <a:lnTo>
                    <a:pt x="914" y="12246"/>
                  </a:lnTo>
                  <a:lnTo>
                    <a:pt x="560" y="12154"/>
                  </a:lnTo>
                  <a:lnTo>
                    <a:pt x="389" y="12588"/>
                  </a:lnTo>
                  <a:lnTo>
                    <a:pt x="857" y="13113"/>
                  </a:lnTo>
                  <a:lnTo>
                    <a:pt x="1211" y="13273"/>
                  </a:lnTo>
                  <a:lnTo>
                    <a:pt x="1325" y="13638"/>
                  </a:lnTo>
                  <a:lnTo>
                    <a:pt x="1587" y="14266"/>
                  </a:lnTo>
                  <a:lnTo>
                    <a:pt x="1462" y="14505"/>
                  </a:lnTo>
                  <a:lnTo>
                    <a:pt x="2123" y="14448"/>
                  </a:lnTo>
                  <a:lnTo>
                    <a:pt x="2272" y="14209"/>
                  </a:lnTo>
                  <a:lnTo>
                    <a:pt x="2397" y="14243"/>
                  </a:lnTo>
                  <a:lnTo>
                    <a:pt x="2603" y="14437"/>
                  </a:lnTo>
                  <a:lnTo>
                    <a:pt x="3607" y="14094"/>
                  </a:lnTo>
                  <a:lnTo>
                    <a:pt x="3938" y="13741"/>
                  </a:lnTo>
                  <a:lnTo>
                    <a:pt x="4349" y="13421"/>
                  </a:lnTo>
                  <a:lnTo>
                    <a:pt x="4269" y="13102"/>
                  </a:lnTo>
                  <a:lnTo>
                    <a:pt x="4497" y="13010"/>
                  </a:lnTo>
                  <a:lnTo>
                    <a:pt x="5273" y="13067"/>
                  </a:lnTo>
                  <a:lnTo>
                    <a:pt x="6015" y="12657"/>
                  </a:lnTo>
                  <a:lnTo>
                    <a:pt x="6586" y="11652"/>
                  </a:lnTo>
                  <a:lnTo>
                    <a:pt x="6985" y="11298"/>
                  </a:lnTo>
                  <a:lnTo>
                    <a:pt x="7476" y="11139"/>
                  </a:lnTo>
                  <a:lnTo>
                    <a:pt x="7476" y="10910"/>
                  </a:lnTo>
                  <a:lnTo>
                    <a:pt x="7179" y="10659"/>
                  </a:lnTo>
                  <a:lnTo>
                    <a:pt x="7168" y="10134"/>
                  </a:lnTo>
                  <a:lnTo>
                    <a:pt x="6996" y="9769"/>
                  </a:lnTo>
                  <a:lnTo>
                    <a:pt x="6711" y="9826"/>
                  </a:lnTo>
                  <a:lnTo>
                    <a:pt x="6780" y="9484"/>
                  </a:lnTo>
                  <a:lnTo>
                    <a:pt x="6985" y="9119"/>
                  </a:lnTo>
                  <a:lnTo>
                    <a:pt x="6882" y="8731"/>
                  </a:lnTo>
                  <a:lnTo>
                    <a:pt x="7133" y="8457"/>
                  </a:lnTo>
                  <a:lnTo>
                    <a:pt x="6962" y="8251"/>
                  </a:lnTo>
                  <a:lnTo>
                    <a:pt x="7168" y="7692"/>
                  </a:lnTo>
                  <a:lnTo>
                    <a:pt x="7510" y="7019"/>
                  </a:lnTo>
                  <a:lnTo>
                    <a:pt x="8195" y="7076"/>
                  </a:lnTo>
                  <a:close/>
                </a:path>
              </a:pathLst>
            </a:custGeom>
            <a:solidFill>
              <a:schemeClr val="accent2"/>
            </a:solidFill>
            <a:ln w="9525" cap="flat" cmpd="sng">
              <a:solidFill>
                <a:schemeClr val="accent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162525" tIns="162525" rIns="162525" bIns="1625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3200"/>
                <a:buFont typeface="Calibri"/>
                <a:buNone/>
              </a:pPr>
              <a:endParaRPr sz="3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059" name="Google Shape;1059;p38"/>
            <p:cNvSpPr/>
            <p:nvPr/>
          </p:nvSpPr>
          <p:spPr>
            <a:xfrm>
              <a:off x="3720250" y="2862175"/>
              <a:ext cx="38550" cy="115300"/>
            </a:xfrm>
            <a:custGeom>
              <a:avLst/>
              <a:gdLst/>
              <a:ahLst/>
              <a:cxnLst/>
              <a:rect l="l" t="t" r="r" b="b"/>
              <a:pathLst>
                <a:path w="1542" h="4612" extrusionOk="0">
                  <a:moveTo>
                    <a:pt x="754" y="24"/>
                  </a:moveTo>
                  <a:lnTo>
                    <a:pt x="58" y="1"/>
                  </a:lnTo>
                  <a:lnTo>
                    <a:pt x="1" y="275"/>
                  </a:lnTo>
                  <a:lnTo>
                    <a:pt x="343" y="743"/>
                  </a:lnTo>
                  <a:lnTo>
                    <a:pt x="332" y="1405"/>
                  </a:lnTo>
                  <a:lnTo>
                    <a:pt x="412" y="2135"/>
                  </a:lnTo>
                  <a:lnTo>
                    <a:pt x="617" y="2454"/>
                  </a:lnTo>
                  <a:lnTo>
                    <a:pt x="446" y="3276"/>
                  </a:lnTo>
                  <a:lnTo>
                    <a:pt x="503" y="3733"/>
                  </a:lnTo>
                  <a:lnTo>
                    <a:pt x="720" y="4303"/>
                  </a:lnTo>
                  <a:lnTo>
                    <a:pt x="891" y="4611"/>
                  </a:lnTo>
                  <a:lnTo>
                    <a:pt x="1542" y="4429"/>
                  </a:lnTo>
                  <a:lnTo>
                    <a:pt x="1348" y="3801"/>
                  </a:lnTo>
                  <a:lnTo>
                    <a:pt x="1370" y="1713"/>
                  </a:lnTo>
                  <a:lnTo>
                    <a:pt x="1211" y="1530"/>
                  </a:lnTo>
                  <a:lnTo>
                    <a:pt x="1188" y="1085"/>
                  </a:lnTo>
                  <a:lnTo>
                    <a:pt x="902" y="765"/>
                  </a:lnTo>
                  <a:lnTo>
                    <a:pt x="663" y="492"/>
                  </a:lnTo>
                  <a:close/>
                </a:path>
              </a:pathLst>
            </a:custGeom>
            <a:solidFill>
              <a:schemeClr val="accent2"/>
            </a:solidFill>
            <a:ln w="9525" cap="flat" cmpd="sng">
              <a:solidFill>
                <a:schemeClr val="accent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162525" tIns="162525" rIns="162525" bIns="1625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3200"/>
                <a:buFont typeface="Calibri"/>
                <a:buNone/>
              </a:pPr>
              <a:endParaRPr sz="3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060" name="Google Shape;1060;p38"/>
            <p:cNvSpPr/>
            <p:nvPr/>
          </p:nvSpPr>
          <p:spPr>
            <a:xfrm>
              <a:off x="5643225" y="2649050"/>
              <a:ext cx="173475" cy="334125"/>
            </a:xfrm>
            <a:custGeom>
              <a:avLst/>
              <a:gdLst/>
              <a:ahLst/>
              <a:cxnLst/>
              <a:rect l="l" t="t" r="r" b="b"/>
              <a:pathLst>
                <a:path w="6939" h="13365" extrusionOk="0">
                  <a:moveTo>
                    <a:pt x="6722" y="5581"/>
                  </a:moveTo>
                  <a:lnTo>
                    <a:pt x="6939" y="5159"/>
                  </a:lnTo>
                  <a:lnTo>
                    <a:pt x="6859" y="4395"/>
                  </a:lnTo>
                  <a:lnTo>
                    <a:pt x="6117" y="3607"/>
                  </a:lnTo>
                  <a:lnTo>
                    <a:pt x="5934" y="2706"/>
                  </a:lnTo>
                  <a:lnTo>
                    <a:pt x="5238" y="1964"/>
                  </a:lnTo>
                  <a:lnTo>
                    <a:pt x="4622" y="1907"/>
                  </a:lnTo>
                  <a:lnTo>
                    <a:pt x="4508" y="2226"/>
                  </a:lnTo>
                  <a:lnTo>
                    <a:pt x="4051" y="2249"/>
                  </a:lnTo>
                  <a:lnTo>
                    <a:pt x="3800" y="2078"/>
                  </a:lnTo>
                  <a:lnTo>
                    <a:pt x="3036" y="2626"/>
                  </a:lnTo>
                  <a:lnTo>
                    <a:pt x="2899" y="1815"/>
                  </a:lnTo>
                  <a:lnTo>
                    <a:pt x="2956" y="857"/>
                  </a:lnTo>
                  <a:lnTo>
                    <a:pt x="2408" y="811"/>
                  </a:lnTo>
                  <a:lnTo>
                    <a:pt x="2283" y="275"/>
                  </a:lnTo>
                  <a:lnTo>
                    <a:pt x="1917" y="1"/>
                  </a:lnTo>
                  <a:lnTo>
                    <a:pt x="1484" y="195"/>
                  </a:lnTo>
                  <a:lnTo>
                    <a:pt x="1084" y="594"/>
                  </a:lnTo>
                  <a:lnTo>
                    <a:pt x="525" y="640"/>
                  </a:lnTo>
                  <a:lnTo>
                    <a:pt x="320" y="1621"/>
                  </a:lnTo>
                  <a:lnTo>
                    <a:pt x="0" y="1781"/>
                  </a:lnTo>
                  <a:lnTo>
                    <a:pt x="502" y="2580"/>
                  </a:lnTo>
                  <a:lnTo>
                    <a:pt x="1084" y="3242"/>
                  </a:lnTo>
                  <a:lnTo>
                    <a:pt x="1495" y="3835"/>
                  </a:lnTo>
                  <a:lnTo>
                    <a:pt x="1301" y="4634"/>
                  </a:lnTo>
                  <a:lnTo>
                    <a:pt x="1061" y="4794"/>
                  </a:lnTo>
                  <a:lnTo>
                    <a:pt x="1301" y="5251"/>
                  </a:lnTo>
                  <a:lnTo>
                    <a:pt x="1895" y="5981"/>
                  </a:lnTo>
                  <a:lnTo>
                    <a:pt x="2043" y="6472"/>
                  </a:lnTo>
                  <a:lnTo>
                    <a:pt x="2066" y="6905"/>
                  </a:lnTo>
                  <a:lnTo>
                    <a:pt x="2465" y="7727"/>
                  </a:lnTo>
                  <a:lnTo>
                    <a:pt x="2100" y="8571"/>
                  </a:lnTo>
                  <a:lnTo>
                    <a:pt x="1780" y="9519"/>
                  </a:lnTo>
                  <a:lnTo>
                    <a:pt x="1598" y="10386"/>
                  </a:lnTo>
                  <a:lnTo>
                    <a:pt x="1552" y="10945"/>
                  </a:lnTo>
                  <a:lnTo>
                    <a:pt x="1723" y="11459"/>
                  </a:lnTo>
                  <a:lnTo>
                    <a:pt x="1826" y="10911"/>
                  </a:lnTo>
                  <a:lnTo>
                    <a:pt x="2237" y="11356"/>
                  </a:lnTo>
                  <a:lnTo>
                    <a:pt x="2693" y="11858"/>
                  </a:lnTo>
                  <a:lnTo>
                    <a:pt x="2853" y="12315"/>
                  </a:lnTo>
                  <a:lnTo>
                    <a:pt x="3195" y="12657"/>
                  </a:lnTo>
                  <a:lnTo>
                    <a:pt x="3321" y="12497"/>
                  </a:lnTo>
                  <a:lnTo>
                    <a:pt x="3994" y="12897"/>
                  </a:lnTo>
                  <a:lnTo>
                    <a:pt x="4086" y="13365"/>
                  </a:lnTo>
                  <a:lnTo>
                    <a:pt x="4611" y="13250"/>
                  </a:lnTo>
                  <a:lnTo>
                    <a:pt x="4850" y="12885"/>
                  </a:lnTo>
                  <a:lnTo>
                    <a:pt x="4405" y="12406"/>
                  </a:lnTo>
                  <a:lnTo>
                    <a:pt x="3926" y="12292"/>
                  </a:lnTo>
                  <a:lnTo>
                    <a:pt x="3458" y="11778"/>
                  </a:lnTo>
                  <a:lnTo>
                    <a:pt x="3253" y="11002"/>
                  </a:lnTo>
                  <a:lnTo>
                    <a:pt x="2887" y="10169"/>
                  </a:lnTo>
                  <a:lnTo>
                    <a:pt x="2351" y="10146"/>
                  </a:lnTo>
                  <a:lnTo>
                    <a:pt x="2260" y="9484"/>
                  </a:lnTo>
                  <a:lnTo>
                    <a:pt x="2454" y="8686"/>
                  </a:lnTo>
                  <a:lnTo>
                    <a:pt x="2773" y="7362"/>
                  </a:lnTo>
                  <a:lnTo>
                    <a:pt x="2739" y="6357"/>
                  </a:lnTo>
                  <a:lnTo>
                    <a:pt x="3435" y="6346"/>
                  </a:lnTo>
                  <a:lnTo>
                    <a:pt x="3401" y="7065"/>
                  </a:lnTo>
                  <a:lnTo>
                    <a:pt x="4063" y="7042"/>
                  </a:lnTo>
                  <a:lnTo>
                    <a:pt x="4827" y="7464"/>
                  </a:lnTo>
                  <a:lnTo>
                    <a:pt x="4519" y="6357"/>
                  </a:lnTo>
                  <a:lnTo>
                    <a:pt x="4953" y="5616"/>
                  </a:lnTo>
                  <a:lnTo>
                    <a:pt x="5969" y="5433"/>
                  </a:lnTo>
                  <a:close/>
                </a:path>
              </a:pathLst>
            </a:custGeom>
            <a:solidFill>
              <a:schemeClr val="accent2"/>
            </a:solidFill>
            <a:ln w="9525" cap="flat" cmpd="sng">
              <a:solidFill>
                <a:schemeClr val="accent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162525" tIns="162525" rIns="162525" bIns="1625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3200"/>
                <a:buFont typeface="Calibri"/>
                <a:buNone/>
              </a:pPr>
              <a:endParaRPr sz="3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061" name="Google Shape;1061;p38"/>
            <p:cNvSpPr/>
            <p:nvPr/>
          </p:nvSpPr>
          <p:spPr>
            <a:xfrm>
              <a:off x="4972475" y="2181450"/>
              <a:ext cx="151225" cy="96450"/>
            </a:xfrm>
            <a:custGeom>
              <a:avLst/>
              <a:gdLst/>
              <a:ahLst/>
              <a:cxnLst/>
              <a:rect l="l" t="t" r="r" b="b"/>
              <a:pathLst>
                <a:path w="6049" h="3858" extrusionOk="0">
                  <a:moveTo>
                    <a:pt x="2362" y="639"/>
                  </a:moveTo>
                  <a:lnTo>
                    <a:pt x="2066" y="674"/>
                  </a:lnTo>
                  <a:lnTo>
                    <a:pt x="1883" y="411"/>
                  </a:lnTo>
                  <a:lnTo>
                    <a:pt x="1906" y="0"/>
                  </a:lnTo>
                  <a:lnTo>
                    <a:pt x="993" y="217"/>
                  </a:lnTo>
                  <a:lnTo>
                    <a:pt x="924" y="788"/>
                  </a:lnTo>
                  <a:lnTo>
                    <a:pt x="708" y="1290"/>
                  </a:lnTo>
                  <a:lnTo>
                    <a:pt x="80" y="1244"/>
                  </a:lnTo>
                  <a:lnTo>
                    <a:pt x="0" y="1644"/>
                  </a:lnTo>
                  <a:lnTo>
                    <a:pt x="593" y="1872"/>
                  </a:lnTo>
                  <a:lnTo>
                    <a:pt x="936" y="2545"/>
                  </a:lnTo>
                  <a:lnTo>
                    <a:pt x="753" y="3481"/>
                  </a:lnTo>
                  <a:lnTo>
                    <a:pt x="1016" y="3595"/>
                  </a:lnTo>
                  <a:lnTo>
                    <a:pt x="1484" y="3298"/>
                  </a:lnTo>
                  <a:lnTo>
                    <a:pt x="1780" y="3481"/>
                  </a:lnTo>
                  <a:lnTo>
                    <a:pt x="1906" y="3059"/>
                  </a:lnTo>
                  <a:lnTo>
                    <a:pt x="2362" y="3070"/>
                  </a:lnTo>
                  <a:lnTo>
                    <a:pt x="2454" y="2945"/>
                  </a:lnTo>
                  <a:lnTo>
                    <a:pt x="2419" y="2568"/>
                  </a:lnTo>
                  <a:lnTo>
                    <a:pt x="2670" y="2237"/>
                  </a:lnTo>
                  <a:lnTo>
                    <a:pt x="3127" y="2454"/>
                  </a:lnTo>
                  <a:lnTo>
                    <a:pt x="3127" y="2739"/>
                  </a:lnTo>
                  <a:lnTo>
                    <a:pt x="3355" y="2785"/>
                  </a:lnTo>
                  <a:lnTo>
                    <a:pt x="3492" y="3550"/>
                  </a:lnTo>
                  <a:lnTo>
                    <a:pt x="3869" y="3858"/>
                  </a:lnTo>
                  <a:lnTo>
                    <a:pt x="4074" y="3664"/>
                  </a:lnTo>
                  <a:lnTo>
                    <a:pt x="4371" y="3572"/>
                  </a:lnTo>
                  <a:lnTo>
                    <a:pt x="4736" y="3150"/>
                  </a:lnTo>
                  <a:lnTo>
                    <a:pt x="5272" y="3230"/>
                  </a:lnTo>
                  <a:lnTo>
                    <a:pt x="6048" y="3230"/>
                  </a:lnTo>
                  <a:lnTo>
                    <a:pt x="5786" y="2694"/>
                  </a:lnTo>
                  <a:lnTo>
                    <a:pt x="5706" y="2340"/>
                  </a:lnTo>
                  <a:lnTo>
                    <a:pt x="5204" y="2146"/>
                  </a:lnTo>
                  <a:lnTo>
                    <a:pt x="4976" y="2226"/>
                  </a:lnTo>
                  <a:lnTo>
                    <a:pt x="4553" y="1381"/>
                  </a:lnTo>
                  <a:lnTo>
                    <a:pt x="3195" y="1518"/>
                  </a:lnTo>
                  <a:lnTo>
                    <a:pt x="2180" y="1233"/>
                  </a:lnTo>
                  <a:lnTo>
                    <a:pt x="1415" y="1301"/>
                  </a:lnTo>
                  <a:lnTo>
                    <a:pt x="1324" y="776"/>
                  </a:lnTo>
                  <a:lnTo>
                    <a:pt x="2168" y="925"/>
                  </a:lnTo>
                  <a:close/>
                </a:path>
              </a:pathLst>
            </a:custGeom>
            <a:solidFill>
              <a:schemeClr val="accent2"/>
            </a:solidFill>
            <a:ln w="9525" cap="flat" cmpd="sng">
              <a:solidFill>
                <a:schemeClr val="accent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162525" tIns="162525" rIns="162525" bIns="1625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3200"/>
                <a:buFont typeface="Calibri"/>
                <a:buNone/>
              </a:pPr>
              <a:endParaRPr sz="3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062" name="Google Shape;1062;p38"/>
            <p:cNvSpPr/>
            <p:nvPr/>
          </p:nvSpPr>
          <p:spPr>
            <a:xfrm>
              <a:off x="4682025" y="2141800"/>
              <a:ext cx="283625" cy="169775"/>
            </a:xfrm>
            <a:custGeom>
              <a:avLst/>
              <a:gdLst/>
              <a:ahLst/>
              <a:cxnLst/>
              <a:rect l="l" t="t" r="r" b="b"/>
              <a:pathLst>
                <a:path w="11345" h="6791" extrusionOk="0">
                  <a:moveTo>
                    <a:pt x="11344" y="4873"/>
                  </a:moveTo>
                  <a:lnTo>
                    <a:pt x="11230" y="4302"/>
                  </a:lnTo>
                  <a:lnTo>
                    <a:pt x="10134" y="3914"/>
                  </a:lnTo>
                  <a:lnTo>
                    <a:pt x="9244" y="3458"/>
                  </a:lnTo>
                  <a:lnTo>
                    <a:pt x="8651" y="3024"/>
                  </a:lnTo>
                  <a:lnTo>
                    <a:pt x="7647" y="2397"/>
                  </a:lnTo>
                  <a:lnTo>
                    <a:pt x="7030" y="1484"/>
                  </a:lnTo>
                  <a:lnTo>
                    <a:pt x="6745" y="1312"/>
                  </a:lnTo>
                  <a:lnTo>
                    <a:pt x="5969" y="1358"/>
                  </a:lnTo>
                  <a:lnTo>
                    <a:pt x="5638" y="1176"/>
                  </a:lnTo>
                  <a:lnTo>
                    <a:pt x="5364" y="479"/>
                  </a:lnTo>
                  <a:lnTo>
                    <a:pt x="4257" y="0"/>
                  </a:lnTo>
                  <a:lnTo>
                    <a:pt x="3778" y="514"/>
                  </a:lnTo>
                  <a:lnTo>
                    <a:pt x="3241" y="833"/>
                  </a:lnTo>
                  <a:lnTo>
                    <a:pt x="3470" y="1278"/>
                  </a:lnTo>
                  <a:lnTo>
                    <a:pt x="2637" y="1290"/>
                  </a:lnTo>
                  <a:lnTo>
                    <a:pt x="2283" y="1335"/>
                  </a:lnTo>
                  <a:lnTo>
                    <a:pt x="1587" y="628"/>
                  </a:lnTo>
                  <a:lnTo>
                    <a:pt x="1039" y="388"/>
                  </a:lnTo>
                  <a:lnTo>
                    <a:pt x="263" y="571"/>
                  </a:lnTo>
                  <a:lnTo>
                    <a:pt x="0" y="856"/>
                  </a:lnTo>
                  <a:lnTo>
                    <a:pt x="354" y="1427"/>
                  </a:lnTo>
                  <a:lnTo>
                    <a:pt x="286" y="788"/>
                  </a:lnTo>
                  <a:lnTo>
                    <a:pt x="822" y="559"/>
                  </a:lnTo>
                  <a:lnTo>
                    <a:pt x="1164" y="1073"/>
                  </a:lnTo>
                  <a:lnTo>
                    <a:pt x="1815" y="1598"/>
                  </a:lnTo>
                  <a:lnTo>
                    <a:pt x="1244" y="1883"/>
                  </a:lnTo>
                  <a:lnTo>
                    <a:pt x="491" y="1678"/>
                  </a:lnTo>
                  <a:lnTo>
                    <a:pt x="503" y="2419"/>
                  </a:lnTo>
                  <a:lnTo>
                    <a:pt x="1005" y="2477"/>
                  </a:lnTo>
                  <a:lnTo>
                    <a:pt x="948" y="3104"/>
                  </a:lnTo>
                  <a:lnTo>
                    <a:pt x="1587" y="3401"/>
                  </a:lnTo>
                  <a:lnTo>
                    <a:pt x="1689" y="4371"/>
                  </a:lnTo>
                  <a:lnTo>
                    <a:pt x="1940" y="5010"/>
                  </a:lnTo>
                  <a:lnTo>
                    <a:pt x="2568" y="4839"/>
                  </a:lnTo>
                  <a:lnTo>
                    <a:pt x="3002" y="4314"/>
                  </a:lnTo>
                  <a:lnTo>
                    <a:pt x="3493" y="4337"/>
                  </a:lnTo>
                  <a:lnTo>
                    <a:pt x="3801" y="4166"/>
                  </a:lnTo>
                  <a:lnTo>
                    <a:pt x="4337" y="4257"/>
                  </a:lnTo>
                  <a:lnTo>
                    <a:pt x="5261" y="4725"/>
                  </a:lnTo>
                  <a:lnTo>
                    <a:pt x="5878" y="4827"/>
                  </a:lnTo>
                  <a:lnTo>
                    <a:pt x="6916" y="5638"/>
                  </a:lnTo>
                  <a:lnTo>
                    <a:pt x="7475" y="5672"/>
                  </a:lnTo>
                  <a:lnTo>
                    <a:pt x="7704" y="6448"/>
                  </a:lnTo>
                  <a:lnTo>
                    <a:pt x="8548" y="6790"/>
                  </a:lnTo>
                  <a:lnTo>
                    <a:pt x="9107" y="6676"/>
                  </a:lnTo>
                  <a:lnTo>
                    <a:pt x="9164" y="6254"/>
                  </a:lnTo>
                  <a:lnTo>
                    <a:pt x="9735" y="6128"/>
                  </a:lnTo>
                  <a:lnTo>
                    <a:pt x="10089" y="5843"/>
                  </a:lnTo>
                  <a:lnTo>
                    <a:pt x="10077" y="5101"/>
                  </a:lnTo>
                  <a:lnTo>
                    <a:pt x="10659" y="4930"/>
                  </a:lnTo>
                  <a:lnTo>
                    <a:pt x="10705" y="4599"/>
                  </a:lnTo>
                  <a:lnTo>
                    <a:pt x="11116" y="4839"/>
                  </a:lnTo>
                  <a:close/>
                </a:path>
              </a:pathLst>
            </a:custGeom>
            <a:solidFill>
              <a:schemeClr val="accent2"/>
            </a:solidFill>
            <a:ln w="9525" cap="flat" cmpd="sng">
              <a:solidFill>
                <a:schemeClr val="accent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162525" tIns="162525" rIns="162525" bIns="1625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3200"/>
                <a:buFont typeface="Calibri"/>
                <a:buNone/>
              </a:pPr>
              <a:endParaRPr sz="3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063" name="Google Shape;1063;p38"/>
            <p:cNvSpPr/>
            <p:nvPr/>
          </p:nvSpPr>
          <p:spPr>
            <a:xfrm>
              <a:off x="6216675" y="3299850"/>
              <a:ext cx="48250" cy="25400"/>
            </a:xfrm>
            <a:custGeom>
              <a:avLst/>
              <a:gdLst/>
              <a:ahLst/>
              <a:cxnLst/>
              <a:rect l="l" t="t" r="r" b="b"/>
              <a:pathLst>
                <a:path w="1930" h="1016" extrusionOk="0">
                  <a:moveTo>
                    <a:pt x="58" y="1016"/>
                  </a:moveTo>
                  <a:lnTo>
                    <a:pt x="754" y="753"/>
                  </a:lnTo>
                  <a:lnTo>
                    <a:pt x="1610" y="354"/>
                  </a:lnTo>
                  <a:lnTo>
                    <a:pt x="1929" y="114"/>
                  </a:lnTo>
                  <a:lnTo>
                    <a:pt x="1644" y="0"/>
                  </a:lnTo>
                  <a:lnTo>
                    <a:pt x="1381" y="114"/>
                  </a:lnTo>
                  <a:lnTo>
                    <a:pt x="811" y="148"/>
                  </a:lnTo>
                  <a:lnTo>
                    <a:pt x="115" y="342"/>
                  </a:lnTo>
                  <a:lnTo>
                    <a:pt x="1" y="559"/>
                  </a:lnTo>
                  <a:lnTo>
                    <a:pt x="69" y="742"/>
                  </a:lnTo>
                  <a:close/>
                </a:path>
              </a:pathLst>
            </a:custGeom>
            <a:solidFill>
              <a:schemeClr val="accent2"/>
            </a:solidFill>
            <a:ln w="9525" cap="flat" cmpd="sng">
              <a:solidFill>
                <a:schemeClr val="accent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162525" tIns="162525" rIns="162525" bIns="1625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3200"/>
                <a:buFont typeface="Calibri"/>
                <a:buNone/>
              </a:pPr>
              <a:endParaRPr sz="3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064" name="Google Shape;1064;p38"/>
            <p:cNvSpPr/>
            <p:nvPr/>
          </p:nvSpPr>
          <p:spPr>
            <a:xfrm>
              <a:off x="3864050" y="2263900"/>
              <a:ext cx="75925" cy="160375"/>
            </a:xfrm>
            <a:custGeom>
              <a:avLst/>
              <a:gdLst/>
              <a:ahLst/>
              <a:cxnLst/>
              <a:rect l="l" t="t" r="r" b="b"/>
              <a:pathLst>
                <a:path w="3037" h="6415" extrusionOk="0">
                  <a:moveTo>
                    <a:pt x="3036" y="3869"/>
                  </a:moveTo>
                  <a:lnTo>
                    <a:pt x="2751" y="3721"/>
                  </a:lnTo>
                  <a:lnTo>
                    <a:pt x="2534" y="3299"/>
                  </a:lnTo>
                  <a:lnTo>
                    <a:pt x="2135" y="3276"/>
                  </a:lnTo>
                  <a:lnTo>
                    <a:pt x="1986" y="2774"/>
                  </a:lnTo>
                  <a:lnTo>
                    <a:pt x="2466" y="2329"/>
                  </a:lnTo>
                  <a:lnTo>
                    <a:pt x="2534" y="1518"/>
                  </a:lnTo>
                  <a:lnTo>
                    <a:pt x="2272" y="1290"/>
                  </a:lnTo>
                  <a:lnTo>
                    <a:pt x="2249" y="868"/>
                  </a:lnTo>
                  <a:lnTo>
                    <a:pt x="2614" y="411"/>
                  </a:lnTo>
                  <a:lnTo>
                    <a:pt x="2557" y="229"/>
                  </a:lnTo>
                  <a:lnTo>
                    <a:pt x="1929" y="571"/>
                  </a:lnTo>
                  <a:lnTo>
                    <a:pt x="1941" y="92"/>
                  </a:lnTo>
                  <a:lnTo>
                    <a:pt x="1404" y="0"/>
                  </a:lnTo>
                  <a:lnTo>
                    <a:pt x="605" y="366"/>
                  </a:lnTo>
                  <a:lnTo>
                    <a:pt x="469" y="834"/>
                  </a:lnTo>
                  <a:lnTo>
                    <a:pt x="605" y="1724"/>
                  </a:lnTo>
                  <a:lnTo>
                    <a:pt x="457" y="2477"/>
                  </a:lnTo>
                  <a:lnTo>
                    <a:pt x="1" y="2990"/>
                  </a:lnTo>
                  <a:lnTo>
                    <a:pt x="81" y="3675"/>
                  </a:lnTo>
                  <a:lnTo>
                    <a:pt x="720" y="4223"/>
                  </a:lnTo>
                  <a:lnTo>
                    <a:pt x="720" y="4440"/>
                  </a:lnTo>
                  <a:lnTo>
                    <a:pt x="1210" y="4805"/>
                  </a:lnTo>
                  <a:lnTo>
                    <a:pt x="1576" y="6414"/>
                  </a:lnTo>
                  <a:lnTo>
                    <a:pt x="1952" y="6220"/>
                  </a:lnTo>
                  <a:lnTo>
                    <a:pt x="2009" y="5832"/>
                  </a:lnTo>
                  <a:lnTo>
                    <a:pt x="1906" y="5467"/>
                  </a:lnTo>
                  <a:lnTo>
                    <a:pt x="2431" y="5102"/>
                  </a:lnTo>
                  <a:lnTo>
                    <a:pt x="2648" y="4816"/>
                  </a:lnTo>
                  <a:lnTo>
                    <a:pt x="3025" y="4565"/>
                  </a:lnTo>
                  <a:close/>
                </a:path>
              </a:pathLst>
            </a:custGeom>
            <a:solidFill>
              <a:schemeClr val="accent2"/>
            </a:solidFill>
            <a:ln w="9525" cap="flat" cmpd="sng">
              <a:solidFill>
                <a:schemeClr val="accent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162525" tIns="162525" rIns="162525" bIns="1625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3200"/>
                <a:buFont typeface="Calibri"/>
                <a:buNone/>
              </a:pPr>
              <a:endParaRPr sz="3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065" name="Google Shape;1065;p38"/>
            <p:cNvSpPr/>
            <p:nvPr/>
          </p:nvSpPr>
          <p:spPr>
            <a:xfrm>
              <a:off x="4199275" y="2155475"/>
              <a:ext cx="360100" cy="143550"/>
            </a:xfrm>
            <a:custGeom>
              <a:avLst/>
              <a:gdLst/>
              <a:ahLst/>
              <a:cxnLst/>
              <a:rect l="l" t="t" r="r" b="b"/>
              <a:pathLst>
                <a:path w="14404" h="5742" extrusionOk="0">
                  <a:moveTo>
                    <a:pt x="7967" y="708"/>
                  </a:moveTo>
                  <a:lnTo>
                    <a:pt x="6586" y="81"/>
                  </a:lnTo>
                  <a:lnTo>
                    <a:pt x="5376" y="115"/>
                  </a:lnTo>
                  <a:lnTo>
                    <a:pt x="4566" y="355"/>
                  </a:lnTo>
                  <a:lnTo>
                    <a:pt x="3767" y="925"/>
                  </a:lnTo>
                  <a:lnTo>
                    <a:pt x="2352" y="811"/>
                  </a:lnTo>
                  <a:lnTo>
                    <a:pt x="2124" y="1496"/>
                  </a:lnTo>
                  <a:lnTo>
                    <a:pt x="994" y="1519"/>
                  </a:lnTo>
                  <a:lnTo>
                    <a:pt x="263" y="2397"/>
                  </a:lnTo>
                  <a:lnTo>
                    <a:pt x="777" y="2820"/>
                  </a:lnTo>
                  <a:lnTo>
                    <a:pt x="492" y="3539"/>
                  </a:lnTo>
                  <a:lnTo>
                    <a:pt x="1097" y="4052"/>
                  </a:lnTo>
                  <a:lnTo>
                    <a:pt x="1621" y="4965"/>
                  </a:lnTo>
                  <a:lnTo>
                    <a:pt x="2455" y="4954"/>
                  </a:lnTo>
                  <a:lnTo>
                    <a:pt x="3219" y="5444"/>
                  </a:lnTo>
                  <a:lnTo>
                    <a:pt x="3733" y="5330"/>
                  </a:lnTo>
                  <a:lnTo>
                    <a:pt x="3870" y="4954"/>
                  </a:lnTo>
                  <a:lnTo>
                    <a:pt x="4680" y="4977"/>
                  </a:lnTo>
                  <a:lnTo>
                    <a:pt x="5330" y="5479"/>
                  </a:lnTo>
                  <a:lnTo>
                    <a:pt x="6472" y="5376"/>
                  </a:lnTo>
                  <a:lnTo>
                    <a:pt x="6917" y="4851"/>
                  </a:lnTo>
                  <a:lnTo>
                    <a:pt x="7567" y="5068"/>
                  </a:lnTo>
                  <a:lnTo>
                    <a:pt x="8024" y="4977"/>
                  </a:lnTo>
                  <a:lnTo>
                    <a:pt x="7784" y="5319"/>
                  </a:lnTo>
                  <a:lnTo>
                    <a:pt x="8115" y="5741"/>
                  </a:lnTo>
                  <a:lnTo>
                    <a:pt x="8286" y="5547"/>
                  </a:lnTo>
                  <a:lnTo>
                    <a:pt x="8457" y="5330"/>
                  </a:lnTo>
                  <a:lnTo>
                    <a:pt x="8446" y="4817"/>
                  </a:lnTo>
                  <a:lnTo>
                    <a:pt x="8720" y="4999"/>
                  </a:lnTo>
                  <a:lnTo>
                    <a:pt x="9496" y="4748"/>
                  </a:lnTo>
                  <a:lnTo>
                    <a:pt x="9930" y="4919"/>
                  </a:lnTo>
                  <a:lnTo>
                    <a:pt x="10534" y="4919"/>
                  </a:lnTo>
                  <a:lnTo>
                    <a:pt x="11356" y="4566"/>
                  </a:lnTo>
                  <a:lnTo>
                    <a:pt x="11756" y="4589"/>
                  </a:lnTo>
                  <a:lnTo>
                    <a:pt x="12600" y="4429"/>
                  </a:lnTo>
                  <a:lnTo>
                    <a:pt x="12897" y="4292"/>
                  </a:lnTo>
                  <a:lnTo>
                    <a:pt x="13775" y="4417"/>
                  </a:lnTo>
                  <a:lnTo>
                    <a:pt x="14072" y="4646"/>
                  </a:lnTo>
                  <a:lnTo>
                    <a:pt x="14403" y="4486"/>
                  </a:lnTo>
                  <a:lnTo>
                    <a:pt x="14403" y="4486"/>
                  </a:lnTo>
                  <a:lnTo>
                    <a:pt x="13878" y="3744"/>
                  </a:lnTo>
                  <a:lnTo>
                    <a:pt x="13981" y="3459"/>
                  </a:lnTo>
                  <a:lnTo>
                    <a:pt x="13559" y="2420"/>
                  </a:lnTo>
                  <a:lnTo>
                    <a:pt x="14038" y="2169"/>
                  </a:lnTo>
                  <a:lnTo>
                    <a:pt x="13696" y="1895"/>
                  </a:lnTo>
                  <a:lnTo>
                    <a:pt x="13091" y="1678"/>
                  </a:lnTo>
                  <a:lnTo>
                    <a:pt x="13091" y="1233"/>
                  </a:lnTo>
                  <a:lnTo>
                    <a:pt x="12908" y="925"/>
                  </a:lnTo>
                  <a:lnTo>
                    <a:pt x="12109" y="492"/>
                  </a:lnTo>
                  <a:lnTo>
                    <a:pt x="11333" y="537"/>
                  </a:lnTo>
                  <a:lnTo>
                    <a:pt x="10557" y="994"/>
                  </a:lnTo>
                  <a:lnTo>
                    <a:pt x="9907" y="914"/>
                  </a:lnTo>
                  <a:lnTo>
                    <a:pt x="9085" y="1051"/>
                  </a:lnTo>
                  <a:close/>
                  <a:moveTo>
                    <a:pt x="903" y="1279"/>
                  </a:moveTo>
                  <a:lnTo>
                    <a:pt x="1188" y="1017"/>
                  </a:lnTo>
                  <a:lnTo>
                    <a:pt x="2055" y="959"/>
                  </a:lnTo>
                  <a:lnTo>
                    <a:pt x="2158" y="743"/>
                  </a:lnTo>
                  <a:lnTo>
                    <a:pt x="1485" y="457"/>
                  </a:lnTo>
                  <a:lnTo>
                    <a:pt x="1348" y="115"/>
                  </a:lnTo>
                  <a:lnTo>
                    <a:pt x="709" y="1"/>
                  </a:lnTo>
                  <a:lnTo>
                    <a:pt x="1" y="286"/>
                  </a:lnTo>
                  <a:lnTo>
                    <a:pt x="378" y="514"/>
                  </a:lnTo>
                  <a:lnTo>
                    <a:pt x="206" y="1074"/>
                  </a:lnTo>
                  <a:lnTo>
                    <a:pt x="58" y="1165"/>
                  </a:lnTo>
                  <a:lnTo>
                    <a:pt x="69" y="1359"/>
                  </a:lnTo>
                  <a:lnTo>
                    <a:pt x="343" y="1770"/>
                  </a:lnTo>
                  <a:close/>
                </a:path>
              </a:pathLst>
            </a:custGeom>
            <a:solidFill>
              <a:schemeClr val="accent2"/>
            </a:solidFill>
            <a:ln w="9525" cap="flat" cmpd="sng">
              <a:solidFill>
                <a:schemeClr val="accent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162525" tIns="162525" rIns="162525" bIns="1625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3200"/>
                <a:buFont typeface="Calibri"/>
                <a:buNone/>
              </a:pPr>
              <a:endParaRPr sz="3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066" name="Google Shape;1066;p38"/>
            <p:cNvSpPr/>
            <p:nvPr/>
          </p:nvSpPr>
          <p:spPr>
            <a:xfrm>
              <a:off x="6070875" y="2538075"/>
              <a:ext cx="28850" cy="75625"/>
            </a:xfrm>
            <a:custGeom>
              <a:avLst/>
              <a:gdLst/>
              <a:ahLst/>
              <a:cxnLst/>
              <a:rect l="l" t="t" r="r" b="b"/>
              <a:pathLst>
                <a:path w="1154" h="3025" extrusionOk="0">
                  <a:moveTo>
                    <a:pt x="971" y="2283"/>
                  </a:moveTo>
                  <a:lnTo>
                    <a:pt x="1142" y="834"/>
                  </a:lnTo>
                  <a:lnTo>
                    <a:pt x="1154" y="274"/>
                  </a:lnTo>
                  <a:lnTo>
                    <a:pt x="743" y="1"/>
                  </a:lnTo>
                  <a:lnTo>
                    <a:pt x="275" y="685"/>
                  </a:lnTo>
                  <a:lnTo>
                    <a:pt x="1" y="1587"/>
                  </a:lnTo>
                  <a:lnTo>
                    <a:pt x="206" y="2260"/>
                  </a:lnTo>
                  <a:lnTo>
                    <a:pt x="777" y="3025"/>
                  </a:lnTo>
                  <a:close/>
                </a:path>
              </a:pathLst>
            </a:custGeom>
            <a:solidFill>
              <a:schemeClr val="accent2"/>
            </a:solidFill>
            <a:ln w="9525" cap="flat" cmpd="sng">
              <a:solidFill>
                <a:schemeClr val="accent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162525" tIns="162525" rIns="162525" bIns="1625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3200"/>
                <a:buFont typeface="Calibri"/>
                <a:buNone/>
              </a:pPr>
              <a:endParaRPr sz="3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067" name="Google Shape;1067;p38"/>
            <p:cNvSpPr/>
            <p:nvPr/>
          </p:nvSpPr>
          <p:spPr>
            <a:xfrm>
              <a:off x="4313700" y="3135225"/>
              <a:ext cx="211725" cy="242825"/>
            </a:xfrm>
            <a:custGeom>
              <a:avLst/>
              <a:gdLst/>
              <a:ahLst/>
              <a:cxnLst/>
              <a:rect l="l" t="t" r="r" b="b"/>
              <a:pathLst>
                <a:path w="8469" h="9713" extrusionOk="0">
                  <a:moveTo>
                    <a:pt x="970" y="0"/>
                  </a:moveTo>
                  <a:lnTo>
                    <a:pt x="685" y="114"/>
                  </a:lnTo>
                  <a:lnTo>
                    <a:pt x="1016" y="628"/>
                  </a:lnTo>
                  <a:lnTo>
                    <a:pt x="959" y="1153"/>
                  </a:lnTo>
                  <a:lnTo>
                    <a:pt x="731" y="1267"/>
                  </a:lnTo>
                  <a:lnTo>
                    <a:pt x="731" y="1267"/>
                  </a:lnTo>
                  <a:lnTo>
                    <a:pt x="765" y="1621"/>
                  </a:lnTo>
                  <a:lnTo>
                    <a:pt x="936" y="1838"/>
                  </a:lnTo>
                  <a:lnTo>
                    <a:pt x="936" y="2123"/>
                  </a:lnTo>
                  <a:lnTo>
                    <a:pt x="742" y="2317"/>
                  </a:lnTo>
                  <a:lnTo>
                    <a:pt x="422" y="2785"/>
                  </a:lnTo>
                  <a:lnTo>
                    <a:pt x="126" y="3116"/>
                  </a:lnTo>
                  <a:lnTo>
                    <a:pt x="46" y="3127"/>
                  </a:lnTo>
                  <a:lnTo>
                    <a:pt x="0" y="3515"/>
                  </a:lnTo>
                  <a:lnTo>
                    <a:pt x="160" y="3641"/>
                  </a:lnTo>
                  <a:lnTo>
                    <a:pt x="126" y="4029"/>
                  </a:lnTo>
                  <a:lnTo>
                    <a:pt x="274" y="4405"/>
                  </a:lnTo>
                  <a:lnTo>
                    <a:pt x="80" y="4748"/>
                  </a:lnTo>
                  <a:lnTo>
                    <a:pt x="731" y="5353"/>
                  </a:lnTo>
                  <a:lnTo>
                    <a:pt x="765" y="5912"/>
                  </a:lnTo>
                  <a:lnTo>
                    <a:pt x="1153" y="6836"/>
                  </a:lnTo>
                  <a:lnTo>
                    <a:pt x="1153" y="6836"/>
                  </a:lnTo>
                  <a:lnTo>
                    <a:pt x="1199" y="6870"/>
                  </a:lnTo>
                  <a:lnTo>
                    <a:pt x="1507" y="7030"/>
                  </a:lnTo>
                  <a:lnTo>
                    <a:pt x="2009" y="7190"/>
                  </a:lnTo>
                  <a:lnTo>
                    <a:pt x="2465" y="7452"/>
                  </a:lnTo>
                  <a:lnTo>
                    <a:pt x="3241" y="7624"/>
                  </a:lnTo>
                  <a:lnTo>
                    <a:pt x="3390" y="7875"/>
                  </a:lnTo>
                  <a:lnTo>
                    <a:pt x="3390" y="7875"/>
                  </a:lnTo>
                  <a:lnTo>
                    <a:pt x="3458" y="7703"/>
                  </a:lnTo>
                  <a:lnTo>
                    <a:pt x="3858" y="8183"/>
                  </a:lnTo>
                  <a:lnTo>
                    <a:pt x="3892" y="9141"/>
                  </a:lnTo>
                  <a:lnTo>
                    <a:pt x="4154" y="9484"/>
                  </a:lnTo>
                  <a:lnTo>
                    <a:pt x="4154" y="9495"/>
                  </a:lnTo>
                  <a:lnTo>
                    <a:pt x="4451" y="9450"/>
                  </a:lnTo>
                  <a:lnTo>
                    <a:pt x="5410" y="9712"/>
                  </a:lnTo>
                  <a:lnTo>
                    <a:pt x="5604" y="9598"/>
                  </a:lnTo>
                  <a:lnTo>
                    <a:pt x="6163" y="9586"/>
                  </a:lnTo>
                  <a:lnTo>
                    <a:pt x="6460" y="9313"/>
                  </a:lnTo>
                  <a:lnTo>
                    <a:pt x="6927" y="9324"/>
                  </a:lnTo>
                  <a:lnTo>
                    <a:pt x="7818" y="8970"/>
                  </a:lnTo>
                  <a:lnTo>
                    <a:pt x="8468" y="8445"/>
                  </a:lnTo>
                  <a:lnTo>
                    <a:pt x="8468" y="8445"/>
                  </a:lnTo>
                  <a:lnTo>
                    <a:pt x="8183" y="8240"/>
                  </a:lnTo>
                  <a:lnTo>
                    <a:pt x="7875" y="7338"/>
                  </a:lnTo>
                  <a:lnTo>
                    <a:pt x="7612" y="6791"/>
                  </a:lnTo>
                  <a:lnTo>
                    <a:pt x="7669" y="6345"/>
                  </a:lnTo>
                  <a:lnTo>
                    <a:pt x="7635" y="6072"/>
                  </a:lnTo>
                  <a:lnTo>
                    <a:pt x="7875" y="5512"/>
                  </a:lnTo>
                  <a:lnTo>
                    <a:pt x="7852" y="5284"/>
                  </a:lnTo>
                  <a:lnTo>
                    <a:pt x="7350" y="4965"/>
                  </a:lnTo>
                  <a:lnTo>
                    <a:pt x="7304" y="4451"/>
                  </a:lnTo>
                  <a:lnTo>
                    <a:pt x="7703" y="3321"/>
                  </a:lnTo>
                  <a:lnTo>
                    <a:pt x="6562" y="2420"/>
                  </a:lnTo>
                  <a:lnTo>
                    <a:pt x="6505" y="1895"/>
                  </a:lnTo>
                  <a:lnTo>
                    <a:pt x="3618" y="34"/>
                  </a:lnTo>
                  <a:lnTo>
                    <a:pt x="3618" y="34"/>
                  </a:lnTo>
                  <a:lnTo>
                    <a:pt x="3218" y="434"/>
                  </a:lnTo>
                  <a:lnTo>
                    <a:pt x="2956" y="856"/>
                  </a:lnTo>
                  <a:lnTo>
                    <a:pt x="3264" y="1164"/>
                  </a:lnTo>
                  <a:lnTo>
                    <a:pt x="2808" y="1393"/>
                  </a:lnTo>
                  <a:lnTo>
                    <a:pt x="2705" y="1278"/>
                  </a:lnTo>
                  <a:lnTo>
                    <a:pt x="2248" y="1335"/>
                  </a:lnTo>
                  <a:lnTo>
                    <a:pt x="1895" y="1541"/>
                  </a:lnTo>
                  <a:lnTo>
                    <a:pt x="1666" y="1199"/>
                  </a:lnTo>
                  <a:lnTo>
                    <a:pt x="1826" y="548"/>
                  </a:lnTo>
                  <a:lnTo>
                    <a:pt x="1849" y="12"/>
                  </a:lnTo>
                  <a:lnTo>
                    <a:pt x="1849" y="12"/>
                  </a:lnTo>
                  <a:lnTo>
                    <a:pt x="1849" y="12"/>
                  </a:lnTo>
                  <a:close/>
                </a:path>
              </a:pathLst>
            </a:custGeom>
            <a:solidFill>
              <a:schemeClr val="accent2"/>
            </a:solidFill>
            <a:ln w="9525" cap="flat" cmpd="sng">
              <a:solidFill>
                <a:schemeClr val="accent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162525" tIns="162525" rIns="162525" bIns="1625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3200"/>
                <a:buFont typeface="Calibri"/>
                <a:buNone/>
              </a:pPr>
              <a:endParaRPr sz="3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068" name="Google Shape;1068;p38"/>
            <p:cNvSpPr/>
            <p:nvPr/>
          </p:nvSpPr>
          <p:spPr>
            <a:xfrm>
              <a:off x="4313975" y="3015675"/>
              <a:ext cx="109575" cy="128975"/>
            </a:xfrm>
            <a:custGeom>
              <a:avLst/>
              <a:gdLst/>
              <a:ahLst/>
              <a:cxnLst/>
              <a:rect l="l" t="t" r="r" b="b"/>
              <a:pathLst>
                <a:path w="4383" h="5159" extrusionOk="0">
                  <a:moveTo>
                    <a:pt x="3527" y="1"/>
                  </a:moveTo>
                  <a:lnTo>
                    <a:pt x="3036" y="423"/>
                  </a:lnTo>
                  <a:lnTo>
                    <a:pt x="2466" y="411"/>
                  </a:lnTo>
                  <a:lnTo>
                    <a:pt x="1827" y="628"/>
                  </a:lnTo>
                  <a:lnTo>
                    <a:pt x="1324" y="423"/>
                  </a:lnTo>
                  <a:lnTo>
                    <a:pt x="1005" y="674"/>
                  </a:lnTo>
                  <a:lnTo>
                    <a:pt x="1005" y="674"/>
                  </a:lnTo>
                  <a:lnTo>
                    <a:pt x="959" y="1735"/>
                  </a:lnTo>
                  <a:lnTo>
                    <a:pt x="1290" y="1849"/>
                  </a:lnTo>
                  <a:lnTo>
                    <a:pt x="1028" y="2180"/>
                  </a:lnTo>
                  <a:lnTo>
                    <a:pt x="720" y="2420"/>
                  </a:lnTo>
                  <a:lnTo>
                    <a:pt x="423" y="2899"/>
                  </a:lnTo>
                  <a:lnTo>
                    <a:pt x="240" y="3321"/>
                  </a:lnTo>
                  <a:lnTo>
                    <a:pt x="206" y="4052"/>
                  </a:lnTo>
                  <a:lnTo>
                    <a:pt x="23" y="4394"/>
                  </a:lnTo>
                  <a:lnTo>
                    <a:pt x="1" y="5079"/>
                  </a:lnTo>
                  <a:lnTo>
                    <a:pt x="206" y="5159"/>
                  </a:lnTo>
                  <a:lnTo>
                    <a:pt x="674" y="4896"/>
                  </a:lnTo>
                  <a:lnTo>
                    <a:pt x="959" y="4782"/>
                  </a:lnTo>
                  <a:lnTo>
                    <a:pt x="1849" y="4794"/>
                  </a:lnTo>
                  <a:lnTo>
                    <a:pt x="1849" y="4794"/>
                  </a:lnTo>
                  <a:lnTo>
                    <a:pt x="1804" y="4440"/>
                  </a:lnTo>
                  <a:lnTo>
                    <a:pt x="2169" y="3904"/>
                  </a:lnTo>
                  <a:lnTo>
                    <a:pt x="2671" y="3778"/>
                  </a:lnTo>
                  <a:lnTo>
                    <a:pt x="3013" y="3561"/>
                  </a:lnTo>
                  <a:lnTo>
                    <a:pt x="3424" y="3732"/>
                  </a:lnTo>
                  <a:lnTo>
                    <a:pt x="3470" y="3812"/>
                  </a:lnTo>
                  <a:lnTo>
                    <a:pt x="3470" y="3767"/>
                  </a:lnTo>
                  <a:lnTo>
                    <a:pt x="3698" y="3390"/>
                  </a:lnTo>
                  <a:lnTo>
                    <a:pt x="4086" y="2797"/>
                  </a:lnTo>
                  <a:lnTo>
                    <a:pt x="4383" y="2123"/>
                  </a:lnTo>
                  <a:lnTo>
                    <a:pt x="4018" y="1085"/>
                  </a:lnTo>
                  <a:lnTo>
                    <a:pt x="3915" y="628"/>
                  </a:lnTo>
                  <a:close/>
                </a:path>
              </a:pathLst>
            </a:custGeom>
            <a:solidFill>
              <a:schemeClr val="accent2"/>
            </a:solidFill>
            <a:ln w="9525" cap="flat" cmpd="sng">
              <a:solidFill>
                <a:schemeClr val="accent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162525" tIns="162525" rIns="162525" bIns="1625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3200"/>
                <a:buFont typeface="Calibri"/>
                <a:buNone/>
              </a:pPr>
              <a:endParaRPr sz="3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069" name="Google Shape;1069;p38"/>
            <p:cNvSpPr/>
            <p:nvPr/>
          </p:nvSpPr>
          <p:spPr>
            <a:xfrm>
              <a:off x="4109700" y="1931225"/>
              <a:ext cx="313850" cy="175775"/>
            </a:xfrm>
            <a:custGeom>
              <a:avLst/>
              <a:gdLst/>
              <a:ahLst/>
              <a:cxnLst/>
              <a:rect l="l" t="t" r="r" b="b"/>
              <a:pathLst>
                <a:path w="12554" h="7031" extrusionOk="0">
                  <a:moveTo>
                    <a:pt x="7544" y="1"/>
                  </a:moveTo>
                  <a:lnTo>
                    <a:pt x="6859" y="69"/>
                  </a:lnTo>
                  <a:lnTo>
                    <a:pt x="6654" y="24"/>
                  </a:lnTo>
                  <a:lnTo>
                    <a:pt x="6505" y="229"/>
                  </a:lnTo>
                  <a:lnTo>
                    <a:pt x="6254" y="195"/>
                  </a:lnTo>
                  <a:lnTo>
                    <a:pt x="6254" y="195"/>
                  </a:lnTo>
                  <a:lnTo>
                    <a:pt x="5661" y="241"/>
                  </a:lnTo>
                  <a:lnTo>
                    <a:pt x="5490" y="435"/>
                  </a:lnTo>
                  <a:lnTo>
                    <a:pt x="5524" y="880"/>
                  </a:lnTo>
                  <a:lnTo>
                    <a:pt x="5239" y="800"/>
                  </a:lnTo>
                  <a:lnTo>
                    <a:pt x="4622" y="834"/>
                  </a:lnTo>
                  <a:lnTo>
                    <a:pt x="4406" y="629"/>
                  </a:lnTo>
                  <a:lnTo>
                    <a:pt x="4177" y="777"/>
                  </a:lnTo>
                  <a:lnTo>
                    <a:pt x="3892" y="651"/>
                  </a:lnTo>
                  <a:lnTo>
                    <a:pt x="3356" y="640"/>
                  </a:lnTo>
                  <a:lnTo>
                    <a:pt x="2557" y="423"/>
                  </a:lnTo>
                  <a:lnTo>
                    <a:pt x="1838" y="355"/>
                  </a:lnTo>
                  <a:lnTo>
                    <a:pt x="1313" y="377"/>
                  </a:lnTo>
                  <a:lnTo>
                    <a:pt x="971" y="606"/>
                  </a:lnTo>
                  <a:lnTo>
                    <a:pt x="662" y="651"/>
                  </a:lnTo>
                  <a:lnTo>
                    <a:pt x="1096" y="1405"/>
                  </a:lnTo>
                  <a:lnTo>
                    <a:pt x="1062" y="1667"/>
                  </a:lnTo>
                  <a:lnTo>
                    <a:pt x="731" y="1770"/>
                  </a:lnTo>
                  <a:lnTo>
                    <a:pt x="183" y="2489"/>
                  </a:lnTo>
                  <a:lnTo>
                    <a:pt x="411" y="2888"/>
                  </a:lnTo>
                  <a:lnTo>
                    <a:pt x="263" y="2831"/>
                  </a:lnTo>
                  <a:lnTo>
                    <a:pt x="103" y="3082"/>
                  </a:lnTo>
                  <a:lnTo>
                    <a:pt x="1" y="3436"/>
                  </a:lnTo>
                  <a:lnTo>
                    <a:pt x="411" y="3676"/>
                  </a:lnTo>
                  <a:lnTo>
                    <a:pt x="503" y="3904"/>
                  </a:lnTo>
                  <a:lnTo>
                    <a:pt x="777" y="3721"/>
                  </a:lnTo>
                  <a:lnTo>
                    <a:pt x="1233" y="3824"/>
                  </a:lnTo>
                  <a:lnTo>
                    <a:pt x="1690" y="3824"/>
                  </a:lnTo>
                  <a:lnTo>
                    <a:pt x="2032" y="4029"/>
                  </a:lnTo>
                  <a:lnTo>
                    <a:pt x="2260" y="3904"/>
                  </a:lnTo>
                  <a:lnTo>
                    <a:pt x="2774" y="3824"/>
                  </a:lnTo>
                  <a:lnTo>
                    <a:pt x="2911" y="3607"/>
                  </a:lnTo>
                  <a:lnTo>
                    <a:pt x="3207" y="3607"/>
                  </a:lnTo>
                  <a:lnTo>
                    <a:pt x="3367" y="3482"/>
                  </a:lnTo>
                  <a:lnTo>
                    <a:pt x="3824" y="3390"/>
                  </a:lnTo>
                  <a:lnTo>
                    <a:pt x="4383" y="3664"/>
                  </a:lnTo>
                  <a:lnTo>
                    <a:pt x="4668" y="3710"/>
                  </a:lnTo>
                  <a:lnTo>
                    <a:pt x="5022" y="3938"/>
                  </a:lnTo>
                  <a:lnTo>
                    <a:pt x="5022" y="4235"/>
                  </a:lnTo>
                  <a:lnTo>
                    <a:pt x="5296" y="4395"/>
                  </a:lnTo>
                  <a:lnTo>
                    <a:pt x="5456" y="4760"/>
                  </a:lnTo>
                  <a:lnTo>
                    <a:pt x="5741" y="4977"/>
                  </a:lnTo>
                  <a:lnTo>
                    <a:pt x="5707" y="5114"/>
                  </a:lnTo>
                  <a:lnTo>
                    <a:pt x="5855" y="5205"/>
                  </a:lnTo>
                  <a:lnTo>
                    <a:pt x="5684" y="5273"/>
                  </a:lnTo>
                  <a:lnTo>
                    <a:pt x="5250" y="5250"/>
                  </a:lnTo>
                  <a:lnTo>
                    <a:pt x="5170" y="5114"/>
                  </a:lnTo>
                  <a:lnTo>
                    <a:pt x="5022" y="5193"/>
                  </a:lnTo>
                  <a:lnTo>
                    <a:pt x="5090" y="5342"/>
                  </a:lnTo>
                  <a:lnTo>
                    <a:pt x="4942" y="5627"/>
                  </a:lnTo>
                  <a:lnTo>
                    <a:pt x="4862" y="5935"/>
                  </a:lnTo>
                  <a:lnTo>
                    <a:pt x="4691" y="6027"/>
                  </a:lnTo>
                  <a:lnTo>
                    <a:pt x="5033" y="6186"/>
                  </a:lnTo>
                  <a:lnTo>
                    <a:pt x="5353" y="6049"/>
                  </a:lnTo>
                  <a:lnTo>
                    <a:pt x="5695" y="6198"/>
                  </a:lnTo>
                  <a:lnTo>
                    <a:pt x="6163" y="5547"/>
                  </a:lnTo>
                  <a:lnTo>
                    <a:pt x="6346" y="5056"/>
                  </a:lnTo>
                  <a:lnTo>
                    <a:pt x="6996" y="4942"/>
                  </a:lnTo>
                  <a:lnTo>
                    <a:pt x="7087" y="5285"/>
                  </a:lnTo>
                  <a:lnTo>
                    <a:pt x="8229" y="5502"/>
                  </a:lnTo>
                  <a:lnTo>
                    <a:pt x="8480" y="5707"/>
                  </a:lnTo>
                  <a:lnTo>
                    <a:pt x="7829" y="6004"/>
                  </a:lnTo>
                  <a:lnTo>
                    <a:pt x="7738" y="6175"/>
                  </a:lnTo>
                  <a:lnTo>
                    <a:pt x="8560" y="6426"/>
                  </a:lnTo>
                  <a:lnTo>
                    <a:pt x="8480" y="6848"/>
                  </a:lnTo>
                  <a:lnTo>
                    <a:pt x="8902" y="7031"/>
                  </a:lnTo>
                  <a:lnTo>
                    <a:pt x="9804" y="6517"/>
                  </a:lnTo>
                  <a:lnTo>
                    <a:pt x="10557" y="6357"/>
                  </a:lnTo>
                  <a:lnTo>
                    <a:pt x="10648" y="6049"/>
                  </a:lnTo>
                  <a:lnTo>
                    <a:pt x="9918" y="6106"/>
                  </a:lnTo>
                  <a:lnTo>
                    <a:pt x="9530" y="5890"/>
                  </a:lnTo>
                  <a:lnTo>
                    <a:pt x="9393" y="5330"/>
                  </a:lnTo>
                  <a:lnTo>
                    <a:pt x="9941" y="4999"/>
                  </a:lnTo>
                  <a:lnTo>
                    <a:pt x="10602" y="4965"/>
                  </a:lnTo>
                  <a:lnTo>
                    <a:pt x="11025" y="4680"/>
                  </a:lnTo>
                  <a:lnTo>
                    <a:pt x="11584" y="4600"/>
                  </a:lnTo>
                  <a:lnTo>
                    <a:pt x="11527" y="4201"/>
                  </a:lnTo>
                  <a:lnTo>
                    <a:pt x="11846" y="3961"/>
                  </a:lnTo>
                  <a:lnTo>
                    <a:pt x="12508" y="3892"/>
                  </a:lnTo>
                  <a:lnTo>
                    <a:pt x="12554" y="3596"/>
                  </a:lnTo>
                  <a:lnTo>
                    <a:pt x="12303" y="3105"/>
                  </a:lnTo>
                  <a:lnTo>
                    <a:pt x="12485" y="2649"/>
                  </a:lnTo>
                  <a:lnTo>
                    <a:pt x="12428" y="2375"/>
                  </a:lnTo>
                  <a:lnTo>
                    <a:pt x="11344" y="2089"/>
                  </a:lnTo>
                  <a:lnTo>
                    <a:pt x="10933" y="2112"/>
                  </a:lnTo>
                  <a:lnTo>
                    <a:pt x="10420" y="1690"/>
                  </a:lnTo>
                  <a:lnTo>
                    <a:pt x="9918" y="1838"/>
                  </a:lnTo>
                  <a:lnTo>
                    <a:pt x="8971" y="1519"/>
                  </a:lnTo>
                  <a:lnTo>
                    <a:pt x="8948" y="1348"/>
                  </a:lnTo>
                  <a:lnTo>
                    <a:pt x="8628" y="971"/>
                  </a:lnTo>
                  <a:lnTo>
                    <a:pt x="8058" y="937"/>
                  </a:lnTo>
                  <a:lnTo>
                    <a:pt x="7966" y="663"/>
                  </a:lnTo>
                  <a:lnTo>
                    <a:pt x="8092" y="480"/>
                  </a:lnTo>
                  <a:close/>
                </a:path>
              </a:pathLst>
            </a:custGeom>
            <a:solidFill>
              <a:schemeClr val="accent2"/>
            </a:solidFill>
            <a:ln w="9525" cap="flat" cmpd="sng">
              <a:solidFill>
                <a:schemeClr val="accent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162525" tIns="162525" rIns="162525" bIns="1625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3200"/>
                <a:buFont typeface="Calibri"/>
                <a:buNone/>
              </a:pPr>
              <a:endParaRPr sz="3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070" name="Google Shape;1070;p38"/>
            <p:cNvSpPr/>
            <p:nvPr/>
          </p:nvSpPr>
          <p:spPr>
            <a:xfrm>
              <a:off x="2610425" y="3795125"/>
              <a:ext cx="97300" cy="109875"/>
            </a:xfrm>
            <a:custGeom>
              <a:avLst/>
              <a:gdLst/>
              <a:ahLst/>
              <a:cxnLst/>
              <a:rect l="l" t="t" r="r" b="b"/>
              <a:pathLst>
                <a:path w="3892" h="4395" extrusionOk="0">
                  <a:moveTo>
                    <a:pt x="3892" y="3333"/>
                  </a:moveTo>
                  <a:lnTo>
                    <a:pt x="3595" y="2797"/>
                  </a:lnTo>
                  <a:lnTo>
                    <a:pt x="3869" y="2374"/>
                  </a:lnTo>
                  <a:lnTo>
                    <a:pt x="3321" y="1758"/>
                  </a:lnTo>
                  <a:lnTo>
                    <a:pt x="2637" y="1256"/>
                  </a:lnTo>
                  <a:lnTo>
                    <a:pt x="1758" y="674"/>
                  </a:lnTo>
                  <a:lnTo>
                    <a:pt x="1484" y="708"/>
                  </a:lnTo>
                  <a:lnTo>
                    <a:pt x="605" y="1"/>
                  </a:lnTo>
                  <a:lnTo>
                    <a:pt x="115" y="103"/>
                  </a:lnTo>
                  <a:lnTo>
                    <a:pt x="46" y="834"/>
                  </a:lnTo>
                  <a:lnTo>
                    <a:pt x="0" y="1758"/>
                  </a:lnTo>
                  <a:lnTo>
                    <a:pt x="160" y="2660"/>
                  </a:lnTo>
                  <a:lnTo>
                    <a:pt x="35" y="2854"/>
                  </a:lnTo>
                  <a:lnTo>
                    <a:pt x="92" y="3459"/>
                  </a:lnTo>
                  <a:lnTo>
                    <a:pt x="640" y="3961"/>
                  </a:lnTo>
                  <a:lnTo>
                    <a:pt x="1153" y="3926"/>
                  </a:lnTo>
                  <a:lnTo>
                    <a:pt x="1929" y="4314"/>
                  </a:lnTo>
                  <a:lnTo>
                    <a:pt x="2317" y="4223"/>
                  </a:lnTo>
                  <a:lnTo>
                    <a:pt x="2911" y="4394"/>
                  </a:lnTo>
                  <a:lnTo>
                    <a:pt x="3664" y="3904"/>
                  </a:lnTo>
                  <a:close/>
                </a:path>
              </a:pathLst>
            </a:custGeom>
            <a:solidFill>
              <a:schemeClr val="accent2"/>
            </a:solidFill>
            <a:ln w="9525" cap="flat" cmpd="sng">
              <a:solidFill>
                <a:schemeClr val="accent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162525" tIns="162525" rIns="162525" bIns="1625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3200"/>
                <a:buFont typeface="Calibri"/>
                <a:buNone/>
              </a:pPr>
              <a:endParaRPr sz="3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071" name="Google Shape;1071;p38"/>
            <p:cNvSpPr/>
            <p:nvPr/>
          </p:nvSpPr>
          <p:spPr>
            <a:xfrm>
              <a:off x="586475" y="1543225"/>
              <a:ext cx="1932400" cy="1139800"/>
            </a:xfrm>
            <a:custGeom>
              <a:avLst/>
              <a:gdLst/>
              <a:ahLst/>
              <a:cxnLst/>
              <a:rect l="l" t="t" r="r" b="b"/>
              <a:pathLst>
                <a:path w="77296" h="45592" extrusionOk="0">
                  <a:moveTo>
                    <a:pt x="2716" y="45432"/>
                  </a:moveTo>
                  <a:lnTo>
                    <a:pt x="3002" y="45307"/>
                  </a:lnTo>
                  <a:lnTo>
                    <a:pt x="3355" y="45101"/>
                  </a:lnTo>
                  <a:lnTo>
                    <a:pt x="3390" y="45044"/>
                  </a:lnTo>
                  <a:lnTo>
                    <a:pt x="3253" y="44736"/>
                  </a:lnTo>
                  <a:lnTo>
                    <a:pt x="3161" y="44622"/>
                  </a:lnTo>
                  <a:lnTo>
                    <a:pt x="3047" y="44531"/>
                  </a:lnTo>
                  <a:lnTo>
                    <a:pt x="2773" y="44371"/>
                  </a:lnTo>
                  <a:lnTo>
                    <a:pt x="2716" y="44359"/>
                  </a:lnTo>
                  <a:lnTo>
                    <a:pt x="2659" y="44451"/>
                  </a:lnTo>
                  <a:lnTo>
                    <a:pt x="2659" y="44633"/>
                  </a:lnTo>
                  <a:lnTo>
                    <a:pt x="2488" y="44770"/>
                  </a:lnTo>
                  <a:lnTo>
                    <a:pt x="2431" y="44873"/>
                  </a:lnTo>
                  <a:lnTo>
                    <a:pt x="2488" y="45204"/>
                  </a:lnTo>
                  <a:lnTo>
                    <a:pt x="2397" y="45455"/>
                  </a:lnTo>
                  <a:lnTo>
                    <a:pt x="2568" y="45592"/>
                  </a:lnTo>
                  <a:close/>
                  <a:moveTo>
                    <a:pt x="2625" y="44017"/>
                  </a:moveTo>
                  <a:lnTo>
                    <a:pt x="2716" y="43914"/>
                  </a:lnTo>
                  <a:lnTo>
                    <a:pt x="2545" y="43777"/>
                  </a:lnTo>
                  <a:lnTo>
                    <a:pt x="2283" y="43686"/>
                  </a:lnTo>
                  <a:lnTo>
                    <a:pt x="2191" y="43766"/>
                  </a:lnTo>
                  <a:lnTo>
                    <a:pt x="2191" y="43823"/>
                  </a:lnTo>
                  <a:lnTo>
                    <a:pt x="2260" y="43892"/>
                  </a:lnTo>
                  <a:lnTo>
                    <a:pt x="2340" y="44086"/>
                  </a:lnTo>
                  <a:close/>
                  <a:moveTo>
                    <a:pt x="2203" y="43538"/>
                  </a:moveTo>
                  <a:lnTo>
                    <a:pt x="1826" y="43504"/>
                  </a:lnTo>
                  <a:lnTo>
                    <a:pt x="1746" y="43606"/>
                  </a:lnTo>
                  <a:lnTo>
                    <a:pt x="2157" y="43629"/>
                  </a:lnTo>
                  <a:close/>
                  <a:moveTo>
                    <a:pt x="1530" y="43401"/>
                  </a:moveTo>
                  <a:lnTo>
                    <a:pt x="1370" y="43104"/>
                  </a:lnTo>
                  <a:lnTo>
                    <a:pt x="1336" y="43047"/>
                  </a:lnTo>
                  <a:lnTo>
                    <a:pt x="1084" y="43173"/>
                  </a:lnTo>
                  <a:lnTo>
                    <a:pt x="1107" y="43207"/>
                  </a:lnTo>
                  <a:lnTo>
                    <a:pt x="1164" y="43424"/>
                  </a:lnTo>
                  <a:lnTo>
                    <a:pt x="1415" y="43446"/>
                  </a:lnTo>
                  <a:lnTo>
                    <a:pt x="1472" y="43458"/>
                  </a:lnTo>
                  <a:close/>
                  <a:moveTo>
                    <a:pt x="343" y="42807"/>
                  </a:moveTo>
                  <a:lnTo>
                    <a:pt x="388" y="42591"/>
                  </a:lnTo>
                  <a:lnTo>
                    <a:pt x="206" y="42579"/>
                  </a:lnTo>
                  <a:lnTo>
                    <a:pt x="57" y="42659"/>
                  </a:lnTo>
                  <a:lnTo>
                    <a:pt x="0" y="42739"/>
                  </a:lnTo>
                  <a:lnTo>
                    <a:pt x="229" y="42887"/>
                  </a:lnTo>
                  <a:close/>
                  <a:moveTo>
                    <a:pt x="59138" y="18100"/>
                  </a:moveTo>
                  <a:lnTo>
                    <a:pt x="58910" y="18100"/>
                  </a:lnTo>
                  <a:lnTo>
                    <a:pt x="58716" y="18442"/>
                  </a:lnTo>
                  <a:lnTo>
                    <a:pt x="57278" y="18442"/>
                  </a:lnTo>
                  <a:lnTo>
                    <a:pt x="54882" y="18442"/>
                  </a:lnTo>
                  <a:lnTo>
                    <a:pt x="52496" y="18442"/>
                  </a:lnTo>
                  <a:lnTo>
                    <a:pt x="50385" y="18442"/>
                  </a:lnTo>
                  <a:lnTo>
                    <a:pt x="48297" y="18442"/>
                  </a:lnTo>
                  <a:lnTo>
                    <a:pt x="46220" y="18442"/>
                  </a:lnTo>
                  <a:lnTo>
                    <a:pt x="44086" y="18442"/>
                  </a:lnTo>
                  <a:lnTo>
                    <a:pt x="43401" y="18442"/>
                  </a:lnTo>
                  <a:lnTo>
                    <a:pt x="41312" y="18442"/>
                  </a:lnTo>
                  <a:lnTo>
                    <a:pt x="39338" y="18442"/>
                  </a:lnTo>
                  <a:lnTo>
                    <a:pt x="39098" y="19173"/>
                  </a:lnTo>
                  <a:lnTo>
                    <a:pt x="38768" y="19892"/>
                  </a:lnTo>
                  <a:lnTo>
                    <a:pt x="38437" y="20120"/>
                  </a:lnTo>
                  <a:lnTo>
                    <a:pt x="38596" y="19287"/>
                  </a:lnTo>
                  <a:lnTo>
                    <a:pt x="37763" y="18979"/>
                  </a:lnTo>
                  <a:lnTo>
                    <a:pt x="37569" y="19150"/>
                  </a:lnTo>
                  <a:lnTo>
                    <a:pt x="37512" y="19572"/>
                  </a:lnTo>
                  <a:lnTo>
                    <a:pt x="37250" y="20337"/>
                  </a:lnTo>
                  <a:lnTo>
                    <a:pt x="36656" y="21524"/>
                  </a:lnTo>
                  <a:lnTo>
                    <a:pt x="36086" y="22323"/>
                  </a:lnTo>
                  <a:lnTo>
                    <a:pt x="35515" y="23121"/>
                  </a:lnTo>
                  <a:lnTo>
                    <a:pt x="34739" y="23943"/>
                  </a:lnTo>
                  <a:lnTo>
                    <a:pt x="34579" y="24616"/>
                  </a:lnTo>
                  <a:lnTo>
                    <a:pt x="34180" y="25370"/>
                  </a:lnTo>
                  <a:lnTo>
                    <a:pt x="33632" y="26111"/>
                  </a:lnTo>
                  <a:lnTo>
                    <a:pt x="33769" y="26602"/>
                  </a:lnTo>
                  <a:lnTo>
                    <a:pt x="33495" y="27344"/>
                  </a:lnTo>
                  <a:lnTo>
                    <a:pt x="33712" y="28109"/>
                  </a:lnTo>
                  <a:lnTo>
                    <a:pt x="33895" y="28428"/>
                  </a:lnTo>
                  <a:lnTo>
                    <a:pt x="33780" y="28645"/>
                  </a:lnTo>
                  <a:lnTo>
                    <a:pt x="33837" y="29923"/>
                  </a:lnTo>
                  <a:lnTo>
                    <a:pt x="34203" y="30847"/>
                  </a:lnTo>
                  <a:lnTo>
                    <a:pt x="34089" y="31350"/>
                  </a:lnTo>
                  <a:lnTo>
                    <a:pt x="34225" y="31498"/>
                  </a:lnTo>
                  <a:lnTo>
                    <a:pt x="34887" y="31589"/>
                  </a:lnTo>
                  <a:lnTo>
                    <a:pt x="35070" y="31840"/>
                  </a:lnTo>
                  <a:lnTo>
                    <a:pt x="35469" y="31875"/>
                  </a:lnTo>
                  <a:lnTo>
                    <a:pt x="35458" y="32148"/>
                  </a:lnTo>
                  <a:lnTo>
                    <a:pt x="35766" y="32251"/>
                  </a:lnTo>
                  <a:lnTo>
                    <a:pt x="36063" y="32776"/>
                  </a:lnTo>
                  <a:lnTo>
                    <a:pt x="36029" y="33233"/>
                  </a:lnTo>
                  <a:lnTo>
                    <a:pt x="36919" y="33164"/>
                  </a:lnTo>
                  <a:lnTo>
                    <a:pt x="37923" y="33061"/>
                  </a:lnTo>
                  <a:lnTo>
                    <a:pt x="37775" y="33244"/>
                  </a:lnTo>
                  <a:lnTo>
                    <a:pt x="38790" y="33689"/>
                  </a:lnTo>
                  <a:lnTo>
                    <a:pt x="40320" y="34317"/>
                  </a:lnTo>
                  <a:lnTo>
                    <a:pt x="41849" y="34317"/>
                  </a:lnTo>
                  <a:lnTo>
                    <a:pt x="42454" y="34317"/>
                  </a:lnTo>
                  <a:lnTo>
                    <a:pt x="42568" y="33952"/>
                  </a:lnTo>
                  <a:lnTo>
                    <a:pt x="43903" y="33952"/>
                  </a:lnTo>
                  <a:lnTo>
                    <a:pt x="44086" y="34260"/>
                  </a:lnTo>
                  <a:lnTo>
                    <a:pt x="44382" y="34545"/>
                  </a:lnTo>
                  <a:lnTo>
                    <a:pt x="44725" y="34944"/>
                  </a:lnTo>
                  <a:lnTo>
                    <a:pt x="44839" y="35412"/>
                  </a:lnTo>
                  <a:lnTo>
                    <a:pt x="44896" y="35914"/>
                  </a:lnTo>
                  <a:lnTo>
                    <a:pt x="45215" y="36188"/>
                  </a:lnTo>
                  <a:lnTo>
                    <a:pt x="45786" y="36451"/>
                  </a:lnTo>
                  <a:lnTo>
                    <a:pt x="46471" y="35743"/>
                  </a:lnTo>
                  <a:lnTo>
                    <a:pt x="47098" y="35732"/>
                  </a:lnTo>
                  <a:lnTo>
                    <a:pt x="47532" y="36086"/>
                  </a:lnTo>
                  <a:lnTo>
                    <a:pt x="47760" y="36713"/>
                  </a:lnTo>
                  <a:lnTo>
                    <a:pt x="47909" y="37238"/>
                  </a:lnTo>
                  <a:lnTo>
                    <a:pt x="48251" y="37752"/>
                  </a:lnTo>
                  <a:lnTo>
                    <a:pt x="48274" y="38391"/>
                  </a:lnTo>
                  <a:lnTo>
                    <a:pt x="48388" y="38825"/>
                  </a:lnTo>
                  <a:lnTo>
                    <a:pt x="48947" y="39110"/>
                  </a:lnTo>
                  <a:lnTo>
                    <a:pt x="49461" y="39304"/>
                  </a:lnTo>
                  <a:lnTo>
                    <a:pt x="49757" y="39281"/>
                  </a:lnTo>
                  <a:lnTo>
                    <a:pt x="49678" y="38961"/>
                  </a:lnTo>
                  <a:lnTo>
                    <a:pt x="49735" y="38528"/>
                  </a:lnTo>
                  <a:lnTo>
                    <a:pt x="49872" y="37900"/>
                  </a:lnTo>
                  <a:lnTo>
                    <a:pt x="50145" y="37501"/>
                  </a:lnTo>
                  <a:lnTo>
                    <a:pt x="50670" y="37056"/>
                  </a:lnTo>
                  <a:lnTo>
                    <a:pt x="51526" y="36668"/>
                  </a:lnTo>
                  <a:lnTo>
                    <a:pt x="52405" y="35994"/>
                  </a:lnTo>
                  <a:lnTo>
                    <a:pt x="53101" y="35789"/>
                  </a:lnTo>
                  <a:lnTo>
                    <a:pt x="53603" y="35732"/>
                  </a:lnTo>
                  <a:lnTo>
                    <a:pt x="54094" y="35926"/>
                  </a:lnTo>
                  <a:lnTo>
                    <a:pt x="54802" y="35812"/>
                  </a:lnTo>
                  <a:lnTo>
                    <a:pt x="55270" y="36302"/>
                  </a:lnTo>
                  <a:lnTo>
                    <a:pt x="55806" y="36325"/>
                  </a:lnTo>
                  <a:lnTo>
                    <a:pt x="56148" y="36154"/>
                  </a:lnTo>
                  <a:lnTo>
                    <a:pt x="56399" y="36280"/>
                  </a:lnTo>
                  <a:lnTo>
                    <a:pt x="56582" y="36166"/>
                  </a:lnTo>
                  <a:lnTo>
                    <a:pt x="56456" y="35983"/>
                  </a:lnTo>
                  <a:lnTo>
                    <a:pt x="56548" y="35629"/>
                  </a:lnTo>
                  <a:lnTo>
                    <a:pt x="56479" y="35389"/>
                  </a:lnTo>
                  <a:lnTo>
                    <a:pt x="56822" y="35241"/>
                  </a:lnTo>
                  <a:lnTo>
                    <a:pt x="57426" y="35184"/>
                  </a:lnTo>
                  <a:lnTo>
                    <a:pt x="58088" y="35287"/>
                  </a:lnTo>
                  <a:lnTo>
                    <a:pt x="58979" y="35173"/>
                  </a:lnTo>
                  <a:lnTo>
                    <a:pt x="59401" y="35389"/>
                  </a:lnTo>
                  <a:lnTo>
                    <a:pt x="59686" y="35812"/>
                  </a:lnTo>
                  <a:lnTo>
                    <a:pt x="59812" y="35857"/>
                  </a:lnTo>
                  <a:lnTo>
                    <a:pt x="60690" y="35447"/>
                  </a:lnTo>
                  <a:lnTo>
                    <a:pt x="60953" y="35583"/>
                  </a:lnTo>
                  <a:lnTo>
                    <a:pt x="61387" y="36337"/>
                  </a:lnTo>
                  <a:lnTo>
                    <a:pt x="61501" y="36839"/>
                  </a:lnTo>
                  <a:lnTo>
                    <a:pt x="61215" y="37444"/>
                  </a:lnTo>
                  <a:lnTo>
                    <a:pt x="61272" y="37797"/>
                  </a:lnTo>
                  <a:lnTo>
                    <a:pt x="61501" y="38494"/>
                  </a:lnTo>
                  <a:lnTo>
                    <a:pt x="61786" y="39281"/>
                  </a:lnTo>
                  <a:lnTo>
                    <a:pt x="62037" y="39475"/>
                  </a:lnTo>
                  <a:lnTo>
                    <a:pt x="62094" y="39874"/>
                  </a:lnTo>
                  <a:lnTo>
                    <a:pt x="62471" y="39989"/>
                  </a:lnTo>
                  <a:lnTo>
                    <a:pt x="62710" y="39874"/>
                  </a:lnTo>
                  <a:lnTo>
                    <a:pt x="62996" y="39327"/>
                  </a:lnTo>
                  <a:lnTo>
                    <a:pt x="63098" y="38961"/>
                  </a:lnTo>
                  <a:lnTo>
                    <a:pt x="63224" y="38357"/>
                  </a:lnTo>
                  <a:lnTo>
                    <a:pt x="63053" y="37295"/>
                  </a:lnTo>
                  <a:lnTo>
                    <a:pt x="63121" y="36907"/>
                  </a:lnTo>
                  <a:lnTo>
                    <a:pt x="62916" y="36268"/>
                  </a:lnTo>
                  <a:lnTo>
                    <a:pt x="62813" y="35504"/>
                  </a:lnTo>
                  <a:lnTo>
                    <a:pt x="62824" y="34876"/>
                  </a:lnTo>
                  <a:lnTo>
                    <a:pt x="63087" y="34225"/>
                  </a:lnTo>
                  <a:lnTo>
                    <a:pt x="63578" y="33689"/>
                  </a:lnTo>
                  <a:lnTo>
                    <a:pt x="64114" y="33255"/>
                  </a:lnTo>
                  <a:lnTo>
                    <a:pt x="65095" y="32673"/>
                  </a:lnTo>
                  <a:lnTo>
                    <a:pt x="65278" y="32365"/>
                  </a:lnTo>
                  <a:lnTo>
                    <a:pt x="65746" y="32034"/>
                  </a:lnTo>
                  <a:lnTo>
                    <a:pt x="66145" y="31977"/>
                  </a:lnTo>
                  <a:lnTo>
                    <a:pt x="66773" y="31429"/>
                  </a:lnTo>
                  <a:lnTo>
                    <a:pt x="67629" y="31167"/>
                  </a:lnTo>
                  <a:lnTo>
                    <a:pt x="68291" y="30482"/>
                  </a:lnTo>
                  <a:lnTo>
                    <a:pt x="68416" y="29546"/>
                  </a:lnTo>
                  <a:lnTo>
                    <a:pt x="68428" y="29238"/>
                  </a:lnTo>
                  <a:lnTo>
                    <a:pt x="68234" y="29181"/>
                  </a:lnTo>
                  <a:lnTo>
                    <a:pt x="68451" y="28303"/>
                  </a:lnTo>
                  <a:lnTo>
                    <a:pt x="68017" y="27994"/>
                  </a:lnTo>
                  <a:lnTo>
                    <a:pt x="68473" y="28143"/>
                  </a:lnTo>
                  <a:lnTo>
                    <a:pt x="68473" y="27549"/>
                  </a:lnTo>
                  <a:lnTo>
                    <a:pt x="68747" y="27173"/>
                  </a:lnTo>
                  <a:lnTo>
                    <a:pt x="68599" y="27926"/>
                  </a:lnTo>
                  <a:lnTo>
                    <a:pt x="68884" y="28280"/>
                  </a:lnTo>
                  <a:lnTo>
                    <a:pt x="68473" y="28907"/>
                  </a:lnTo>
                  <a:lnTo>
                    <a:pt x="68531" y="28942"/>
                  </a:lnTo>
                  <a:lnTo>
                    <a:pt x="69158" y="28211"/>
                  </a:lnTo>
                  <a:lnTo>
                    <a:pt x="69501" y="27857"/>
                  </a:lnTo>
                  <a:lnTo>
                    <a:pt x="69592" y="27492"/>
                  </a:lnTo>
                  <a:lnTo>
                    <a:pt x="69455" y="27344"/>
                  </a:lnTo>
                  <a:lnTo>
                    <a:pt x="69444" y="26842"/>
                  </a:lnTo>
                  <a:lnTo>
                    <a:pt x="69615" y="27070"/>
                  </a:lnTo>
                  <a:lnTo>
                    <a:pt x="69774" y="27127"/>
                  </a:lnTo>
                  <a:lnTo>
                    <a:pt x="69763" y="27355"/>
                  </a:lnTo>
                  <a:lnTo>
                    <a:pt x="70505" y="26659"/>
                  </a:lnTo>
                  <a:lnTo>
                    <a:pt x="70859" y="26009"/>
                  </a:lnTo>
                  <a:lnTo>
                    <a:pt x="70653" y="25974"/>
                  </a:lnTo>
                  <a:lnTo>
                    <a:pt x="70961" y="25712"/>
                  </a:lnTo>
                  <a:lnTo>
                    <a:pt x="70904" y="25826"/>
                  </a:lnTo>
                  <a:lnTo>
                    <a:pt x="71372" y="25826"/>
                  </a:lnTo>
                  <a:lnTo>
                    <a:pt x="72479" y="25552"/>
                  </a:lnTo>
                  <a:lnTo>
                    <a:pt x="72331" y="25381"/>
                  </a:lnTo>
                  <a:lnTo>
                    <a:pt x="71201" y="25552"/>
                  </a:lnTo>
                  <a:lnTo>
                    <a:pt x="71886" y="25301"/>
                  </a:lnTo>
                  <a:lnTo>
                    <a:pt x="72331" y="25255"/>
                  </a:lnTo>
                  <a:lnTo>
                    <a:pt x="72673" y="25210"/>
                  </a:lnTo>
                  <a:lnTo>
                    <a:pt x="73255" y="25061"/>
                  </a:lnTo>
                  <a:lnTo>
                    <a:pt x="73598" y="25073"/>
                  </a:lnTo>
                  <a:lnTo>
                    <a:pt x="74134" y="24925"/>
                  </a:lnTo>
                  <a:lnTo>
                    <a:pt x="74282" y="24685"/>
                  </a:lnTo>
                  <a:lnTo>
                    <a:pt x="74123" y="24491"/>
                  </a:lnTo>
                  <a:lnTo>
                    <a:pt x="74100" y="24799"/>
                  </a:lnTo>
                  <a:lnTo>
                    <a:pt x="73792" y="24788"/>
                  </a:lnTo>
                  <a:lnTo>
                    <a:pt x="73712" y="24320"/>
                  </a:lnTo>
                  <a:lnTo>
                    <a:pt x="73871" y="23840"/>
                  </a:lnTo>
                  <a:lnTo>
                    <a:pt x="74065" y="23658"/>
                  </a:lnTo>
                  <a:lnTo>
                    <a:pt x="74625" y="23133"/>
                  </a:lnTo>
                  <a:lnTo>
                    <a:pt x="75469" y="22870"/>
                  </a:lnTo>
                  <a:lnTo>
                    <a:pt x="76325" y="22574"/>
                  </a:lnTo>
                  <a:lnTo>
                    <a:pt x="77215" y="22151"/>
                  </a:lnTo>
                  <a:lnTo>
                    <a:pt x="77192" y="21866"/>
                  </a:lnTo>
                  <a:lnTo>
                    <a:pt x="76896" y="21364"/>
                  </a:lnTo>
                  <a:lnTo>
                    <a:pt x="77295" y="20154"/>
                  </a:lnTo>
                  <a:lnTo>
                    <a:pt x="77078" y="19892"/>
                  </a:lnTo>
                  <a:lnTo>
                    <a:pt x="76553" y="20052"/>
                  </a:lnTo>
                  <a:lnTo>
                    <a:pt x="76394" y="19812"/>
                  </a:lnTo>
                  <a:lnTo>
                    <a:pt x="75606" y="20474"/>
                  </a:lnTo>
                  <a:lnTo>
                    <a:pt x="75150" y="21181"/>
                  </a:lnTo>
                  <a:lnTo>
                    <a:pt x="74762" y="21581"/>
                  </a:lnTo>
                  <a:lnTo>
                    <a:pt x="74408" y="21706"/>
                  </a:lnTo>
                  <a:lnTo>
                    <a:pt x="74168" y="21752"/>
                  </a:lnTo>
                  <a:lnTo>
                    <a:pt x="74020" y="21980"/>
                  </a:lnTo>
                  <a:lnTo>
                    <a:pt x="72696" y="21980"/>
                  </a:lnTo>
                  <a:lnTo>
                    <a:pt x="71600" y="21980"/>
                  </a:lnTo>
                  <a:lnTo>
                    <a:pt x="71212" y="22151"/>
                  </a:lnTo>
                  <a:lnTo>
                    <a:pt x="70254" y="22745"/>
                  </a:lnTo>
                  <a:lnTo>
                    <a:pt x="70288" y="22870"/>
                  </a:lnTo>
                  <a:lnTo>
                    <a:pt x="70197" y="23213"/>
                  </a:lnTo>
                  <a:lnTo>
                    <a:pt x="69546" y="23498"/>
                  </a:lnTo>
                  <a:lnTo>
                    <a:pt x="68987" y="23430"/>
                  </a:lnTo>
                  <a:lnTo>
                    <a:pt x="68416" y="23407"/>
                  </a:lnTo>
                  <a:lnTo>
                    <a:pt x="68051" y="23498"/>
                  </a:lnTo>
                  <a:lnTo>
                    <a:pt x="68006" y="23760"/>
                  </a:lnTo>
                  <a:lnTo>
                    <a:pt x="68006" y="23760"/>
                  </a:lnTo>
                  <a:lnTo>
                    <a:pt x="67994" y="23840"/>
                  </a:lnTo>
                  <a:lnTo>
                    <a:pt x="67161" y="24377"/>
                  </a:lnTo>
                  <a:lnTo>
                    <a:pt x="66522" y="24628"/>
                  </a:lnTo>
                  <a:lnTo>
                    <a:pt x="66111" y="24742"/>
                  </a:lnTo>
                  <a:lnTo>
                    <a:pt x="65575" y="24982"/>
                  </a:lnTo>
                  <a:lnTo>
                    <a:pt x="65004" y="25119"/>
                  </a:lnTo>
                  <a:lnTo>
                    <a:pt x="64650" y="25073"/>
                  </a:lnTo>
                  <a:lnTo>
                    <a:pt x="64262" y="24890"/>
                  </a:lnTo>
                  <a:lnTo>
                    <a:pt x="64650" y="24548"/>
                  </a:lnTo>
                  <a:lnTo>
                    <a:pt x="64650" y="24548"/>
                  </a:lnTo>
                  <a:lnTo>
                    <a:pt x="64936" y="24228"/>
                  </a:lnTo>
                  <a:lnTo>
                    <a:pt x="65461" y="23749"/>
                  </a:lnTo>
                  <a:lnTo>
                    <a:pt x="65461" y="23749"/>
                  </a:lnTo>
                  <a:lnTo>
                    <a:pt x="65461" y="23749"/>
                  </a:lnTo>
                  <a:lnTo>
                    <a:pt x="65563" y="23384"/>
                  </a:lnTo>
                  <a:lnTo>
                    <a:pt x="65632" y="22893"/>
                  </a:lnTo>
                  <a:lnTo>
                    <a:pt x="65404" y="22790"/>
                  </a:lnTo>
                  <a:lnTo>
                    <a:pt x="64799" y="23190"/>
                  </a:lnTo>
                  <a:lnTo>
                    <a:pt x="64662" y="23178"/>
                  </a:lnTo>
                  <a:lnTo>
                    <a:pt x="64707" y="22962"/>
                  </a:lnTo>
                  <a:lnTo>
                    <a:pt x="65255" y="22608"/>
                  </a:lnTo>
                  <a:lnTo>
                    <a:pt x="65483" y="22208"/>
                  </a:lnTo>
                  <a:lnTo>
                    <a:pt x="65575" y="21809"/>
                  </a:lnTo>
                  <a:lnTo>
                    <a:pt x="65198" y="21467"/>
                  </a:lnTo>
                  <a:lnTo>
                    <a:pt x="64662" y="21273"/>
                  </a:lnTo>
                  <a:lnTo>
                    <a:pt x="64422" y="21615"/>
                  </a:lnTo>
                  <a:lnTo>
                    <a:pt x="64228" y="21706"/>
                  </a:lnTo>
                  <a:lnTo>
                    <a:pt x="63909" y="22151"/>
                  </a:lnTo>
                  <a:lnTo>
                    <a:pt x="63966" y="21843"/>
                  </a:lnTo>
                  <a:lnTo>
                    <a:pt x="63600" y="22060"/>
                  </a:lnTo>
                  <a:lnTo>
                    <a:pt x="63292" y="22345"/>
                  </a:lnTo>
                  <a:lnTo>
                    <a:pt x="62927" y="22790"/>
                  </a:lnTo>
                  <a:lnTo>
                    <a:pt x="62745" y="23156"/>
                  </a:lnTo>
                  <a:lnTo>
                    <a:pt x="62756" y="23703"/>
                  </a:lnTo>
                  <a:lnTo>
                    <a:pt x="62493" y="24274"/>
                  </a:lnTo>
                  <a:lnTo>
                    <a:pt x="62026" y="24696"/>
                  </a:lnTo>
                  <a:lnTo>
                    <a:pt x="61832" y="24833"/>
                  </a:lnTo>
                  <a:lnTo>
                    <a:pt x="61603" y="24925"/>
                  </a:lnTo>
                  <a:lnTo>
                    <a:pt x="61341" y="24925"/>
                  </a:lnTo>
                  <a:lnTo>
                    <a:pt x="61295" y="24867"/>
                  </a:lnTo>
                  <a:lnTo>
                    <a:pt x="61284" y="24400"/>
                  </a:lnTo>
                  <a:lnTo>
                    <a:pt x="61387" y="24171"/>
                  </a:lnTo>
                  <a:lnTo>
                    <a:pt x="61489" y="23954"/>
                  </a:lnTo>
                  <a:lnTo>
                    <a:pt x="61569" y="23532"/>
                  </a:lnTo>
                  <a:lnTo>
                    <a:pt x="61923" y="23030"/>
                  </a:lnTo>
                  <a:lnTo>
                    <a:pt x="62345" y="22414"/>
                  </a:lnTo>
                  <a:lnTo>
                    <a:pt x="62996" y="21752"/>
                  </a:lnTo>
                  <a:lnTo>
                    <a:pt x="62893" y="21752"/>
                  </a:lnTo>
                  <a:lnTo>
                    <a:pt x="62128" y="22323"/>
                  </a:lnTo>
                  <a:lnTo>
                    <a:pt x="62071" y="22220"/>
                  </a:lnTo>
                  <a:lnTo>
                    <a:pt x="62482" y="21889"/>
                  </a:lnTo>
                  <a:lnTo>
                    <a:pt x="63155" y="21318"/>
                  </a:lnTo>
                  <a:lnTo>
                    <a:pt x="63680" y="21250"/>
                  </a:lnTo>
                  <a:lnTo>
                    <a:pt x="64308" y="21067"/>
                  </a:lnTo>
                  <a:lnTo>
                    <a:pt x="64833" y="21158"/>
                  </a:lnTo>
                  <a:lnTo>
                    <a:pt x="64856" y="21158"/>
                  </a:lnTo>
                  <a:lnTo>
                    <a:pt x="65518" y="21090"/>
                  </a:lnTo>
                  <a:lnTo>
                    <a:pt x="65312" y="20736"/>
                  </a:lnTo>
                  <a:lnTo>
                    <a:pt x="65312" y="20736"/>
                  </a:lnTo>
                  <a:lnTo>
                    <a:pt x="65141" y="20702"/>
                  </a:lnTo>
                  <a:lnTo>
                    <a:pt x="65141" y="20702"/>
                  </a:lnTo>
                  <a:lnTo>
                    <a:pt x="65141" y="20702"/>
                  </a:lnTo>
                  <a:lnTo>
                    <a:pt x="64936" y="20668"/>
                  </a:lnTo>
                  <a:lnTo>
                    <a:pt x="64879" y="20417"/>
                  </a:lnTo>
                  <a:lnTo>
                    <a:pt x="64148" y="20497"/>
                  </a:lnTo>
                  <a:lnTo>
                    <a:pt x="63441" y="20691"/>
                  </a:lnTo>
                  <a:lnTo>
                    <a:pt x="63087" y="20360"/>
                  </a:lnTo>
                  <a:lnTo>
                    <a:pt x="62722" y="20246"/>
                  </a:lnTo>
                  <a:lnTo>
                    <a:pt x="63167" y="19778"/>
                  </a:lnTo>
                  <a:lnTo>
                    <a:pt x="62414" y="20063"/>
                  </a:lnTo>
                  <a:lnTo>
                    <a:pt x="61717" y="20360"/>
                  </a:lnTo>
                  <a:lnTo>
                    <a:pt x="61056" y="20576"/>
                  </a:lnTo>
                  <a:lnTo>
                    <a:pt x="60759" y="20280"/>
                  </a:lnTo>
                  <a:lnTo>
                    <a:pt x="59971" y="20462"/>
                  </a:lnTo>
                  <a:lnTo>
                    <a:pt x="60028" y="20337"/>
                  </a:lnTo>
                  <a:lnTo>
                    <a:pt x="60690" y="19960"/>
                  </a:lnTo>
                  <a:lnTo>
                    <a:pt x="61352" y="19606"/>
                  </a:lnTo>
                  <a:lnTo>
                    <a:pt x="62197" y="19310"/>
                  </a:lnTo>
                  <a:lnTo>
                    <a:pt x="62197" y="19310"/>
                  </a:lnTo>
                  <a:lnTo>
                    <a:pt x="62197" y="19310"/>
                  </a:lnTo>
                  <a:lnTo>
                    <a:pt x="61444" y="19081"/>
                  </a:lnTo>
                  <a:lnTo>
                    <a:pt x="60816" y="19196"/>
                  </a:lnTo>
                  <a:lnTo>
                    <a:pt x="60268" y="18922"/>
                  </a:lnTo>
                  <a:lnTo>
                    <a:pt x="59618" y="18785"/>
                  </a:lnTo>
                  <a:lnTo>
                    <a:pt x="59161" y="18728"/>
                  </a:lnTo>
                  <a:lnTo>
                    <a:pt x="59013" y="18579"/>
                  </a:lnTo>
                  <a:close/>
                  <a:moveTo>
                    <a:pt x="24810" y="11413"/>
                  </a:moveTo>
                  <a:lnTo>
                    <a:pt x="25792" y="11013"/>
                  </a:lnTo>
                  <a:lnTo>
                    <a:pt x="25792" y="10751"/>
                  </a:lnTo>
                  <a:lnTo>
                    <a:pt x="25427" y="10694"/>
                  </a:lnTo>
                  <a:lnTo>
                    <a:pt x="24936" y="10819"/>
                  </a:lnTo>
                  <a:lnTo>
                    <a:pt x="24023" y="11127"/>
                  </a:lnTo>
                  <a:lnTo>
                    <a:pt x="23715" y="11504"/>
                  </a:lnTo>
                  <a:lnTo>
                    <a:pt x="23818" y="11732"/>
                  </a:lnTo>
                  <a:close/>
                  <a:moveTo>
                    <a:pt x="19287" y="9073"/>
                  </a:moveTo>
                  <a:lnTo>
                    <a:pt x="19618" y="8742"/>
                  </a:lnTo>
                  <a:lnTo>
                    <a:pt x="19207" y="8674"/>
                  </a:lnTo>
                  <a:lnTo>
                    <a:pt x="18397" y="8811"/>
                  </a:lnTo>
                  <a:lnTo>
                    <a:pt x="18511" y="9039"/>
                  </a:lnTo>
                  <a:lnTo>
                    <a:pt x="18739" y="9199"/>
                  </a:lnTo>
                  <a:close/>
                  <a:moveTo>
                    <a:pt x="19458" y="5889"/>
                  </a:moveTo>
                  <a:lnTo>
                    <a:pt x="19024" y="6197"/>
                  </a:lnTo>
                  <a:lnTo>
                    <a:pt x="19081" y="6277"/>
                  </a:lnTo>
                  <a:lnTo>
                    <a:pt x="19675" y="6220"/>
                  </a:lnTo>
                  <a:lnTo>
                    <a:pt x="19721" y="6368"/>
                  </a:lnTo>
                  <a:lnTo>
                    <a:pt x="19960" y="6540"/>
                  </a:lnTo>
                  <a:lnTo>
                    <a:pt x="20656" y="6368"/>
                  </a:lnTo>
                  <a:lnTo>
                    <a:pt x="20828" y="6288"/>
                  </a:lnTo>
                  <a:lnTo>
                    <a:pt x="20360" y="6174"/>
                  </a:lnTo>
                  <a:lnTo>
                    <a:pt x="20131" y="5957"/>
                  </a:lnTo>
                  <a:lnTo>
                    <a:pt x="19652" y="6049"/>
                  </a:lnTo>
                  <a:close/>
                  <a:moveTo>
                    <a:pt x="37284" y="149"/>
                  </a:moveTo>
                  <a:lnTo>
                    <a:pt x="36656" y="0"/>
                  </a:lnTo>
                  <a:lnTo>
                    <a:pt x="35196" y="400"/>
                  </a:lnTo>
                  <a:lnTo>
                    <a:pt x="34739" y="354"/>
                  </a:lnTo>
                  <a:lnTo>
                    <a:pt x="33176" y="685"/>
                  </a:lnTo>
                  <a:lnTo>
                    <a:pt x="32491" y="765"/>
                  </a:lnTo>
                  <a:lnTo>
                    <a:pt x="31372" y="1119"/>
                  </a:lnTo>
                  <a:lnTo>
                    <a:pt x="30688" y="1495"/>
                  </a:lnTo>
                  <a:lnTo>
                    <a:pt x="29467" y="1849"/>
                  </a:lnTo>
                  <a:lnTo>
                    <a:pt x="28371" y="1861"/>
                  </a:lnTo>
                  <a:lnTo>
                    <a:pt x="27481" y="2283"/>
                  </a:lnTo>
                  <a:lnTo>
                    <a:pt x="27937" y="2522"/>
                  </a:lnTo>
                  <a:lnTo>
                    <a:pt x="28029" y="2853"/>
                  </a:lnTo>
                  <a:lnTo>
                    <a:pt x="27915" y="3230"/>
                  </a:lnTo>
                  <a:lnTo>
                    <a:pt x="28245" y="3538"/>
                  </a:lnTo>
                  <a:lnTo>
                    <a:pt x="28074" y="4029"/>
                  </a:lnTo>
                  <a:lnTo>
                    <a:pt x="26762" y="4063"/>
                  </a:lnTo>
                  <a:lnTo>
                    <a:pt x="27378" y="3664"/>
                  </a:lnTo>
                  <a:lnTo>
                    <a:pt x="26899" y="3664"/>
                  </a:lnTo>
                  <a:lnTo>
                    <a:pt x="25027" y="4052"/>
                  </a:lnTo>
                  <a:lnTo>
                    <a:pt x="23726" y="4371"/>
                  </a:lnTo>
                  <a:lnTo>
                    <a:pt x="23863" y="4851"/>
                  </a:lnTo>
                  <a:lnTo>
                    <a:pt x="23692" y="5159"/>
                  </a:lnTo>
                  <a:lnTo>
                    <a:pt x="24343" y="5364"/>
                  </a:lnTo>
                  <a:lnTo>
                    <a:pt x="25324" y="5261"/>
                  </a:lnTo>
                  <a:lnTo>
                    <a:pt x="25575" y="5444"/>
                  </a:lnTo>
                  <a:lnTo>
                    <a:pt x="25997" y="5261"/>
                  </a:lnTo>
                  <a:lnTo>
                    <a:pt x="26865" y="5090"/>
                  </a:lnTo>
                  <a:lnTo>
                    <a:pt x="27253" y="5090"/>
                  </a:lnTo>
                  <a:lnTo>
                    <a:pt x="26408" y="5387"/>
                  </a:lnTo>
                  <a:lnTo>
                    <a:pt x="26568" y="5535"/>
                  </a:lnTo>
                  <a:lnTo>
                    <a:pt x="26203" y="5900"/>
                  </a:lnTo>
                  <a:lnTo>
                    <a:pt x="25427" y="6163"/>
                  </a:lnTo>
                  <a:lnTo>
                    <a:pt x="25061" y="6083"/>
                  </a:lnTo>
                  <a:lnTo>
                    <a:pt x="24069" y="6471"/>
                  </a:lnTo>
                  <a:lnTo>
                    <a:pt x="23806" y="6345"/>
                  </a:lnTo>
                  <a:lnTo>
                    <a:pt x="23224" y="6403"/>
                  </a:lnTo>
                  <a:lnTo>
                    <a:pt x="22471" y="6825"/>
                  </a:lnTo>
                  <a:lnTo>
                    <a:pt x="21387" y="7270"/>
                  </a:lnTo>
                  <a:lnTo>
                    <a:pt x="20554" y="7761"/>
                  </a:lnTo>
                  <a:lnTo>
                    <a:pt x="20599" y="8103"/>
                  </a:lnTo>
                  <a:lnTo>
                    <a:pt x="20029" y="8571"/>
                  </a:lnTo>
                  <a:lnTo>
                    <a:pt x="20234" y="8765"/>
                  </a:lnTo>
                  <a:lnTo>
                    <a:pt x="20303" y="9153"/>
                  </a:lnTo>
                  <a:lnTo>
                    <a:pt x="21330" y="8993"/>
                  </a:lnTo>
                  <a:lnTo>
                    <a:pt x="21387" y="9301"/>
                  </a:lnTo>
                  <a:lnTo>
                    <a:pt x="20919" y="9598"/>
                  </a:lnTo>
                  <a:lnTo>
                    <a:pt x="20405" y="10100"/>
                  </a:lnTo>
                  <a:lnTo>
                    <a:pt x="20805" y="10100"/>
                  </a:lnTo>
                  <a:lnTo>
                    <a:pt x="21832" y="9769"/>
                  </a:lnTo>
                  <a:lnTo>
                    <a:pt x="21604" y="10180"/>
                  </a:lnTo>
                  <a:lnTo>
                    <a:pt x="22117" y="9883"/>
                  </a:lnTo>
                  <a:lnTo>
                    <a:pt x="22060" y="10306"/>
                  </a:lnTo>
                  <a:lnTo>
                    <a:pt x="22745" y="9997"/>
                  </a:lnTo>
                  <a:lnTo>
                    <a:pt x="22802" y="10157"/>
                  </a:lnTo>
                  <a:lnTo>
                    <a:pt x="23829" y="9895"/>
                  </a:lnTo>
                  <a:lnTo>
                    <a:pt x="22939" y="10385"/>
                  </a:lnTo>
                  <a:lnTo>
                    <a:pt x="22129" y="11024"/>
                  </a:lnTo>
                  <a:lnTo>
                    <a:pt x="21318" y="11321"/>
                  </a:lnTo>
                  <a:lnTo>
                    <a:pt x="20987" y="11492"/>
                  </a:lnTo>
                  <a:lnTo>
                    <a:pt x="19515" y="12006"/>
                  </a:lnTo>
                  <a:lnTo>
                    <a:pt x="18819" y="12348"/>
                  </a:lnTo>
                  <a:lnTo>
                    <a:pt x="17895" y="12451"/>
                  </a:lnTo>
                  <a:lnTo>
                    <a:pt x="16674" y="12919"/>
                  </a:lnTo>
                  <a:lnTo>
                    <a:pt x="15738" y="13181"/>
                  </a:lnTo>
                  <a:lnTo>
                    <a:pt x="14585" y="13581"/>
                  </a:lnTo>
                  <a:lnTo>
                    <a:pt x="14528" y="13718"/>
                  </a:lnTo>
                  <a:lnTo>
                    <a:pt x="15955" y="13478"/>
                  </a:lnTo>
                  <a:lnTo>
                    <a:pt x="16810" y="13193"/>
                  </a:lnTo>
                  <a:lnTo>
                    <a:pt x="17792" y="12907"/>
                  </a:lnTo>
                  <a:lnTo>
                    <a:pt x="18659" y="12668"/>
                  </a:lnTo>
                  <a:lnTo>
                    <a:pt x="19059" y="12736"/>
                  </a:lnTo>
                  <a:lnTo>
                    <a:pt x="20211" y="12360"/>
                  </a:lnTo>
                  <a:lnTo>
                    <a:pt x="20862" y="11960"/>
                  </a:lnTo>
                  <a:lnTo>
                    <a:pt x="22357" y="11527"/>
                  </a:lnTo>
                  <a:lnTo>
                    <a:pt x="22916" y="11150"/>
                  </a:lnTo>
                  <a:lnTo>
                    <a:pt x="23852" y="10899"/>
                  </a:lnTo>
                  <a:lnTo>
                    <a:pt x="24936" y="10534"/>
                  </a:lnTo>
                  <a:lnTo>
                    <a:pt x="26203" y="9940"/>
                  </a:lnTo>
                  <a:lnTo>
                    <a:pt x="26180" y="9529"/>
                  </a:lnTo>
                  <a:lnTo>
                    <a:pt x="27766" y="8936"/>
                  </a:lnTo>
                  <a:lnTo>
                    <a:pt x="28816" y="8388"/>
                  </a:lnTo>
                  <a:lnTo>
                    <a:pt x="30128" y="7932"/>
                  </a:lnTo>
                  <a:lnTo>
                    <a:pt x="30071" y="8126"/>
                  </a:lnTo>
                  <a:lnTo>
                    <a:pt x="29113" y="8388"/>
                  </a:lnTo>
                  <a:lnTo>
                    <a:pt x="27937" y="9199"/>
                  </a:lnTo>
                  <a:lnTo>
                    <a:pt x="27481" y="9701"/>
                  </a:lnTo>
                  <a:lnTo>
                    <a:pt x="28394" y="9507"/>
                  </a:lnTo>
                  <a:lnTo>
                    <a:pt x="29261" y="9244"/>
                  </a:lnTo>
                  <a:lnTo>
                    <a:pt x="30186" y="9050"/>
                  </a:lnTo>
                  <a:lnTo>
                    <a:pt x="30596" y="9016"/>
                  </a:lnTo>
                  <a:lnTo>
                    <a:pt x="31099" y="8423"/>
                  </a:lnTo>
                  <a:lnTo>
                    <a:pt x="32000" y="8251"/>
                  </a:lnTo>
                  <a:lnTo>
                    <a:pt x="32365" y="8617"/>
                  </a:lnTo>
                  <a:lnTo>
                    <a:pt x="33233" y="8993"/>
                  </a:lnTo>
                  <a:lnTo>
                    <a:pt x="34180" y="8925"/>
                  </a:lnTo>
                  <a:lnTo>
                    <a:pt x="34990" y="9210"/>
                  </a:lnTo>
                  <a:lnTo>
                    <a:pt x="35447" y="9370"/>
                  </a:lnTo>
                  <a:lnTo>
                    <a:pt x="35926" y="10237"/>
                  </a:lnTo>
                  <a:lnTo>
                    <a:pt x="36451" y="10477"/>
                  </a:lnTo>
                  <a:lnTo>
                    <a:pt x="37467" y="10511"/>
                  </a:lnTo>
                  <a:lnTo>
                    <a:pt x="38049" y="10568"/>
                  </a:lnTo>
                  <a:lnTo>
                    <a:pt x="37661" y="11355"/>
                  </a:lnTo>
                  <a:lnTo>
                    <a:pt x="37889" y="12052"/>
                  </a:lnTo>
                  <a:lnTo>
                    <a:pt x="37421" y="12793"/>
                  </a:lnTo>
                  <a:lnTo>
                    <a:pt x="37775" y="13067"/>
                  </a:lnTo>
                  <a:lnTo>
                    <a:pt x="37866" y="13375"/>
                  </a:lnTo>
                  <a:lnTo>
                    <a:pt x="37866" y="13375"/>
                  </a:lnTo>
                  <a:lnTo>
                    <a:pt x="38596" y="12965"/>
                  </a:lnTo>
                  <a:lnTo>
                    <a:pt x="39030" y="12440"/>
                  </a:lnTo>
                  <a:lnTo>
                    <a:pt x="38380" y="11892"/>
                  </a:lnTo>
                  <a:lnTo>
                    <a:pt x="38596" y="10922"/>
                  </a:lnTo>
                  <a:lnTo>
                    <a:pt x="38745" y="10328"/>
                  </a:lnTo>
                  <a:lnTo>
                    <a:pt x="38505" y="9940"/>
                  </a:lnTo>
                  <a:lnTo>
                    <a:pt x="38402" y="9598"/>
                  </a:lnTo>
                  <a:lnTo>
                    <a:pt x="38482" y="9164"/>
                  </a:lnTo>
                  <a:lnTo>
                    <a:pt x="37569" y="9438"/>
                  </a:lnTo>
                  <a:lnTo>
                    <a:pt x="36485" y="9906"/>
                  </a:lnTo>
                  <a:lnTo>
                    <a:pt x="36451" y="9358"/>
                  </a:lnTo>
                  <a:lnTo>
                    <a:pt x="36371" y="8982"/>
                  </a:lnTo>
                  <a:lnTo>
                    <a:pt x="35983" y="8753"/>
                  </a:lnTo>
                  <a:lnTo>
                    <a:pt x="35378" y="8742"/>
                  </a:lnTo>
                  <a:lnTo>
                    <a:pt x="40434" y="4120"/>
                  </a:lnTo>
                  <a:lnTo>
                    <a:pt x="43903" y="1233"/>
                  </a:lnTo>
                  <a:lnTo>
                    <a:pt x="43903" y="1233"/>
                  </a:lnTo>
                  <a:lnTo>
                    <a:pt x="43903" y="1233"/>
                  </a:lnTo>
                  <a:lnTo>
                    <a:pt x="43401" y="1142"/>
                  </a:lnTo>
                  <a:lnTo>
                    <a:pt x="42819" y="913"/>
                  </a:lnTo>
                  <a:lnTo>
                    <a:pt x="41883" y="1027"/>
                  </a:lnTo>
                  <a:lnTo>
                    <a:pt x="41575" y="925"/>
                  </a:lnTo>
                  <a:lnTo>
                    <a:pt x="40559" y="856"/>
                  </a:lnTo>
                  <a:lnTo>
                    <a:pt x="39681" y="628"/>
                  </a:lnTo>
                  <a:lnTo>
                    <a:pt x="38996" y="696"/>
                  </a:lnTo>
                  <a:lnTo>
                    <a:pt x="38288" y="571"/>
                  </a:lnTo>
                  <a:lnTo>
                    <a:pt x="38574" y="400"/>
                  </a:lnTo>
                  <a:lnTo>
                    <a:pt x="37683" y="354"/>
                  </a:lnTo>
                  <a:lnTo>
                    <a:pt x="37204" y="491"/>
                  </a:lnTo>
                  <a:close/>
                </a:path>
              </a:pathLst>
            </a:custGeom>
            <a:solidFill>
              <a:schemeClr val="accent2"/>
            </a:solidFill>
            <a:ln w="9525" cap="flat" cmpd="sng">
              <a:solidFill>
                <a:schemeClr val="accent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162525" tIns="162525" rIns="162525" bIns="1625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3200"/>
                <a:buFont typeface="Calibri"/>
                <a:buNone/>
              </a:pPr>
              <a:endParaRPr sz="3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072" name="Google Shape;1072;p38"/>
            <p:cNvSpPr/>
            <p:nvPr/>
          </p:nvSpPr>
          <p:spPr>
            <a:xfrm>
              <a:off x="4725950" y="2079875"/>
              <a:ext cx="338975" cy="188625"/>
            </a:xfrm>
            <a:custGeom>
              <a:avLst/>
              <a:gdLst/>
              <a:ahLst/>
              <a:cxnLst/>
              <a:rect l="l" t="t" r="r" b="b"/>
              <a:pathLst>
                <a:path w="13559" h="7545" extrusionOk="0">
                  <a:moveTo>
                    <a:pt x="11618" y="2911"/>
                  </a:moveTo>
                  <a:lnTo>
                    <a:pt x="11253" y="3082"/>
                  </a:lnTo>
                  <a:lnTo>
                    <a:pt x="10489" y="3698"/>
                  </a:lnTo>
                  <a:lnTo>
                    <a:pt x="10352" y="4337"/>
                  </a:lnTo>
                  <a:lnTo>
                    <a:pt x="10089" y="4337"/>
                  </a:lnTo>
                  <a:lnTo>
                    <a:pt x="9758" y="3904"/>
                  </a:lnTo>
                  <a:lnTo>
                    <a:pt x="8811" y="3881"/>
                  </a:lnTo>
                  <a:lnTo>
                    <a:pt x="8446" y="3162"/>
                  </a:lnTo>
                  <a:lnTo>
                    <a:pt x="8092" y="3150"/>
                  </a:lnTo>
                  <a:lnTo>
                    <a:pt x="7875" y="2272"/>
                  </a:lnTo>
                  <a:lnTo>
                    <a:pt x="6803" y="1621"/>
                  </a:lnTo>
                  <a:lnTo>
                    <a:pt x="5581" y="1701"/>
                  </a:lnTo>
                  <a:lnTo>
                    <a:pt x="4771" y="1827"/>
                  </a:lnTo>
                  <a:lnTo>
                    <a:pt x="3835" y="1039"/>
                  </a:lnTo>
                  <a:lnTo>
                    <a:pt x="3151" y="708"/>
                  </a:lnTo>
                  <a:lnTo>
                    <a:pt x="1861" y="69"/>
                  </a:lnTo>
                  <a:lnTo>
                    <a:pt x="1701" y="1"/>
                  </a:lnTo>
                  <a:lnTo>
                    <a:pt x="1" y="514"/>
                  </a:lnTo>
                  <a:lnTo>
                    <a:pt x="891" y="3767"/>
                  </a:lnTo>
                  <a:lnTo>
                    <a:pt x="1713" y="3755"/>
                  </a:lnTo>
                  <a:lnTo>
                    <a:pt x="1484" y="3310"/>
                  </a:lnTo>
                  <a:lnTo>
                    <a:pt x="2032" y="2991"/>
                  </a:lnTo>
                  <a:lnTo>
                    <a:pt x="2500" y="2477"/>
                  </a:lnTo>
                  <a:lnTo>
                    <a:pt x="3607" y="2945"/>
                  </a:lnTo>
                  <a:lnTo>
                    <a:pt x="3881" y="3653"/>
                  </a:lnTo>
                  <a:lnTo>
                    <a:pt x="4212" y="3835"/>
                  </a:lnTo>
                  <a:lnTo>
                    <a:pt x="4999" y="3789"/>
                  </a:lnTo>
                  <a:lnTo>
                    <a:pt x="5285" y="3961"/>
                  </a:lnTo>
                  <a:lnTo>
                    <a:pt x="5890" y="4874"/>
                  </a:lnTo>
                  <a:lnTo>
                    <a:pt x="6894" y="5501"/>
                  </a:lnTo>
                  <a:lnTo>
                    <a:pt x="7487" y="5935"/>
                  </a:lnTo>
                  <a:lnTo>
                    <a:pt x="8377" y="6391"/>
                  </a:lnTo>
                  <a:lnTo>
                    <a:pt x="9473" y="6768"/>
                  </a:lnTo>
                  <a:lnTo>
                    <a:pt x="9587" y="7339"/>
                  </a:lnTo>
                  <a:lnTo>
                    <a:pt x="9998" y="7339"/>
                  </a:lnTo>
                  <a:lnTo>
                    <a:pt x="10614" y="7544"/>
                  </a:lnTo>
                  <a:lnTo>
                    <a:pt x="10797" y="6597"/>
                  </a:lnTo>
                  <a:lnTo>
                    <a:pt x="10454" y="5935"/>
                  </a:lnTo>
                  <a:lnTo>
                    <a:pt x="9861" y="5707"/>
                  </a:lnTo>
                  <a:lnTo>
                    <a:pt x="9941" y="5307"/>
                  </a:lnTo>
                  <a:lnTo>
                    <a:pt x="10569" y="5342"/>
                  </a:lnTo>
                  <a:lnTo>
                    <a:pt x="10785" y="4851"/>
                  </a:lnTo>
                  <a:lnTo>
                    <a:pt x="10854" y="4280"/>
                  </a:lnTo>
                  <a:lnTo>
                    <a:pt x="11767" y="4063"/>
                  </a:lnTo>
                  <a:lnTo>
                    <a:pt x="11744" y="4474"/>
                  </a:lnTo>
                  <a:lnTo>
                    <a:pt x="11927" y="4737"/>
                  </a:lnTo>
                  <a:lnTo>
                    <a:pt x="12223" y="4702"/>
                  </a:lnTo>
                  <a:lnTo>
                    <a:pt x="12805" y="4794"/>
                  </a:lnTo>
                  <a:lnTo>
                    <a:pt x="13559" y="4143"/>
                  </a:lnTo>
                  <a:lnTo>
                    <a:pt x="12543" y="3675"/>
                  </a:lnTo>
                  <a:lnTo>
                    <a:pt x="12086" y="3904"/>
                  </a:lnTo>
                  <a:lnTo>
                    <a:pt x="11424" y="3573"/>
                  </a:lnTo>
                  <a:lnTo>
                    <a:pt x="11870" y="2991"/>
                  </a:lnTo>
                  <a:close/>
                </a:path>
              </a:pathLst>
            </a:custGeom>
            <a:solidFill>
              <a:schemeClr val="accent2"/>
            </a:solidFill>
            <a:ln w="9525" cap="flat" cmpd="sng">
              <a:solidFill>
                <a:schemeClr val="accent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162525" tIns="162525" rIns="162525" bIns="1625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3200"/>
                <a:buFont typeface="Calibri"/>
                <a:buNone/>
              </a:pPr>
              <a:endParaRPr sz="3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073" name="Google Shape;1073;p38"/>
            <p:cNvSpPr/>
            <p:nvPr/>
          </p:nvSpPr>
          <p:spPr>
            <a:xfrm>
              <a:off x="2257775" y="2836225"/>
              <a:ext cx="269925" cy="259650"/>
            </a:xfrm>
            <a:custGeom>
              <a:avLst/>
              <a:gdLst/>
              <a:ahLst/>
              <a:cxnLst/>
              <a:rect l="l" t="t" r="r" b="b"/>
              <a:pathLst>
                <a:path w="10797" h="10386" extrusionOk="0">
                  <a:moveTo>
                    <a:pt x="10797" y="3435"/>
                  </a:moveTo>
                  <a:lnTo>
                    <a:pt x="10477" y="3230"/>
                  </a:lnTo>
                  <a:lnTo>
                    <a:pt x="10067" y="3253"/>
                  </a:lnTo>
                  <a:lnTo>
                    <a:pt x="9964" y="2522"/>
                  </a:lnTo>
                  <a:lnTo>
                    <a:pt x="9382" y="2066"/>
                  </a:lnTo>
                  <a:lnTo>
                    <a:pt x="8754" y="2009"/>
                  </a:lnTo>
                  <a:lnTo>
                    <a:pt x="8503" y="1587"/>
                  </a:lnTo>
                  <a:lnTo>
                    <a:pt x="9188" y="1313"/>
                  </a:lnTo>
                  <a:lnTo>
                    <a:pt x="8229" y="1324"/>
                  </a:lnTo>
                  <a:lnTo>
                    <a:pt x="7248" y="1381"/>
                  </a:lnTo>
                  <a:lnTo>
                    <a:pt x="7213" y="1609"/>
                  </a:lnTo>
                  <a:lnTo>
                    <a:pt x="6757" y="1883"/>
                  </a:lnTo>
                  <a:lnTo>
                    <a:pt x="6164" y="1781"/>
                  </a:lnTo>
                  <a:lnTo>
                    <a:pt x="5718" y="1370"/>
                  </a:lnTo>
                  <a:lnTo>
                    <a:pt x="4863" y="1472"/>
                  </a:lnTo>
                  <a:lnTo>
                    <a:pt x="4144" y="1461"/>
                  </a:lnTo>
                  <a:lnTo>
                    <a:pt x="4132" y="1153"/>
                  </a:lnTo>
                  <a:lnTo>
                    <a:pt x="3630" y="662"/>
                  </a:lnTo>
                  <a:lnTo>
                    <a:pt x="3082" y="639"/>
                  </a:lnTo>
                  <a:lnTo>
                    <a:pt x="2831" y="0"/>
                  </a:lnTo>
                  <a:lnTo>
                    <a:pt x="2534" y="286"/>
                  </a:lnTo>
                  <a:lnTo>
                    <a:pt x="2626" y="719"/>
                  </a:lnTo>
                  <a:lnTo>
                    <a:pt x="1610" y="1084"/>
                  </a:lnTo>
                  <a:lnTo>
                    <a:pt x="1610" y="1769"/>
                  </a:lnTo>
                  <a:lnTo>
                    <a:pt x="1838" y="2089"/>
                  </a:lnTo>
                  <a:lnTo>
                    <a:pt x="1621" y="2739"/>
                  </a:lnTo>
                  <a:lnTo>
                    <a:pt x="1279" y="2796"/>
                  </a:lnTo>
                  <a:lnTo>
                    <a:pt x="1005" y="2089"/>
                  </a:lnTo>
                  <a:lnTo>
                    <a:pt x="1393" y="1552"/>
                  </a:lnTo>
                  <a:lnTo>
                    <a:pt x="1439" y="1084"/>
                  </a:lnTo>
                  <a:lnTo>
                    <a:pt x="1199" y="674"/>
                  </a:lnTo>
                  <a:lnTo>
                    <a:pt x="1667" y="559"/>
                  </a:lnTo>
                  <a:lnTo>
                    <a:pt x="1713" y="343"/>
                  </a:lnTo>
                  <a:lnTo>
                    <a:pt x="1176" y="502"/>
                  </a:lnTo>
                  <a:lnTo>
                    <a:pt x="948" y="959"/>
                  </a:lnTo>
                  <a:lnTo>
                    <a:pt x="640" y="1210"/>
                  </a:lnTo>
                  <a:lnTo>
                    <a:pt x="378" y="1552"/>
                  </a:lnTo>
                  <a:lnTo>
                    <a:pt x="252" y="2203"/>
                  </a:lnTo>
                  <a:lnTo>
                    <a:pt x="1" y="2728"/>
                  </a:lnTo>
                  <a:lnTo>
                    <a:pt x="412" y="2796"/>
                  </a:lnTo>
                  <a:lnTo>
                    <a:pt x="492" y="3207"/>
                  </a:lnTo>
                  <a:lnTo>
                    <a:pt x="651" y="3413"/>
                  </a:lnTo>
                  <a:lnTo>
                    <a:pt x="709" y="3766"/>
                  </a:lnTo>
                  <a:lnTo>
                    <a:pt x="594" y="4109"/>
                  </a:lnTo>
                  <a:lnTo>
                    <a:pt x="629" y="4291"/>
                  </a:lnTo>
                  <a:lnTo>
                    <a:pt x="811" y="4383"/>
                  </a:lnTo>
                  <a:lnTo>
                    <a:pt x="994" y="4691"/>
                  </a:lnTo>
                  <a:lnTo>
                    <a:pt x="2021" y="4611"/>
                  </a:lnTo>
                  <a:lnTo>
                    <a:pt x="2477" y="4725"/>
                  </a:lnTo>
                  <a:lnTo>
                    <a:pt x="3025" y="5501"/>
                  </a:lnTo>
                  <a:lnTo>
                    <a:pt x="3345" y="5410"/>
                  </a:lnTo>
                  <a:lnTo>
                    <a:pt x="3915" y="5444"/>
                  </a:lnTo>
                  <a:lnTo>
                    <a:pt x="4372" y="5353"/>
                  </a:lnTo>
                  <a:lnTo>
                    <a:pt x="4657" y="5501"/>
                  </a:lnTo>
                  <a:lnTo>
                    <a:pt x="4486" y="5992"/>
                  </a:lnTo>
                  <a:lnTo>
                    <a:pt x="4303" y="6288"/>
                  </a:lnTo>
                  <a:lnTo>
                    <a:pt x="4235" y="6950"/>
                  </a:lnTo>
                  <a:lnTo>
                    <a:pt x="4372" y="7544"/>
                  </a:lnTo>
                  <a:lnTo>
                    <a:pt x="4589" y="7818"/>
                  </a:lnTo>
                  <a:lnTo>
                    <a:pt x="4623" y="8034"/>
                  </a:lnTo>
                  <a:lnTo>
                    <a:pt x="4201" y="8468"/>
                  </a:lnTo>
                  <a:lnTo>
                    <a:pt x="4486" y="8674"/>
                  </a:lnTo>
                  <a:lnTo>
                    <a:pt x="4691" y="8982"/>
                  </a:lnTo>
                  <a:lnTo>
                    <a:pt x="4931" y="9895"/>
                  </a:lnTo>
                  <a:lnTo>
                    <a:pt x="5365" y="10385"/>
                  </a:lnTo>
                  <a:lnTo>
                    <a:pt x="5992" y="10317"/>
                  </a:lnTo>
                  <a:lnTo>
                    <a:pt x="6141" y="10043"/>
                  </a:lnTo>
                  <a:lnTo>
                    <a:pt x="6746" y="9826"/>
                  </a:lnTo>
                  <a:lnTo>
                    <a:pt x="7077" y="9689"/>
                  </a:lnTo>
                  <a:lnTo>
                    <a:pt x="7168" y="9301"/>
                  </a:lnTo>
                  <a:lnTo>
                    <a:pt x="7761" y="9039"/>
                  </a:lnTo>
                  <a:lnTo>
                    <a:pt x="7716" y="8845"/>
                  </a:lnTo>
                  <a:lnTo>
                    <a:pt x="7031" y="8776"/>
                  </a:lnTo>
                  <a:lnTo>
                    <a:pt x="6928" y="8206"/>
                  </a:lnTo>
                  <a:lnTo>
                    <a:pt x="6974" y="7589"/>
                  </a:lnTo>
                  <a:lnTo>
                    <a:pt x="6631" y="7361"/>
                  </a:lnTo>
                  <a:lnTo>
                    <a:pt x="6768" y="7270"/>
                  </a:lnTo>
                  <a:lnTo>
                    <a:pt x="7373" y="7384"/>
                  </a:lnTo>
                  <a:lnTo>
                    <a:pt x="8001" y="7612"/>
                  </a:lnTo>
                  <a:lnTo>
                    <a:pt x="8241" y="7407"/>
                  </a:lnTo>
                  <a:lnTo>
                    <a:pt x="8811" y="7258"/>
                  </a:lnTo>
                  <a:lnTo>
                    <a:pt x="9724" y="6916"/>
                  </a:lnTo>
                  <a:lnTo>
                    <a:pt x="10021" y="6574"/>
                  </a:lnTo>
                  <a:lnTo>
                    <a:pt x="9930" y="6323"/>
                  </a:lnTo>
                  <a:lnTo>
                    <a:pt x="9393" y="5638"/>
                  </a:lnTo>
                  <a:lnTo>
                    <a:pt x="9621" y="5375"/>
                  </a:lnTo>
                  <a:lnTo>
                    <a:pt x="9621" y="4965"/>
                  </a:lnTo>
                  <a:lnTo>
                    <a:pt x="10112" y="4805"/>
                  </a:lnTo>
                  <a:lnTo>
                    <a:pt x="10329" y="4634"/>
                  </a:lnTo>
                  <a:lnTo>
                    <a:pt x="10055" y="4314"/>
                  </a:lnTo>
                  <a:lnTo>
                    <a:pt x="10135" y="3983"/>
                  </a:lnTo>
                  <a:close/>
                </a:path>
              </a:pathLst>
            </a:custGeom>
            <a:solidFill>
              <a:schemeClr val="accent2"/>
            </a:solidFill>
            <a:ln w="9525" cap="flat" cmpd="sng">
              <a:solidFill>
                <a:schemeClr val="accent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162525" tIns="162525" rIns="162525" bIns="1625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3200"/>
                <a:buFont typeface="Calibri"/>
                <a:buNone/>
              </a:pPr>
              <a:endParaRPr sz="3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074" name="Google Shape;1074;p38"/>
            <p:cNvSpPr/>
            <p:nvPr/>
          </p:nvSpPr>
          <p:spPr>
            <a:xfrm>
              <a:off x="5724250" y="2582300"/>
              <a:ext cx="172625" cy="334400"/>
            </a:xfrm>
            <a:custGeom>
              <a:avLst/>
              <a:gdLst/>
              <a:ahLst/>
              <a:cxnLst/>
              <a:rect l="l" t="t" r="r" b="b"/>
              <a:pathLst>
                <a:path w="6905" h="13376" extrusionOk="0">
                  <a:moveTo>
                    <a:pt x="4748" y="1632"/>
                  </a:moveTo>
                  <a:lnTo>
                    <a:pt x="3903" y="1404"/>
                  </a:lnTo>
                  <a:lnTo>
                    <a:pt x="3481" y="1028"/>
                  </a:lnTo>
                  <a:lnTo>
                    <a:pt x="3504" y="503"/>
                  </a:lnTo>
                  <a:lnTo>
                    <a:pt x="2762" y="343"/>
                  </a:lnTo>
                  <a:lnTo>
                    <a:pt x="2340" y="0"/>
                  </a:lnTo>
                  <a:lnTo>
                    <a:pt x="1758" y="480"/>
                  </a:lnTo>
                  <a:lnTo>
                    <a:pt x="993" y="582"/>
                  </a:lnTo>
                  <a:lnTo>
                    <a:pt x="388" y="582"/>
                  </a:lnTo>
                  <a:lnTo>
                    <a:pt x="0" y="799"/>
                  </a:lnTo>
                  <a:lnTo>
                    <a:pt x="571" y="1530"/>
                  </a:lnTo>
                  <a:lnTo>
                    <a:pt x="1050" y="2340"/>
                  </a:lnTo>
                  <a:lnTo>
                    <a:pt x="2020" y="2351"/>
                  </a:lnTo>
                  <a:lnTo>
                    <a:pt x="2454" y="3139"/>
                  </a:lnTo>
                  <a:lnTo>
                    <a:pt x="1986" y="3378"/>
                  </a:lnTo>
                  <a:lnTo>
                    <a:pt x="1792" y="3709"/>
                  </a:lnTo>
                  <a:lnTo>
                    <a:pt x="2842" y="4257"/>
                  </a:lnTo>
                  <a:lnTo>
                    <a:pt x="3652" y="5319"/>
                  </a:lnTo>
                  <a:lnTo>
                    <a:pt x="4268" y="6117"/>
                  </a:lnTo>
                  <a:lnTo>
                    <a:pt x="4953" y="6745"/>
                  </a:lnTo>
                  <a:lnTo>
                    <a:pt x="5238" y="7396"/>
                  </a:lnTo>
                  <a:lnTo>
                    <a:pt x="5204" y="8297"/>
                  </a:lnTo>
                  <a:lnTo>
                    <a:pt x="5467" y="8902"/>
                  </a:lnTo>
                  <a:lnTo>
                    <a:pt x="5478" y="9998"/>
                  </a:lnTo>
                  <a:lnTo>
                    <a:pt x="4200" y="10694"/>
                  </a:lnTo>
                  <a:lnTo>
                    <a:pt x="4599" y="11241"/>
                  </a:lnTo>
                  <a:lnTo>
                    <a:pt x="3778" y="11310"/>
                  </a:lnTo>
                  <a:lnTo>
                    <a:pt x="3104" y="11664"/>
                  </a:lnTo>
                  <a:lnTo>
                    <a:pt x="3743" y="12200"/>
                  </a:lnTo>
                  <a:lnTo>
                    <a:pt x="3561" y="12805"/>
                  </a:lnTo>
                  <a:lnTo>
                    <a:pt x="3892" y="13376"/>
                  </a:lnTo>
                  <a:lnTo>
                    <a:pt x="4828" y="12542"/>
                  </a:lnTo>
                  <a:lnTo>
                    <a:pt x="5421" y="11778"/>
                  </a:lnTo>
                  <a:lnTo>
                    <a:pt x="6288" y="11196"/>
                  </a:lnTo>
                  <a:lnTo>
                    <a:pt x="6905" y="10602"/>
                  </a:lnTo>
                  <a:lnTo>
                    <a:pt x="6847" y="9005"/>
                  </a:lnTo>
                  <a:lnTo>
                    <a:pt x="6277" y="7327"/>
                  </a:lnTo>
                  <a:lnTo>
                    <a:pt x="5683" y="6608"/>
                  </a:lnTo>
                  <a:lnTo>
                    <a:pt x="4885" y="6038"/>
                  </a:lnTo>
                  <a:lnTo>
                    <a:pt x="3972" y="4851"/>
                  </a:lnTo>
                  <a:lnTo>
                    <a:pt x="3218" y="3892"/>
                  </a:lnTo>
                  <a:lnTo>
                    <a:pt x="3287" y="3264"/>
                  </a:lnTo>
                  <a:lnTo>
                    <a:pt x="3823" y="2408"/>
                  </a:lnTo>
                  <a:close/>
                </a:path>
              </a:pathLst>
            </a:custGeom>
            <a:solidFill>
              <a:schemeClr val="accent2"/>
            </a:solidFill>
            <a:ln w="9525" cap="flat" cmpd="sng">
              <a:solidFill>
                <a:schemeClr val="accent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162525" tIns="162525" rIns="162525" bIns="1625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3200"/>
                <a:buFont typeface="Calibri"/>
                <a:buNone/>
              </a:pPr>
              <a:endParaRPr sz="3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075" name="Google Shape;1075;p38"/>
            <p:cNvSpPr/>
            <p:nvPr/>
          </p:nvSpPr>
          <p:spPr>
            <a:xfrm>
              <a:off x="7026375" y="3443925"/>
              <a:ext cx="18575" cy="45100"/>
            </a:xfrm>
            <a:custGeom>
              <a:avLst/>
              <a:gdLst/>
              <a:ahLst/>
              <a:cxnLst/>
              <a:rect l="l" t="t" r="r" b="b"/>
              <a:pathLst>
                <a:path w="743" h="1804" extrusionOk="0">
                  <a:moveTo>
                    <a:pt x="742" y="1666"/>
                  </a:moveTo>
                  <a:lnTo>
                    <a:pt x="354" y="1153"/>
                  </a:lnTo>
                  <a:lnTo>
                    <a:pt x="263" y="1404"/>
                  </a:lnTo>
                  <a:lnTo>
                    <a:pt x="457" y="1803"/>
                  </a:lnTo>
                  <a:close/>
                  <a:moveTo>
                    <a:pt x="457" y="286"/>
                  </a:moveTo>
                  <a:lnTo>
                    <a:pt x="126" y="0"/>
                  </a:lnTo>
                  <a:lnTo>
                    <a:pt x="0" y="696"/>
                  </a:lnTo>
                  <a:lnTo>
                    <a:pt x="69" y="959"/>
                  </a:lnTo>
                  <a:lnTo>
                    <a:pt x="240" y="902"/>
                  </a:lnTo>
                  <a:lnTo>
                    <a:pt x="423" y="1016"/>
                  </a:lnTo>
                  <a:close/>
                </a:path>
              </a:pathLst>
            </a:custGeom>
            <a:solidFill>
              <a:schemeClr val="accent2"/>
            </a:solidFill>
            <a:ln w="9525" cap="flat" cmpd="sng">
              <a:solidFill>
                <a:schemeClr val="accent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162525" tIns="162525" rIns="162525" bIns="1625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3200"/>
                <a:buFont typeface="Calibri"/>
                <a:buNone/>
              </a:pPr>
              <a:endParaRPr sz="3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076" name="Google Shape;1076;p38"/>
            <p:cNvSpPr/>
            <p:nvPr/>
          </p:nvSpPr>
          <p:spPr>
            <a:xfrm>
              <a:off x="4566475" y="2681025"/>
              <a:ext cx="206300" cy="145525"/>
            </a:xfrm>
            <a:custGeom>
              <a:avLst/>
              <a:gdLst/>
              <a:ahLst/>
              <a:cxnLst/>
              <a:rect l="l" t="t" r="r" b="b"/>
              <a:pathLst>
                <a:path w="8252" h="5821" extrusionOk="0">
                  <a:moveTo>
                    <a:pt x="8251" y="2134"/>
                  </a:moveTo>
                  <a:lnTo>
                    <a:pt x="7955" y="1506"/>
                  </a:lnTo>
                  <a:lnTo>
                    <a:pt x="7213" y="0"/>
                  </a:lnTo>
                  <a:lnTo>
                    <a:pt x="4965" y="342"/>
                  </a:lnTo>
                  <a:lnTo>
                    <a:pt x="4257" y="765"/>
                  </a:lnTo>
                  <a:lnTo>
                    <a:pt x="3755" y="1712"/>
                  </a:lnTo>
                  <a:lnTo>
                    <a:pt x="3401" y="1860"/>
                  </a:lnTo>
                  <a:lnTo>
                    <a:pt x="3173" y="1552"/>
                  </a:lnTo>
                  <a:lnTo>
                    <a:pt x="2876" y="1598"/>
                  </a:lnTo>
                  <a:lnTo>
                    <a:pt x="2100" y="1518"/>
                  </a:lnTo>
                  <a:lnTo>
                    <a:pt x="1963" y="1415"/>
                  </a:lnTo>
                  <a:lnTo>
                    <a:pt x="1050" y="1438"/>
                  </a:lnTo>
                  <a:lnTo>
                    <a:pt x="834" y="1529"/>
                  </a:lnTo>
                  <a:lnTo>
                    <a:pt x="491" y="1290"/>
                  </a:lnTo>
                  <a:lnTo>
                    <a:pt x="320" y="1735"/>
                  </a:lnTo>
                  <a:lnTo>
                    <a:pt x="411" y="2111"/>
                  </a:lnTo>
                  <a:lnTo>
                    <a:pt x="92" y="2419"/>
                  </a:lnTo>
                  <a:lnTo>
                    <a:pt x="149" y="2796"/>
                  </a:lnTo>
                  <a:lnTo>
                    <a:pt x="58" y="2990"/>
                  </a:lnTo>
                  <a:lnTo>
                    <a:pt x="160" y="3401"/>
                  </a:lnTo>
                  <a:lnTo>
                    <a:pt x="0" y="3447"/>
                  </a:lnTo>
                  <a:lnTo>
                    <a:pt x="252" y="3812"/>
                  </a:lnTo>
                  <a:lnTo>
                    <a:pt x="434" y="4485"/>
                  </a:lnTo>
                  <a:lnTo>
                    <a:pt x="571" y="4759"/>
                  </a:lnTo>
                  <a:lnTo>
                    <a:pt x="571" y="5238"/>
                  </a:lnTo>
                  <a:lnTo>
                    <a:pt x="799" y="5775"/>
                  </a:lnTo>
                  <a:lnTo>
                    <a:pt x="1358" y="5820"/>
                  </a:lnTo>
                  <a:lnTo>
                    <a:pt x="1621" y="5695"/>
                  </a:lnTo>
                  <a:lnTo>
                    <a:pt x="1998" y="5729"/>
                  </a:lnTo>
                  <a:lnTo>
                    <a:pt x="2112" y="5478"/>
                  </a:lnTo>
                  <a:lnTo>
                    <a:pt x="2329" y="5421"/>
                  </a:lnTo>
                  <a:lnTo>
                    <a:pt x="2488" y="5181"/>
                  </a:lnTo>
                  <a:lnTo>
                    <a:pt x="2682" y="5124"/>
                  </a:lnTo>
                  <a:lnTo>
                    <a:pt x="3356" y="5078"/>
                  </a:lnTo>
                  <a:lnTo>
                    <a:pt x="3858" y="4907"/>
                  </a:lnTo>
                  <a:lnTo>
                    <a:pt x="4303" y="4531"/>
                  </a:lnTo>
                  <a:lnTo>
                    <a:pt x="4543" y="4588"/>
                  </a:lnTo>
                  <a:lnTo>
                    <a:pt x="4885" y="4542"/>
                  </a:lnTo>
                  <a:lnTo>
                    <a:pt x="5558" y="3903"/>
                  </a:lnTo>
                  <a:lnTo>
                    <a:pt x="6814" y="3469"/>
                  </a:lnTo>
                  <a:lnTo>
                    <a:pt x="7567" y="3081"/>
                  </a:lnTo>
                  <a:lnTo>
                    <a:pt x="7567" y="2785"/>
                  </a:lnTo>
                  <a:lnTo>
                    <a:pt x="7692" y="2374"/>
                  </a:lnTo>
                  <a:close/>
                </a:path>
              </a:pathLst>
            </a:custGeom>
            <a:solidFill>
              <a:schemeClr val="accent2"/>
            </a:solidFill>
            <a:ln w="9525" cap="flat" cmpd="sng">
              <a:solidFill>
                <a:schemeClr val="accent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162525" tIns="162525" rIns="162525" bIns="1625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3200"/>
                <a:buFont typeface="Calibri"/>
                <a:buNone/>
              </a:pPr>
              <a:endParaRPr sz="3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077" name="Google Shape;1077;p38"/>
            <p:cNvSpPr/>
            <p:nvPr/>
          </p:nvSpPr>
          <p:spPr>
            <a:xfrm>
              <a:off x="4037225" y="3613400"/>
              <a:ext cx="321850" cy="288750"/>
            </a:xfrm>
            <a:custGeom>
              <a:avLst/>
              <a:gdLst/>
              <a:ahLst/>
              <a:cxnLst/>
              <a:rect l="l" t="t" r="r" b="b"/>
              <a:pathLst>
                <a:path w="12874" h="11550" extrusionOk="0">
                  <a:moveTo>
                    <a:pt x="11835" y="137"/>
                  </a:moveTo>
                  <a:lnTo>
                    <a:pt x="11413" y="57"/>
                  </a:lnTo>
                  <a:lnTo>
                    <a:pt x="11139" y="171"/>
                  </a:lnTo>
                  <a:lnTo>
                    <a:pt x="10774" y="11"/>
                  </a:lnTo>
                  <a:lnTo>
                    <a:pt x="10454" y="0"/>
                  </a:lnTo>
                  <a:lnTo>
                    <a:pt x="9313" y="673"/>
                  </a:lnTo>
                  <a:lnTo>
                    <a:pt x="8571" y="1335"/>
                  </a:lnTo>
                  <a:lnTo>
                    <a:pt x="8286" y="1952"/>
                  </a:lnTo>
                  <a:lnTo>
                    <a:pt x="8046" y="2294"/>
                  </a:lnTo>
                  <a:lnTo>
                    <a:pt x="7624" y="2362"/>
                  </a:lnTo>
                  <a:lnTo>
                    <a:pt x="7453" y="2796"/>
                  </a:lnTo>
                  <a:lnTo>
                    <a:pt x="7362" y="3081"/>
                  </a:lnTo>
                  <a:lnTo>
                    <a:pt x="6848" y="3298"/>
                  </a:lnTo>
                  <a:lnTo>
                    <a:pt x="6220" y="3253"/>
                  </a:lnTo>
                  <a:lnTo>
                    <a:pt x="5867" y="2990"/>
                  </a:lnTo>
                  <a:lnTo>
                    <a:pt x="5536" y="2876"/>
                  </a:lnTo>
                  <a:lnTo>
                    <a:pt x="5148" y="3093"/>
                  </a:lnTo>
                  <a:lnTo>
                    <a:pt x="4942" y="3538"/>
                  </a:lnTo>
                  <a:lnTo>
                    <a:pt x="4554" y="3812"/>
                  </a:lnTo>
                  <a:lnTo>
                    <a:pt x="4155" y="4211"/>
                  </a:lnTo>
                  <a:lnTo>
                    <a:pt x="3584" y="4302"/>
                  </a:lnTo>
                  <a:lnTo>
                    <a:pt x="3424" y="3983"/>
                  </a:lnTo>
                  <a:lnTo>
                    <a:pt x="3527" y="3435"/>
                  </a:lnTo>
                  <a:lnTo>
                    <a:pt x="3105" y="2568"/>
                  </a:lnTo>
                  <a:lnTo>
                    <a:pt x="2900" y="2419"/>
                  </a:lnTo>
                  <a:lnTo>
                    <a:pt x="2740" y="5786"/>
                  </a:lnTo>
                  <a:lnTo>
                    <a:pt x="2032" y="6243"/>
                  </a:lnTo>
                  <a:lnTo>
                    <a:pt x="1610" y="6322"/>
                  </a:lnTo>
                  <a:lnTo>
                    <a:pt x="1142" y="6151"/>
                  </a:lnTo>
                  <a:lnTo>
                    <a:pt x="800" y="6071"/>
                  </a:lnTo>
                  <a:lnTo>
                    <a:pt x="686" y="5695"/>
                  </a:lnTo>
                  <a:lnTo>
                    <a:pt x="389" y="5432"/>
                  </a:lnTo>
                  <a:lnTo>
                    <a:pt x="1" y="5889"/>
                  </a:lnTo>
                  <a:lnTo>
                    <a:pt x="503" y="7064"/>
                  </a:lnTo>
                  <a:lnTo>
                    <a:pt x="503" y="7076"/>
                  </a:lnTo>
                  <a:lnTo>
                    <a:pt x="857" y="7829"/>
                  </a:lnTo>
                  <a:lnTo>
                    <a:pt x="1313" y="8685"/>
                  </a:lnTo>
                  <a:lnTo>
                    <a:pt x="1290" y="9369"/>
                  </a:lnTo>
                  <a:lnTo>
                    <a:pt x="1039" y="9541"/>
                  </a:lnTo>
                  <a:lnTo>
                    <a:pt x="1245" y="10145"/>
                  </a:lnTo>
                  <a:lnTo>
                    <a:pt x="1222" y="10682"/>
                  </a:lnTo>
                  <a:lnTo>
                    <a:pt x="1302" y="10922"/>
                  </a:lnTo>
                  <a:lnTo>
                    <a:pt x="1347" y="10796"/>
                  </a:lnTo>
                  <a:lnTo>
                    <a:pt x="1644" y="11207"/>
                  </a:lnTo>
                  <a:lnTo>
                    <a:pt x="1895" y="11230"/>
                  </a:lnTo>
                  <a:lnTo>
                    <a:pt x="2203" y="11549"/>
                  </a:lnTo>
                  <a:lnTo>
                    <a:pt x="2546" y="11526"/>
                  </a:lnTo>
                  <a:lnTo>
                    <a:pt x="3036" y="11184"/>
                  </a:lnTo>
                  <a:lnTo>
                    <a:pt x="3698" y="11036"/>
                  </a:lnTo>
                  <a:lnTo>
                    <a:pt x="4497" y="10682"/>
                  </a:lnTo>
                  <a:lnTo>
                    <a:pt x="4805" y="10728"/>
                  </a:lnTo>
                  <a:lnTo>
                    <a:pt x="5285" y="10613"/>
                  </a:lnTo>
                  <a:lnTo>
                    <a:pt x="6095" y="10785"/>
                  </a:lnTo>
                  <a:lnTo>
                    <a:pt x="6483" y="10613"/>
                  </a:lnTo>
                  <a:lnTo>
                    <a:pt x="6939" y="10750"/>
                  </a:lnTo>
                  <a:lnTo>
                    <a:pt x="7054" y="10499"/>
                  </a:lnTo>
                  <a:lnTo>
                    <a:pt x="7430" y="10454"/>
                  </a:lnTo>
                  <a:lnTo>
                    <a:pt x="8263" y="10100"/>
                  </a:lnTo>
                  <a:lnTo>
                    <a:pt x="8880" y="9689"/>
                  </a:lnTo>
                  <a:lnTo>
                    <a:pt x="9462" y="9141"/>
                  </a:lnTo>
                  <a:lnTo>
                    <a:pt x="10420" y="8217"/>
                  </a:lnTo>
                  <a:lnTo>
                    <a:pt x="10899" y="7555"/>
                  </a:lnTo>
                  <a:lnTo>
                    <a:pt x="11162" y="7098"/>
                  </a:lnTo>
                  <a:lnTo>
                    <a:pt x="11516" y="6631"/>
                  </a:lnTo>
                  <a:lnTo>
                    <a:pt x="11687" y="6505"/>
                  </a:lnTo>
                  <a:lnTo>
                    <a:pt x="12246" y="6049"/>
                  </a:lnTo>
                  <a:lnTo>
                    <a:pt x="12474" y="5638"/>
                  </a:lnTo>
                  <a:lnTo>
                    <a:pt x="12623" y="4896"/>
                  </a:lnTo>
                  <a:lnTo>
                    <a:pt x="12874" y="4223"/>
                  </a:lnTo>
                  <a:lnTo>
                    <a:pt x="12280" y="4223"/>
                  </a:lnTo>
                  <a:lnTo>
                    <a:pt x="12098" y="4622"/>
                  </a:lnTo>
                  <a:lnTo>
                    <a:pt x="11630" y="4725"/>
                  </a:lnTo>
                  <a:lnTo>
                    <a:pt x="11196" y="4223"/>
                  </a:lnTo>
                  <a:lnTo>
                    <a:pt x="11219" y="3903"/>
                  </a:lnTo>
                  <a:lnTo>
                    <a:pt x="11447" y="3561"/>
                  </a:lnTo>
                  <a:lnTo>
                    <a:pt x="11539" y="3310"/>
                  </a:lnTo>
                  <a:lnTo>
                    <a:pt x="11767" y="3241"/>
                  </a:lnTo>
                  <a:lnTo>
                    <a:pt x="12155" y="3412"/>
                  </a:lnTo>
                  <a:lnTo>
                    <a:pt x="12098" y="3081"/>
                  </a:lnTo>
                  <a:lnTo>
                    <a:pt x="12303" y="2066"/>
                  </a:lnTo>
                  <a:lnTo>
                    <a:pt x="12143" y="1427"/>
                  </a:lnTo>
                  <a:close/>
                  <a:moveTo>
                    <a:pt x="8959" y="7669"/>
                  </a:moveTo>
                  <a:lnTo>
                    <a:pt x="8674" y="7760"/>
                  </a:lnTo>
                  <a:lnTo>
                    <a:pt x="8149" y="7064"/>
                  </a:lnTo>
                  <a:lnTo>
                    <a:pt x="8606" y="6494"/>
                  </a:lnTo>
                  <a:lnTo>
                    <a:pt x="9051" y="6128"/>
                  </a:lnTo>
                  <a:lnTo>
                    <a:pt x="9416" y="5946"/>
                  </a:lnTo>
                  <a:lnTo>
                    <a:pt x="9747" y="6231"/>
                  </a:lnTo>
                  <a:lnTo>
                    <a:pt x="9986" y="6505"/>
                  </a:lnTo>
                  <a:lnTo>
                    <a:pt x="9713" y="6950"/>
                  </a:lnTo>
                  <a:lnTo>
                    <a:pt x="9564" y="7247"/>
                  </a:lnTo>
                  <a:lnTo>
                    <a:pt x="9119" y="7384"/>
                  </a:lnTo>
                  <a:close/>
                </a:path>
              </a:pathLst>
            </a:custGeom>
            <a:solidFill>
              <a:schemeClr val="accent2"/>
            </a:solidFill>
            <a:ln w="9525" cap="flat" cmpd="sng">
              <a:solidFill>
                <a:schemeClr val="accent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162525" tIns="162525" rIns="162525" bIns="1625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3200"/>
                <a:buFont typeface="Calibri"/>
                <a:buNone/>
              </a:pPr>
              <a:endParaRPr sz="3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078" name="Google Shape;1078;p38"/>
            <p:cNvSpPr/>
            <p:nvPr/>
          </p:nvSpPr>
          <p:spPr>
            <a:xfrm>
              <a:off x="4155075" y="3299275"/>
              <a:ext cx="233975" cy="220275"/>
            </a:xfrm>
            <a:custGeom>
              <a:avLst/>
              <a:gdLst/>
              <a:ahLst/>
              <a:cxnLst/>
              <a:rect l="l" t="t" r="r" b="b"/>
              <a:pathLst>
                <a:path w="9359" h="8811" extrusionOk="0">
                  <a:moveTo>
                    <a:pt x="7258" y="297"/>
                  </a:moveTo>
                  <a:lnTo>
                    <a:pt x="6984" y="229"/>
                  </a:lnTo>
                  <a:lnTo>
                    <a:pt x="7041" y="34"/>
                  </a:lnTo>
                  <a:lnTo>
                    <a:pt x="6904" y="0"/>
                  </a:lnTo>
                  <a:lnTo>
                    <a:pt x="5832" y="149"/>
                  </a:lnTo>
                  <a:lnTo>
                    <a:pt x="5603" y="251"/>
                  </a:lnTo>
                  <a:lnTo>
                    <a:pt x="5375" y="833"/>
                  </a:lnTo>
                  <a:lnTo>
                    <a:pt x="5546" y="1233"/>
                  </a:lnTo>
                  <a:lnTo>
                    <a:pt x="5375" y="2306"/>
                  </a:lnTo>
                  <a:lnTo>
                    <a:pt x="5261" y="3218"/>
                  </a:lnTo>
                  <a:lnTo>
                    <a:pt x="5467" y="3378"/>
                  </a:lnTo>
                  <a:lnTo>
                    <a:pt x="6014" y="3732"/>
                  </a:lnTo>
                  <a:lnTo>
                    <a:pt x="6231" y="3561"/>
                  </a:lnTo>
                  <a:lnTo>
                    <a:pt x="6277" y="4542"/>
                  </a:lnTo>
                  <a:lnTo>
                    <a:pt x="5661" y="4542"/>
                  </a:lnTo>
                  <a:lnTo>
                    <a:pt x="5364" y="4052"/>
                  </a:lnTo>
                  <a:lnTo>
                    <a:pt x="5078" y="3652"/>
                  </a:lnTo>
                  <a:lnTo>
                    <a:pt x="4462" y="3538"/>
                  </a:lnTo>
                  <a:lnTo>
                    <a:pt x="4291" y="3047"/>
                  </a:lnTo>
                  <a:lnTo>
                    <a:pt x="3812" y="3333"/>
                  </a:lnTo>
                  <a:lnTo>
                    <a:pt x="3161" y="3207"/>
                  </a:lnTo>
                  <a:lnTo>
                    <a:pt x="2910" y="2808"/>
                  </a:lnTo>
                  <a:lnTo>
                    <a:pt x="2408" y="2716"/>
                  </a:lnTo>
                  <a:lnTo>
                    <a:pt x="2043" y="2739"/>
                  </a:lnTo>
                  <a:lnTo>
                    <a:pt x="1997" y="2454"/>
                  </a:lnTo>
                  <a:lnTo>
                    <a:pt x="1723" y="2431"/>
                  </a:lnTo>
                  <a:lnTo>
                    <a:pt x="1792" y="2716"/>
                  </a:lnTo>
                  <a:lnTo>
                    <a:pt x="1700" y="3150"/>
                  </a:lnTo>
                  <a:lnTo>
                    <a:pt x="1826" y="3572"/>
                  </a:lnTo>
                  <a:lnTo>
                    <a:pt x="1700" y="3915"/>
                  </a:lnTo>
                  <a:lnTo>
                    <a:pt x="1769" y="4234"/>
                  </a:lnTo>
                  <a:lnTo>
                    <a:pt x="114" y="4223"/>
                  </a:lnTo>
                  <a:lnTo>
                    <a:pt x="0" y="7110"/>
                  </a:lnTo>
                  <a:lnTo>
                    <a:pt x="514" y="7852"/>
                  </a:lnTo>
                  <a:lnTo>
                    <a:pt x="1016" y="8422"/>
                  </a:lnTo>
                  <a:lnTo>
                    <a:pt x="1666" y="8217"/>
                  </a:lnTo>
                  <a:lnTo>
                    <a:pt x="2180" y="8274"/>
                  </a:lnTo>
                  <a:lnTo>
                    <a:pt x="2477" y="8468"/>
                  </a:lnTo>
                  <a:lnTo>
                    <a:pt x="2477" y="8537"/>
                  </a:lnTo>
                  <a:lnTo>
                    <a:pt x="2625" y="8616"/>
                  </a:lnTo>
                  <a:lnTo>
                    <a:pt x="3504" y="8708"/>
                  </a:lnTo>
                  <a:lnTo>
                    <a:pt x="3755" y="8810"/>
                  </a:lnTo>
                  <a:lnTo>
                    <a:pt x="4017" y="8799"/>
                  </a:lnTo>
                  <a:lnTo>
                    <a:pt x="4474" y="8217"/>
                  </a:lnTo>
                  <a:lnTo>
                    <a:pt x="5204" y="7452"/>
                  </a:lnTo>
                  <a:lnTo>
                    <a:pt x="5489" y="7384"/>
                  </a:lnTo>
                  <a:lnTo>
                    <a:pt x="5592" y="7076"/>
                  </a:lnTo>
                  <a:lnTo>
                    <a:pt x="6060" y="6711"/>
                  </a:lnTo>
                  <a:lnTo>
                    <a:pt x="6665" y="6585"/>
                  </a:lnTo>
                  <a:lnTo>
                    <a:pt x="6619" y="5946"/>
                  </a:lnTo>
                  <a:lnTo>
                    <a:pt x="9061" y="5204"/>
                  </a:lnTo>
                  <a:lnTo>
                    <a:pt x="8639" y="4965"/>
                  </a:lnTo>
                  <a:lnTo>
                    <a:pt x="8913" y="4120"/>
                  </a:lnTo>
                  <a:lnTo>
                    <a:pt x="9175" y="3801"/>
                  </a:lnTo>
                  <a:lnTo>
                    <a:pt x="9039" y="3047"/>
                  </a:lnTo>
                  <a:lnTo>
                    <a:pt x="9210" y="2317"/>
                  </a:lnTo>
                  <a:lnTo>
                    <a:pt x="9358" y="2066"/>
                  </a:lnTo>
                  <a:lnTo>
                    <a:pt x="9187" y="1290"/>
                  </a:lnTo>
                  <a:lnTo>
                    <a:pt x="8810" y="890"/>
                  </a:lnTo>
                  <a:lnTo>
                    <a:pt x="8354" y="628"/>
                  </a:lnTo>
                  <a:lnTo>
                    <a:pt x="7863" y="468"/>
                  </a:lnTo>
                  <a:lnTo>
                    <a:pt x="7544" y="308"/>
                  </a:lnTo>
                  <a:lnTo>
                    <a:pt x="7498" y="286"/>
                  </a:lnTo>
                  <a:lnTo>
                    <a:pt x="7498" y="286"/>
                  </a:lnTo>
                  <a:lnTo>
                    <a:pt x="7578" y="434"/>
                  </a:lnTo>
                  <a:lnTo>
                    <a:pt x="7429" y="491"/>
                  </a:lnTo>
                  <a:close/>
                </a:path>
              </a:pathLst>
            </a:custGeom>
            <a:solidFill>
              <a:schemeClr val="accent2"/>
            </a:solidFill>
            <a:ln w="9525" cap="flat" cmpd="sng">
              <a:solidFill>
                <a:schemeClr val="accent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162525" tIns="162525" rIns="162525" bIns="1625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3200"/>
                <a:buFont typeface="Calibri"/>
                <a:buNone/>
              </a:pPr>
              <a:endParaRPr sz="3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079" name="Google Shape;1079;p38"/>
            <p:cNvSpPr/>
            <p:nvPr/>
          </p:nvSpPr>
          <p:spPr>
            <a:xfrm>
              <a:off x="4220675" y="3463900"/>
              <a:ext cx="150950" cy="153800"/>
            </a:xfrm>
            <a:custGeom>
              <a:avLst/>
              <a:gdLst/>
              <a:ahLst/>
              <a:cxnLst/>
              <a:rect l="l" t="t" r="r" b="b"/>
              <a:pathLst>
                <a:path w="6038" h="6152" extrusionOk="0">
                  <a:moveTo>
                    <a:pt x="4497" y="6117"/>
                  </a:moveTo>
                  <a:lnTo>
                    <a:pt x="5376" y="5090"/>
                  </a:lnTo>
                  <a:lnTo>
                    <a:pt x="5604" y="4439"/>
                  </a:lnTo>
                  <a:lnTo>
                    <a:pt x="5730" y="4348"/>
                  </a:lnTo>
                  <a:lnTo>
                    <a:pt x="5844" y="3823"/>
                  </a:lnTo>
                  <a:lnTo>
                    <a:pt x="5730" y="3549"/>
                  </a:lnTo>
                  <a:lnTo>
                    <a:pt x="5810" y="2876"/>
                  </a:lnTo>
                  <a:lnTo>
                    <a:pt x="5992" y="2248"/>
                  </a:lnTo>
                  <a:lnTo>
                    <a:pt x="6038" y="1096"/>
                  </a:lnTo>
                  <a:lnTo>
                    <a:pt x="5638" y="810"/>
                  </a:lnTo>
                  <a:lnTo>
                    <a:pt x="5262" y="742"/>
                  </a:lnTo>
                  <a:lnTo>
                    <a:pt x="5102" y="514"/>
                  </a:lnTo>
                  <a:lnTo>
                    <a:pt x="4737" y="331"/>
                  </a:lnTo>
                  <a:lnTo>
                    <a:pt x="4075" y="342"/>
                  </a:lnTo>
                  <a:lnTo>
                    <a:pt x="4041" y="0"/>
                  </a:lnTo>
                  <a:lnTo>
                    <a:pt x="3436" y="126"/>
                  </a:lnTo>
                  <a:lnTo>
                    <a:pt x="2968" y="491"/>
                  </a:lnTo>
                  <a:lnTo>
                    <a:pt x="2865" y="799"/>
                  </a:lnTo>
                  <a:lnTo>
                    <a:pt x="2580" y="867"/>
                  </a:lnTo>
                  <a:lnTo>
                    <a:pt x="1850" y="1632"/>
                  </a:lnTo>
                  <a:lnTo>
                    <a:pt x="1393" y="2214"/>
                  </a:lnTo>
                  <a:lnTo>
                    <a:pt x="1131" y="2225"/>
                  </a:lnTo>
                  <a:lnTo>
                    <a:pt x="880" y="2123"/>
                  </a:lnTo>
                  <a:lnTo>
                    <a:pt x="1" y="2020"/>
                  </a:lnTo>
                  <a:lnTo>
                    <a:pt x="275" y="2750"/>
                  </a:lnTo>
                  <a:lnTo>
                    <a:pt x="423" y="2910"/>
                  </a:lnTo>
                  <a:lnTo>
                    <a:pt x="651" y="3435"/>
                  </a:lnTo>
                  <a:lnTo>
                    <a:pt x="1507" y="4439"/>
                  </a:lnTo>
                  <a:lnTo>
                    <a:pt x="1838" y="4542"/>
                  </a:lnTo>
                  <a:lnTo>
                    <a:pt x="1827" y="4850"/>
                  </a:lnTo>
                  <a:lnTo>
                    <a:pt x="2044" y="5432"/>
                  </a:lnTo>
                  <a:lnTo>
                    <a:pt x="2637" y="5569"/>
                  </a:lnTo>
                  <a:lnTo>
                    <a:pt x="3128" y="5980"/>
                  </a:lnTo>
                  <a:lnTo>
                    <a:pt x="3436" y="5991"/>
                  </a:lnTo>
                  <a:lnTo>
                    <a:pt x="3813" y="6151"/>
                  </a:lnTo>
                  <a:lnTo>
                    <a:pt x="4075" y="6037"/>
                  </a:lnTo>
                  <a:close/>
                </a:path>
              </a:pathLst>
            </a:custGeom>
            <a:solidFill>
              <a:schemeClr val="accent2"/>
            </a:solidFill>
            <a:ln w="9525" cap="flat" cmpd="sng">
              <a:solidFill>
                <a:schemeClr val="accent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162525" tIns="162525" rIns="162525" bIns="1625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3200"/>
                <a:buFont typeface="Calibri"/>
                <a:buNone/>
              </a:pPr>
              <a:endParaRPr sz="3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080" name="Google Shape;1080;p38"/>
            <p:cNvSpPr/>
            <p:nvPr/>
          </p:nvSpPr>
          <p:spPr>
            <a:xfrm>
              <a:off x="4542225" y="2839350"/>
              <a:ext cx="197750" cy="311025"/>
            </a:xfrm>
            <a:custGeom>
              <a:avLst/>
              <a:gdLst/>
              <a:ahLst/>
              <a:cxnLst/>
              <a:rect l="l" t="t" r="r" b="b"/>
              <a:pathLst>
                <a:path w="7910" h="12441" extrusionOk="0">
                  <a:moveTo>
                    <a:pt x="2363" y="1427"/>
                  </a:moveTo>
                  <a:lnTo>
                    <a:pt x="1986" y="1051"/>
                  </a:lnTo>
                  <a:lnTo>
                    <a:pt x="1815" y="674"/>
                  </a:lnTo>
                  <a:lnTo>
                    <a:pt x="1564" y="503"/>
                  </a:lnTo>
                  <a:lnTo>
                    <a:pt x="1279" y="994"/>
                  </a:lnTo>
                  <a:lnTo>
                    <a:pt x="1119" y="1313"/>
                  </a:lnTo>
                  <a:lnTo>
                    <a:pt x="1427" y="1815"/>
                  </a:lnTo>
                  <a:lnTo>
                    <a:pt x="1735" y="2260"/>
                  </a:lnTo>
                  <a:lnTo>
                    <a:pt x="2043" y="2569"/>
                  </a:lnTo>
                  <a:lnTo>
                    <a:pt x="4679" y="3653"/>
                  </a:lnTo>
                  <a:lnTo>
                    <a:pt x="5364" y="3641"/>
                  </a:lnTo>
                  <a:lnTo>
                    <a:pt x="3173" y="6369"/>
                  </a:lnTo>
                  <a:lnTo>
                    <a:pt x="2112" y="6414"/>
                  </a:lnTo>
                  <a:lnTo>
                    <a:pt x="1416" y="7054"/>
                  </a:lnTo>
                  <a:lnTo>
                    <a:pt x="902" y="7065"/>
                  </a:lnTo>
                  <a:lnTo>
                    <a:pt x="685" y="7350"/>
                  </a:lnTo>
                  <a:lnTo>
                    <a:pt x="0" y="8377"/>
                  </a:lnTo>
                  <a:lnTo>
                    <a:pt x="35" y="11687"/>
                  </a:lnTo>
                  <a:lnTo>
                    <a:pt x="503" y="12440"/>
                  </a:lnTo>
                  <a:lnTo>
                    <a:pt x="685" y="12235"/>
                  </a:lnTo>
                  <a:lnTo>
                    <a:pt x="879" y="11744"/>
                  </a:lnTo>
                  <a:lnTo>
                    <a:pt x="1746" y="10648"/>
                  </a:lnTo>
                  <a:lnTo>
                    <a:pt x="2500" y="9964"/>
                  </a:lnTo>
                  <a:lnTo>
                    <a:pt x="3687" y="9051"/>
                  </a:lnTo>
                  <a:lnTo>
                    <a:pt x="4485" y="8320"/>
                  </a:lnTo>
                  <a:lnTo>
                    <a:pt x="5398" y="7076"/>
                  </a:lnTo>
                  <a:lnTo>
                    <a:pt x="6060" y="6072"/>
                  </a:lnTo>
                  <a:lnTo>
                    <a:pt x="6722" y="4737"/>
                  </a:lnTo>
                  <a:lnTo>
                    <a:pt x="7179" y="3573"/>
                  </a:lnTo>
                  <a:lnTo>
                    <a:pt x="7532" y="2557"/>
                  </a:lnTo>
                  <a:lnTo>
                    <a:pt x="7715" y="1587"/>
                  </a:lnTo>
                  <a:lnTo>
                    <a:pt x="7875" y="1256"/>
                  </a:lnTo>
                  <a:lnTo>
                    <a:pt x="7852" y="777"/>
                  </a:lnTo>
                  <a:lnTo>
                    <a:pt x="7909" y="252"/>
                  </a:lnTo>
                  <a:lnTo>
                    <a:pt x="7875" y="1"/>
                  </a:lnTo>
                  <a:lnTo>
                    <a:pt x="7578" y="1"/>
                  </a:lnTo>
                  <a:lnTo>
                    <a:pt x="7202" y="320"/>
                  </a:lnTo>
                  <a:lnTo>
                    <a:pt x="6791" y="400"/>
                  </a:lnTo>
                  <a:lnTo>
                    <a:pt x="6437" y="537"/>
                  </a:lnTo>
                  <a:lnTo>
                    <a:pt x="6174" y="560"/>
                  </a:lnTo>
                  <a:lnTo>
                    <a:pt x="6174" y="560"/>
                  </a:lnTo>
                  <a:lnTo>
                    <a:pt x="5718" y="594"/>
                  </a:lnTo>
                  <a:lnTo>
                    <a:pt x="5455" y="743"/>
                  </a:lnTo>
                  <a:lnTo>
                    <a:pt x="5056" y="823"/>
                  </a:lnTo>
                  <a:lnTo>
                    <a:pt x="4371" y="1085"/>
                  </a:lnTo>
                  <a:lnTo>
                    <a:pt x="3493" y="1199"/>
                  </a:lnTo>
                  <a:lnTo>
                    <a:pt x="2751" y="1427"/>
                  </a:lnTo>
                  <a:close/>
                </a:path>
              </a:pathLst>
            </a:custGeom>
            <a:solidFill>
              <a:schemeClr val="accent2"/>
            </a:solidFill>
            <a:ln w="9525" cap="flat" cmpd="sng">
              <a:solidFill>
                <a:schemeClr val="accent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162525" tIns="162525" rIns="162525" bIns="1625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3200"/>
                <a:buFont typeface="Calibri"/>
                <a:buNone/>
              </a:pPr>
              <a:endParaRPr sz="3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081" name="Google Shape;1081;p38"/>
            <p:cNvSpPr/>
            <p:nvPr/>
          </p:nvSpPr>
          <p:spPr>
            <a:xfrm>
              <a:off x="2628975" y="2981450"/>
              <a:ext cx="58225" cy="84175"/>
            </a:xfrm>
            <a:custGeom>
              <a:avLst/>
              <a:gdLst/>
              <a:ahLst/>
              <a:cxnLst/>
              <a:rect l="l" t="t" r="r" b="b"/>
              <a:pathLst>
                <a:path w="2329" h="3367" extrusionOk="0">
                  <a:moveTo>
                    <a:pt x="1575" y="2956"/>
                  </a:moveTo>
                  <a:lnTo>
                    <a:pt x="1826" y="2283"/>
                  </a:lnTo>
                  <a:lnTo>
                    <a:pt x="2328" y="1449"/>
                  </a:lnTo>
                  <a:lnTo>
                    <a:pt x="2203" y="1084"/>
                  </a:lnTo>
                  <a:lnTo>
                    <a:pt x="1370" y="308"/>
                  </a:lnTo>
                  <a:lnTo>
                    <a:pt x="788" y="103"/>
                  </a:lnTo>
                  <a:lnTo>
                    <a:pt x="514" y="0"/>
                  </a:lnTo>
                  <a:lnTo>
                    <a:pt x="69" y="788"/>
                  </a:lnTo>
                  <a:lnTo>
                    <a:pt x="126" y="1415"/>
                  </a:lnTo>
                  <a:lnTo>
                    <a:pt x="434" y="1940"/>
                  </a:lnTo>
                  <a:lnTo>
                    <a:pt x="286" y="2328"/>
                  </a:lnTo>
                  <a:lnTo>
                    <a:pt x="206" y="2739"/>
                  </a:lnTo>
                  <a:lnTo>
                    <a:pt x="0" y="3138"/>
                  </a:lnTo>
                  <a:lnTo>
                    <a:pt x="343" y="3321"/>
                  </a:lnTo>
                  <a:lnTo>
                    <a:pt x="594" y="3070"/>
                  </a:lnTo>
                  <a:lnTo>
                    <a:pt x="776" y="3104"/>
                  </a:lnTo>
                  <a:lnTo>
                    <a:pt x="879" y="3367"/>
                  </a:lnTo>
                  <a:lnTo>
                    <a:pt x="1267" y="3287"/>
                  </a:lnTo>
                  <a:close/>
                </a:path>
              </a:pathLst>
            </a:custGeom>
            <a:solidFill>
              <a:schemeClr val="accent2"/>
            </a:solidFill>
            <a:ln w="9525" cap="flat" cmpd="sng">
              <a:solidFill>
                <a:schemeClr val="accent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162525" tIns="162525" rIns="162525" bIns="1625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3200"/>
                <a:buFont typeface="Calibri"/>
                <a:buNone/>
              </a:pPr>
              <a:endParaRPr sz="3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082" name="Google Shape;1082;p38"/>
            <p:cNvSpPr/>
            <p:nvPr/>
          </p:nvSpPr>
          <p:spPr>
            <a:xfrm>
              <a:off x="3640650" y="1956900"/>
              <a:ext cx="255375" cy="215450"/>
            </a:xfrm>
            <a:custGeom>
              <a:avLst/>
              <a:gdLst/>
              <a:ahLst/>
              <a:cxnLst/>
              <a:rect l="l" t="t" r="r" b="b"/>
              <a:pathLst>
                <a:path w="10215" h="8618" extrusionOk="0">
                  <a:moveTo>
                    <a:pt x="10215" y="7932"/>
                  </a:moveTo>
                  <a:lnTo>
                    <a:pt x="10066" y="7191"/>
                  </a:lnTo>
                  <a:lnTo>
                    <a:pt x="9610" y="7510"/>
                  </a:lnTo>
                  <a:lnTo>
                    <a:pt x="9462" y="7841"/>
                  </a:lnTo>
                  <a:lnTo>
                    <a:pt x="9667" y="8446"/>
                  </a:lnTo>
                  <a:lnTo>
                    <a:pt x="10009" y="8617"/>
                  </a:lnTo>
                  <a:close/>
                  <a:moveTo>
                    <a:pt x="5730" y="663"/>
                  </a:moveTo>
                  <a:lnTo>
                    <a:pt x="5387" y="321"/>
                  </a:lnTo>
                  <a:lnTo>
                    <a:pt x="5068" y="309"/>
                  </a:lnTo>
                  <a:lnTo>
                    <a:pt x="4965" y="1"/>
                  </a:lnTo>
                  <a:lnTo>
                    <a:pt x="4360" y="172"/>
                  </a:lnTo>
                  <a:lnTo>
                    <a:pt x="4155" y="891"/>
                  </a:lnTo>
                  <a:lnTo>
                    <a:pt x="2546" y="1576"/>
                  </a:lnTo>
                  <a:lnTo>
                    <a:pt x="1884" y="1211"/>
                  </a:lnTo>
                  <a:lnTo>
                    <a:pt x="2089" y="2204"/>
                  </a:lnTo>
                  <a:lnTo>
                    <a:pt x="914" y="1975"/>
                  </a:lnTo>
                  <a:lnTo>
                    <a:pt x="1" y="2158"/>
                  </a:lnTo>
                  <a:lnTo>
                    <a:pt x="58" y="2820"/>
                  </a:lnTo>
                  <a:lnTo>
                    <a:pt x="1131" y="3162"/>
                  </a:lnTo>
                  <a:lnTo>
                    <a:pt x="1644" y="3607"/>
                  </a:lnTo>
                  <a:lnTo>
                    <a:pt x="2375" y="4532"/>
                  </a:lnTo>
                  <a:lnTo>
                    <a:pt x="2226" y="6289"/>
                  </a:lnTo>
                  <a:lnTo>
                    <a:pt x="1850" y="6814"/>
                  </a:lnTo>
                  <a:lnTo>
                    <a:pt x="2135" y="7156"/>
                  </a:lnTo>
                  <a:lnTo>
                    <a:pt x="3470" y="7556"/>
                  </a:lnTo>
                  <a:lnTo>
                    <a:pt x="3744" y="7373"/>
                  </a:lnTo>
                  <a:lnTo>
                    <a:pt x="4554" y="7773"/>
                  </a:lnTo>
                  <a:lnTo>
                    <a:pt x="5410" y="7659"/>
                  </a:lnTo>
                  <a:lnTo>
                    <a:pt x="5479" y="7134"/>
                  </a:lnTo>
                  <a:lnTo>
                    <a:pt x="6540" y="6848"/>
                  </a:lnTo>
                  <a:lnTo>
                    <a:pt x="7967" y="7077"/>
                  </a:lnTo>
                  <a:lnTo>
                    <a:pt x="8606" y="6586"/>
                  </a:lnTo>
                  <a:lnTo>
                    <a:pt x="8674" y="6198"/>
                  </a:lnTo>
                  <a:lnTo>
                    <a:pt x="8298" y="6084"/>
                  </a:lnTo>
                  <a:lnTo>
                    <a:pt x="8081" y="5399"/>
                  </a:lnTo>
                  <a:lnTo>
                    <a:pt x="8320" y="5148"/>
                  </a:lnTo>
                  <a:lnTo>
                    <a:pt x="8092" y="4806"/>
                  </a:lnTo>
                  <a:lnTo>
                    <a:pt x="8126" y="4566"/>
                  </a:lnTo>
                  <a:lnTo>
                    <a:pt x="7864" y="4178"/>
                  </a:lnTo>
                  <a:lnTo>
                    <a:pt x="7522" y="4303"/>
                  </a:lnTo>
                  <a:lnTo>
                    <a:pt x="7522" y="3904"/>
                  </a:lnTo>
                  <a:lnTo>
                    <a:pt x="8024" y="3402"/>
                  </a:lnTo>
                  <a:lnTo>
                    <a:pt x="7989" y="3174"/>
                  </a:lnTo>
                  <a:lnTo>
                    <a:pt x="8320" y="3265"/>
                  </a:lnTo>
                  <a:lnTo>
                    <a:pt x="8503" y="3117"/>
                  </a:lnTo>
                  <a:lnTo>
                    <a:pt x="8583" y="2477"/>
                  </a:lnTo>
                  <a:lnTo>
                    <a:pt x="8902" y="1884"/>
                  </a:lnTo>
                  <a:lnTo>
                    <a:pt x="7887" y="1713"/>
                  </a:lnTo>
                  <a:lnTo>
                    <a:pt x="7544" y="1485"/>
                  </a:lnTo>
                  <a:lnTo>
                    <a:pt x="7350" y="1496"/>
                  </a:lnTo>
                  <a:lnTo>
                    <a:pt x="7191" y="1427"/>
                  </a:lnTo>
                  <a:lnTo>
                    <a:pt x="6563" y="1028"/>
                  </a:lnTo>
                  <a:lnTo>
                    <a:pt x="6209" y="1085"/>
                  </a:lnTo>
                  <a:close/>
                </a:path>
              </a:pathLst>
            </a:custGeom>
            <a:solidFill>
              <a:schemeClr val="accent2"/>
            </a:solidFill>
            <a:ln w="9525" cap="flat" cmpd="sng">
              <a:solidFill>
                <a:schemeClr val="accent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162525" tIns="162525" rIns="162525" bIns="1625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3200"/>
                <a:buFont typeface="Calibri"/>
                <a:buNone/>
              </a:pPr>
              <a:endParaRPr sz="3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083" name="Google Shape;1083;p38"/>
            <p:cNvSpPr/>
            <p:nvPr/>
          </p:nvSpPr>
          <p:spPr>
            <a:xfrm>
              <a:off x="3550500" y="2120100"/>
              <a:ext cx="250800" cy="176350"/>
            </a:xfrm>
            <a:custGeom>
              <a:avLst/>
              <a:gdLst/>
              <a:ahLst/>
              <a:cxnLst/>
              <a:rect l="l" t="t" r="r" b="b"/>
              <a:pathLst>
                <a:path w="10032" h="7054" extrusionOk="0">
                  <a:moveTo>
                    <a:pt x="8023" y="4520"/>
                  </a:moveTo>
                  <a:lnTo>
                    <a:pt x="8023" y="4497"/>
                  </a:lnTo>
                  <a:lnTo>
                    <a:pt x="7944" y="4497"/>
                  </a:lnTo>
                  <a:lnTo>
                    <a:pt x="7909" y="4440"/>
                  </a:lnTo>
                  <a:lnTo>
                    <a:pt x="7886" y="4463"/>
                  </a:lnTo>
                  <a:lnTo>
                    <a:pt x="7875" y="4497"/>
                  </a:lnTo>
                  <a:lnTo>
                    <a:pt x="7875" y="4520"/>
                  </a:lnTo>
                  <a:lnTo>
                    <a:pt x="7944" y="4520"/>
                  </a:lnTo>
                  <a:lnTo>
                    <a:pt x="8001" y="4543"/>
                  </a:lnTo>
                  <a:close/>
                  <a:moveTo>
                    <a:pt x="7909" y="4292"/>
                  </a:moveTo>
                  <a:lnTo>
                    <a:pt x="7944" y="4292"/>
                  </a:lnTo>
                  <a:lnTo>
                    <a:pt x="8035" y="4189"/>
                  </a:lnTo>
                  <a:lnTo>
                    <a:pt x="8035" y="4155"/>
                  </a:lnTo>
                  <a:lnTo>
                    <a:pt x="7989" y="4121"/>
                  </a:lnTo>
                  <a:lnTo>
                    <a:pt x="7829" y="4155"/>
                  </a:lnTo>
                  <a:lnTo>
                    <a:pt x="7807" y="4189"/>
                  </a:lnTo>
                  <a:lnTo>
                    <a:pt x="7807" y="4235"/>
                  </a:lnTo>
                  <a:lnTo>
                    <a:pt x="7761" y="4257"/>
                  </a:lnTo>
                  <a:lnTo>
                    <a:pt x="7749" y="4315"/>
                  </a:lnTo>
                  <a:lnTo>
                    <a:pt x="7761" y="4337"/>
                  </a:lnTo>
                  <a:lnTo>
                    <a:pt x="7875" y="4349"/>
                  </a:lnTo>
                  <a:close/>
                  <a:moveTo>
                    <a:pt x="5456" y="286"/>
                  </a:moveTo>
                  <a:lnTo>
                    <a:pt x="4280" y="263"/>
                  </a:lnTo>
                  <a:lnTo>
                    <a:pt x="3675" y="297"/>
                  </a:lnTo>
                  <a:lnTo>
                    <a:pt x="2911" y="161"/>
                  </a:lnTo>
                  <a:lnTo>
                    <a:pt x="1941" y="161"/>
                  </a:lnTo>
                  <a:lnTo>
                    <a:pt x="1062" y="1"/>
                  </a:lnTo>
                  <a:lnTo>
                    <a:pt x="1" y="640"/>
                  </a:lnTo>
                  <a:lnTo>
                    <a:pt x="286" y="1016"/>
                  </a:lnTo>
                  <a:lnTo>
                    <a:pt x="229" y="1644"/>
                  </a:lnTo>
                  <a:lnTo>
                    <a:pt x="503" y="1416"/>
                  </a:lnTo>
                  <a:lnTo>
                    <a:pt x="799" y="1290"/>
                  </a:lnTo>
                  <a:lnTo>
                    <a:pt x="971" y="1724"/>
                  </a:lnTo>
                  <a:lnTo>
                    <a:pt x="1404" y="1724"/>
                  </a:lnTo>
                  <a:lnTo>
                    <a:pt x="1530" y="1610"/>
                  </a:lnTo>
                  <a:lnTo>
                    <a:pt x="1952" y="1644"/>
                  </a:lnTo>
                  <a:lnTo>
                    <a:pt x="2146" y="2089"/>
                  </a:lnTo>
                  <a:lnTo>
                    <a:pt x="1804" y="2329"/>
                  </a:lnTo>
                  <a:lnTo>
                    <a:pt x="1770" y="3025"/>
                  </a:lnTo>
                  <a:lnTo>
                    <a:pt x="1644" y="3151"/>
                  </a:lnTo>
                  <a:lnTo>
                    <a:pt x="1598" y="3584"/>
                  </a:lnTo>
                  <a:lnTo>
                    <a:pt x="1290" y="3653"/>
                  </a:lnTo>
                  <a:lnTo>
                    <a:pt x="1575" y="4189"/>
                  </a:lnTo>
                  <a:lnTo>
                    <a:pt x="1347" y="4805"/>
                  </a:lnTo>
                  <a:lnTo>
                    <a:pt x="1598" y="5079"/>
                  </a:lnTo>
                  <a:lnTo>
                    <a:pt x="1484" y="5319"/>
                  </a:lnTo>
                  <a:lnTo>
                    <a:pt x="1199" y="5673"/>
                  </a:lnTo>
                  <a:lnTo>
                    <a:pt x="1256" y="5981"/>
                  </a:lnTo>
                  <a:lnTo>
                    <a:pt x="1941" y="6118"/>
                  </a:lnTo>
                  <a:lnTo>
                    <a:pt x="2135" y="6654"/>
                  </a:lnTo>
                  <a:lnTo>
                    <a:pt x="2420" y="6962"/>
                  </a:lnTo>
                  <a:lnTo>
                    <a:pt x="2785" y="7053"/>
                  </a:lnTo>
                  <a:lnTo>
                    <a:pt x="3082" y="6688"/>
                  </a:lnTo>
                  <a:lnTo>
                    <a:pt x="3550" y="6369"/>
                  </a:lnTo>
                  <a:lnTo>
                    <a:pt x="4269" y="6380"/>
                  </a:lnTo>
                  <a:lnTo>
                    <a:pt x="5216" y="6380"/>
                  </a:lnTo>
                  <a:lnTo>
                    <a:pt x="5764" y="5661"/>
                  </a:lnTo>
                  <a:lnTo>
                    <a:pt x="6323" y="5479"/>
                  </a:lnTo>
                  <a:lnTo>
                    <a:pt x="6494" y="4885"/>
                  </a:lnTo>
                  <a:lnTo>
                    <a:pt x="6916" y="4463"/>
                  </a:lnTo>
                  <a:lnTo>
                    <a:pt x="6631" y="3938"/>
                  </a:lnTo>
                  <a:lnTo>
                    <a:pt x="6916" y="3208"/>
                  </a:lnTo>
                  <a:lnTo>
                    <a:pt x="7361" y="2717"/>
                  </a:lnTo>
                  <a:lnTo>
                    <a:pt x="7430" y="2409"/>
                  </a:lnTo>
                  <a:lnTo>
                    <a:pt x="8377" y="2226"/>
                  </a:lnTo>
                  <a:lnTo>
                    <a:pt x="9062" y="1621"/>
                  </a:lnTo>
                  <a:lnTo>
                    <a:pt x="9016" y="1131"/>
                  </a:lnTo>
                  <a:lnTo>
                    <a:pt x="8160" y="1245"/>
                  </a:lnTo>
                  <a:lnTo>
                    <a:pt x="7350" y="845"/>
                  </a:lnTo>
                  <a:lnTo>
                    <a:pt x="7076" y="1028"/>
                  </a:lnTo>
                  <a:lnTo>
                    <a:pt x="5730" y="628"/>
                  </a:lnTo>
                  <a:close/>
                  <a:moveTo>
                    <a:pt x="9165" y="3516"/>
                  </a:moveTo>
                  <a:lnTo>
                    <a:pt x="9176" y="3470"/>
                  </a:lnTo>
                  <a:lnTo>
                    <a:pt x="9187" y="3436"/>
                  </a:lnTo>
                  <a:lnTo>
                    <a:pt x="9199" y="3424"/>
                  </a:lnTo>
                  <a:lnTo>
                    <a:pt x="9176" y="3402"/>
                  </a:lnTo>
                  <a:lnTo>
                    <a:pt x="9176" y="3379"/>
                  </a:lnTo>
                  <a:lnTo>
                    <a:pt x="9199" y="3356"/>
                  </a:lnTo>
                  <a:lnTo>
                    <a:pt x="9176" y="3333"/>
                  </a:lnTo>
                  <a:lnTo>
                    <a:pt x="8993" y="3390"/>
                  </a:lnTo>
                  <a:lnTo>
                    <a:pt x="8891" y="3447"/>
                  </a:lnTo>
                  <a:lnTo>
                    <a:pt x="8594" y="3664"/>
                  </a:lnTo>
                  <a:lnTo>
                    <a:pt x="8594" y="3710"/>
                  </a:lnTo>
                  <a:lnTo>
                    <a:pt x="8605" y="3733"/>
                  </a:lnTo>
                  <a:lnTo>
                    <a:pt x="8662" y="3733"/>
                  </a:lnTo>
                  <a:lnTo>
                    <a:pt x="8685" y="3790"/>
                  </a:lnTo>
                  <a:lnTo>
                    <a:pt x="8742" y="3733"/>
                  </a:lnTo>
                  <a:lnTo>
                    <a:pt x="8788" y="3721"/>
                  </a:lnTo>
                  <a:lnTo>
                    <a:pt x="8834" y="3733"/>
                  </a:lnTo>
                  <a:lnTo>
                    <a:pt x="8868" y="3767"/>
                  </a:lnTo>
                  <a:lnTo>
                    <a:pt x="8891" y="3847"/>
                  </a:lnTo>
                  <a:lnTo>
                    <a:pt x="8902" y="3881"/>
                  </a:lnTo>
                  <a:lnTo>
                    <a:pt x="8993" y="3892"/>
                  </a:lnTo>
                  <a:lnTo>
                    <a:pt x="9119" y="3949"/>
                  </a:lnTo>
                  <a:lnTo>
                    <a:pt x="9176" y="3927"/>
                  </a:lnTo>
                  <a:lnTo>
                    <a:pt x="9244" y="3881"/>
                  </a:lnTo>
                  <a:lnTo>
                    <a:pt x="9279" y="3790"/>
                  </a:lnTo>
                  <a:lnTo>
                    <a:pt x="9313" y="3721"/>
                  </a:lnTo>
                  <a:lnTo>
                    <a:pt x="9359" y="3653"/>
                  </a:lnTo>
                  <a:lnTo>
                    <a:pt x="9404" y="3596"/>
                  </a:lnTo>
                  <a:lnTo>
                    <a:pt x="9381" y="3539"/>
                  </a:lnTo>
                  <a:lnTo>
                    <a:pt x="9347" y="3527"/>
                  </a:lnTo>
                  <a:lnTo>
                    <a:pt x="9302" y="3504"/>
                  </a:lnTo>
                  <a:lnTo>
                    <a:pt x="9233" y="3539"/>
                  </a:lnTo>
                  <a:close/>
                  <a:moveTo>
                    <a:pt x="10021" y="3470"/>
                  </a:moveTo>
                  <a:lnTo>
                    <a:pt x="10032" y="3413"/>
                  </a:lnTo>
                  <a:lnTo>
                    <a:pt x="10032" y="3402"/>
                  </a:lnTo>
                  <a:lnTo>
                    <a:pt x="9963" y="3299"/>
                  </a:lnTo>
                  <a:lnTo>
                    <a:pt x="9827" y="3253"/>
                  </a:lnTo>
                  <a:lnTo>
                    <a:pt x="9690" y="3265"/>
                  </a:lnTo>
                  <a:lnTo>
                    <a:pt x="9678" y="3287"/>
                  </a:lnTo>
                  <a:lnTo>
                    <a:pt x="9678" y="3345"/>
                  </a:lnTo>
                  <a:lnTo>
                    <a:pt x="9690" y="3356"/>
                  </a:lnTo>
                  <a:lnTo>
                    <a:pt x="9769" y="3367"/>
                  </a:lnTo>
                  <a:lnTo>
                    <a:pt x="9998" y="3470"/>
                  </a:lnTo>
                  <a:close/>
                </a:path>
              </a:pathLst>
            </a:custGeom>
            <a:solidFill>
              <a:schemeClr val="accent2"/>
            </a:solidFill>
            <a:ln w="9525" cap="flat" cmpd="sng">
              <a:solidFill>
                <a:schemeClr val="accent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162525" tIns="162525" rIns="162525" bIns="1625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3200"/>
                <a:buFont typeface="Calibri"/>
                <a:buNone/>
              </a:pPr>
              <a:endParaRPr sz="3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084" name="Google Shape;1084;p38"/>
            <p:cNvSpPr/>
            <p:nvPr/>
          </p:nvSpPr>
          <p:spPr>
            <a:xfrm>
              <a:off x="2326825" y="2825950"/>
              <a:ext cx="3450" cy="4300"/>
            </a:xfrm>
            <a:custGeom>
              <a:avLst/>
              <a:gdLst/>
              <a:ahLst/>
              <a:cxnLst/>
              <a:rect l="l" t="t" r="r" b="b"/>
              <a:pathLst>
                <a:path w="138" h="172" extrusionOk="0">
                  <a:moveTo>
                    <a:pt x="138" y="137"/>
                  </a:moveTo>
                  <a:lnTo>
                    <a:pt x="115" y="126"/>
                  </a:lnTo>
                  <a:lnTo>
                    <a:pt x="81" y="35"/>
                  </a:lnTo>
                  <a:lnTo>
                    <a:pt x="35" y="0"/>
                  </a:lnTo>
                  <a:lnTo>
                    <a:pt x="24" y="12"/>
                  </a:lnTo>
                  <a:lnTo>
                    <a:pt x="1" y="58"/>
                  </a:lnTo>
                  <a:lnTo>
                    <a:pt x="46" y="103"/>
                  </a:lnTo>
                  <a:lnTo>
                    <a:pt x="92" y="149"/>
                  </a:lnTo>
                  <a:lnTo>
                    <a:pt x="126" y="172"/>
                  </a:lnTo>
                  <a:close/>
                </a:path>
              </a:pathLst>
            </a:custGeom>
            <a:solidFill>
              <a:schemeClr val="accent2"/>
            </a:solidFill>
            <a:ln w="9525" cap="flat" cmpd="sng">
              <a:solidFill>
                <a:schemeClr val="accent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162525" tIns="162525" rIns="162525" bIns="1625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3200"/>
                <a:buFont typeface="Calibri"/>
                <a:buNone/>
              </a:pPr>
              <a:endParaRPr sz="3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085" name="Google Shape;1085;p38"/>
            <p:cNvSpPr/>
            <p:nvPr/>
          </p:nvSpPr>
          <p:spPr>
            <a:xfrm>
              <a:off x="2474325" y="2697550"/>
              <a:ext cx="3450" cy="2025"/>
            </a:xfrm>
            <a:custGeom>
              <a:avLst/>
              <a:gdLst/>
              <a:ahLst/>
              <a:cxnLst/>
              <a:rect l="l" t="t" r="r" b="b"/>
              <a:pathLst>
                <a:path w="138" h="81" extrusionOk="0">
                  <a:moveTo>
                    <a:pt x="126" y="47"/>
                  </a:moveTo>
                  <a:lnTo>
                    <a:pt x="138" y="12"/>
                  </a:lnTo>
                  <a:lnTo>
                    <a:pt x="104" y="1"/>
                  </a:lnTo>
                  <a:lnTo>
                    <a:pt x="1" y="69"/>
                  </a:lnTo>
                  <a:lnTo>
                    <a:pt x="1" y="81"/>
                  </a:lnTo>
                  <a:close/>
                </a:path>
              </a:pathLst>
            </a:custGeom>
            <a:solidFill>
              <a:schemeClr val="accent2"/>
            </a:solidFill>
            <a:ln w="9525" cap="flat" cmpd="sng">
              <a:solidFill>
                <a:schemeClr val="accent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162525" tIns="162525" rIns="162525" bIns="1625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3200"/>
                <a:buFont typeface="Calibri"/>
                <a:buNone/>
              </a:pPr>
              <a:endParaRPr sz="3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086" name="Google Shape;1086;p38"/>
            <p:cNvSpPr/>
            <p:nvPr/>
          </p:nvSpPr>
          <p:spPr>
            <a:xfrm>
              <a:off x="3747075" y="2144350"/>
              <a:ext cx="6025" cy="4600"/>
            </a:xfrm>
            <a:custGeom>
              <a:avLst/>
              <a:gdLst/>
              <a:ahLst/>
              <a:cxnLst/>
              <a:rect l="l" t="t" r="r" b="b"/>
              <a:pathLst>
                <a:path w="241" h="184" extrusionOk="0">
                  <a:moveTo>
                    <a:pt x="217" y="126"/>
                  </a:moveTo>
                  <a:lnTo>
                    <a:pt x="229" y="103"/>
                  </a:lnTo>
                  <a:lnTo>
                    <a:pt x="240" y="69"/>
                  </a:lnTo>
                  <a:lnTo>
                    <a:pt x="240" y="58"/>
                  </a:lnTo>
                  <a:lnTo>
                    <a:pt x="217" y="46"/>
                  </a:lnTo>
                  <a:lnTo>
                    <a:pt x="115" y="12"/>
                  </a:lnTo>
                  <a:lnTo>
                    <a:pt x="69" y="1"/>
                  </a:lnTo>
                  <a:lnTo>
                    <a:pt x="46" y="12"/>
                  </a:lnTo>
                  <a:lnTo>
                    <a:pt x="12" y="46"/>
                  </a:lnTo>
                  <a:lnTo>
                    <a:pt x="1" y="81"/>
                  </a:lnTo>
                  <a:lnTo>
                    <a:pt x="12" y="103"/>
                  </a:lnTo>
                  <a:lnTo>
                    <a:pt x="12" y="126"/>
                  </a:lnTo>
                  <a:lnTo>
                    <a:pt x="12" y="161"/>
                  </a:lnTo>
                  <a:lnTo>
                    <a:pt x="23" y="183"/>
                  </a:lnTo>
                  <a:lnTo>
                    <a:pt x="58" y="183"/>
                  </a:lnTo>
                  <a:lnTo>
                    <a:pt x="81" y="183"/>
                  </a:lnTo>
                  <a:lnTo>
                    <a:pt x="126" y="172"/>
                  </a:lnTo>
                  <a:lnTo>
                    <a:pt x="195" y="126"/>
                  </a:lnTo>
                  <a:close/>
                </a:path>
              </a:pathLst>
            </a:custGeom>
            <a:solidFill>
              <a:schemeClr val="accent2"/>
            </a:solidFill>
            <a:ln w="9525" cap="flat" cmpd="sng">
              <a:solidFill>
                <a:schemeClr val="accent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162525" tIns="162525" rIns="162525" bIns="1625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3200"/>
                <a:buFont typeface="Calibri"/>
                <a:buNone/>
              </a:pPr>
              <a:endParaRPr sz="3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087" name="Google Shape;1087;p38"/>
            <p:cNvSpPr/>
            <p:nvPr/>
          </p:nvSpPr>
          <p:spPr>
            <a:xfrm>
              <a:off x="2497150" y="2710400"/>
              <a:ext cx="3750" cy="16000"/>
            </a:xfrm>
            <a:custGeom>
              <a:avLst/>
              <a:gdLst/>
              <a:ahLst/>
              <a:cxnLst/>
              <a:rect l="l" t="t" r="r" b="b"/>
              <a:pathLst>
                <a:path w="150" h="640" extrusionOk="0">
                  <a:moveTo>
                    <a:pt x="126" y="617"/>
                  </a:moveTo>
                  <a:lnTo>
                    <a:pt x="149" y="594"/>
                  </a:lnTo>
                  <a:lnTo>
                    <a:pt x="149" y="583"/>
                  </a:lnTo>
                  <a:lnTo>
                    <a:pt x="149" y="560"/>
                  </a:lnTo>
                  <a:lnTo>
                    <a:pt x="138" y="537"/>
                  </a:lnTo>
                  <a:lnTo>
                    <a:pt x="126" y="514"/>
                  </a:lnTo>
                  <a:lnTo>
                    <a:pt x="69" y="480"/>
                  </a:lnTo>
                  <a:lnTo>
                    <a:pt x="1" y="560"/>
                  </a:lnTo>
                  <a:lnTo>
                    <a:pt x="1" y="583"/>
                  </a:lnTo>
                  <a:lnTo>
                    <a:pt x="12" y="628"/>
                  </a:lnTo>
                  <a:lnTo>
                    <a:pt x="92" y="640"/>
                  </a:lnTo>
                  <a:close/>
                  <a:moveTo>
                    <a:pt x="149" y="115"/>
                  </a:moveTo>
                  <a:lnTo>
                    <a:pt x="149" y="46"/>
                  </a:lnTo>
                  <a:lnTo>
                    <a:pt x="138" y="12"/>
                  </a:lnTo>
                  <a:lnTo>
                    <a:pt x="92" y="12"/>
                  </a:lnTo>
                  <a:lnTo>
                    <a:pt x="81" y="1"/>
                  </a:lnTo>
                  <a:lnTo>
                    <a:pt x="69" y="1"/>
                  </a:lnTo>
                  <a:lnTo>
                    <a:pt x="46" y="12"/>
                  </a:lnTo>
                  <a:lnTo>
                    <a:pt x="69" y="103"/>
                  </a:lnTo>
                  <a:lnTo>
                    <a:pt x="138" y="137"/>
                  </a:lnTo>
                  <a:close/>
                </a:path>
              </a:pathLst>
            </a:custGeom>
            <a:solidFill>
              <a:schemeClr val="accent2"/>
            </a:solidFill>
            <a:ln w="9525" cap="flat" cmpd="sng">
              <a:solidFill>
                <a:schemeClr val="accent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162525" tIns="162525" rIns="162525" bIns="1625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3200"/>
                <a:buFont typeface="Calibri"/>
                <a:buNone/>
              </a:pPr>
              <a:endParaRPr sz="3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088" name="Google Shape;1088;p38"/>
            <p:cNvSpPr/>
            <p:nvPr/>
          </p:nvSpPr>
          <p:spPr>
            <a:xfrm>
              <a:off x="2187025" y="2500700"/>
              <a:ext cx="108150" cy="136700"/>
            </a:xfrm>
            <a:custGeom>
              <a:avLst/>
              <a:gdLst/>
              <a:ahLst/>
              <a:cxnLst/>
              <a:rect l="l" t="t" r="r" b="b"/>
              <a:pathLst>
                <a:path w="4326" h="5468" extrusionOk="0">
                  <a:moveTo>
                    <a:pt x="3984" y="5216"/>
                  </a:moveTo>
                  <a:lnTo>
                    <a:pt x="4018" y="5136"/>
                  </a:lnTo>
                  <a:lnTo>
                    <a:pt x="3972" y="5125"/>
                  </a:lnTo>
                  <a:lnTo>
                    <a:pt x="3904" y="5216"/>
                  </a:lnTo>
                  <a:lnTo>
                    <a:pt x="3812" y="5262"/>
                  </a:lnTo>
                  <a:lnTo>
                    <a:pt x="3767" y="5262"/>
                  </a:lnTo>
                  <a:lnTo>
                    <a:pt x="3675" y="5216"/>
                  </a:lnTo>
                  <a:lnTo>
                    <a:pt x="3596" y="5216"/>
                  </a:lnTo>
                  <a:lnTo>
                    <a:pt x="3539" y="5284"/>
                  </a:lnTo>
                  <a:lnTo>
                    <a:pt x="3459" y="5307"/>
                  </a:lnTo>
                  <a:lnTo>
                    <a:pt x="3470" y="5319"/>
                  </a:lnTo>
                  <a:lnTo>
                    <a:pt x="3470" y="5353"/>
                  </a:lnTo>
                  <a:lnTo>
                    <a:pt x="3447" y="5387"/>
                  </a:lnTo>
                  <a:lnTo>
                    <a:pt x="3447" y="5421"/>
                  </a:lnTo>
                  <a:lnTo>
                    <a:pt x="3459" y="5467"/>
                  </a:lnTo>
                  <a:lnTo>
                    <a:pt x="3675" y="5444"/>
                  </a:lnTo>
                  <a:lnTo>
                    <a:pt x="3858" y="5421"/>
                  </a:lnTo>
                  <a:lnTo>
                    <a:pt x="3961" y="5296"/>
                  </a:lnTo>
                  <a:close/>
                  <a:moveTo>
                    <a:pt x="4098" y="4931"/>
                  </a:moveTo>
                  <a:lnTo>
                    <a:pt x="4041" y="4896"/>
                  </a:lnTo>
                  <a:lnTo>
                    <a:pt x="3984" y="4931"/>
                  </a:lnTo>
                  <a:lnTo>
                    <a:pt x="3995" y="4976"/>
                  </a:lnTo>
                  <a:close/>
                  <a:moveTo>
                    <a:pt x="4098" y="4109"/>
                  </a:moveTo>
                  <a:lnTo>
                    <a:pt x="4041" y="4075"/>
                  </a:lnTo>
                  <a:lnTo>
                    <a:pt x="3995" y="4155"/>
                  </a:lnTo>
                  <a:lnTo>
                    <a:pt x="4041" y="4166"/>
                  </a:lnTo>
                  <a:lnTo>
                    <a:pt x="4143" y="4155"/>
                  </a:lnTo>
                  <a:lnTo>
                    <a:pt x="4212" y="4166"/>
                  </a:lnTo>
                  <a:lnTo>
                    <a:pt x="4280" y="4223"/>
                  </a:lnTo>
                  <a:lnTo>
                    <a:pt x="4326" y="4189"/>
                  </a:lnTo>
                  <a:lnTo>
                    <a:pt x="4315" y="4177"/>
                  </a:lnTo>
                  <a:lnTo>
                    <a:pt x="4257" y="4132"/>
                  </a:lnTo>
                  <a:lnTo>
                    <a:pt x="4166" y="4120"/>
                  </a:lnTo>
                  <a:lnTo>
                    <a:pt x="4143" y="4120"/>
                  </a:lnTo>
                  <a:close/>
                  <a:moveTo>
                    <a:pt x="3150" y="4292"/>
                  </a:moveTo>
                  <a:lnTo>
                    <a:pt x="3253" y="4212"/>
                  </a:lnTo>
                  <a:lnTo>
                    <a:pt x="3356" y="4166"/>
                  </a:lnTo>
                  <a:lnTo>
                    <a:pt x="3481" y="4006"/>
                  </a:lnTo>
                  <a:lnTo>
                    <a:pt x="3470" y="3881"/>
                  </a:lnTo>
                  <a:lnTo>
                    <a:pt x="3504" y="3824"/>
                  </a:lnTo>
                  <a:lnTo>
                    <a:pt x="3413" y="3835"/>
                  </a:lnTo>
                  <a:lnTo>
                    <a:pt x="3402" y="3881"/>
                  </a:lnTo>
                  <a:lnTo>
                    <a:pt x="3379" y="3926"/>
                  </a:lnTo>
                  <a:lnTo>
                    <a:pt x="3424" y="3983"/>
                  </a:lnTo>
                  <a:lnTo>
                    <a:pt x="3424" y="4006"/>
                  </a:lnTo>
                  <a:lnTo>
                    <a:pt x="3402" y="4063"/>
                  </a:lnTo>
                  <a:lnTo>
                    <a:pt x="3356" y="4075"/>
                  </a:lnTo>
                  <a:lnTo>
                    <a:pt x="3344" y="4109"/>
                  </a:lnTo>
                  <a:lnTo>
                    <a:pt x="3299" y="4120"/>
                  </a:lnTo>
                  <a:lnTo>
                    <a:pt x="3242" y="4189"/>
                  </a:lnTo>
                  <a:lnTo>
                    <a:pt x="3128" y="4280"/>
                  </a:lnTo>
                  <a:lnTo>
                    <a:pt x="3093" y="4326"/>
                  </a:lnTo>
                  <a:close/>
                  <a:moveTo>
                    <a:pt x="3322" y="3835"/>
                  </a:moveTo>
                  <a:lnTo>
                    <a:pt x="3242" y="3812"/>
                  </a:lnTo>
                  <a:lnTo>
                    <a:pt x="3208" y="3755"/>
                  </a:lnTo>
                  <a:lnTo>
                    <a:pt x="3150" y="3732"/>
                  </a:lnTo>
                  <a:lnTo>
                    <a:pt x="3139" y="3767"/>
                  </a:lnTo>
                  <a:lnTo>
                    <a:pt x="3139" y="3789"/>
                  </a:lnTo>
                  <a:lnTo>
                    <a:pt x="3150" y="3846"/>
                  </a:lnTo>
                  <a:lnTo>
                    <a:pt x="3185" y="3835"/>
                  </a:lnTo>
                  <a:lnTo>
                    <a:pt x="3299" y="3892"/>
                  </a:lnTo>
                  <a:lnTo>
                    <a:pt x="3356" y="3846"/>
                  </a:lnTo>
                  <a:close/>
                  <a:moveTo>
                    <a:pt x="2740" y="3675"/>
                  </a:moveTo>
                  <a:lnTo>
                    <a:pt x="2740" y="3584"/>
                  </a:lnTo>
                  <a:lnTo>
                    <a:pt x="2683" y="3504"/>
                  </a:lnTo>
                  <a:lnTo>
                    <a:pt x="2603" y="3447"/>
                  </a:lnTo>
                  <a:lnTo>
                    <a:pt x="2580" y="3276"/>
                  </a:lnTo>
                  <a:lnTo>
                    <a:pt x="2546" y="3185"/>
                  </a:lnTo>
                  <a:lnTo>
                    <a:pt x="2511" y="3093"/>
                  </a:lnTo>
                  <a:lnTo>
                    <a:pt x="2454" y="2979"/>
                  </a:lnTo>
                  <a:lnTo>
                    <a:pt x="2454" y="3048"/>
                  </a:lnTo>
                  <a:lnTo>
                    <a:pt x="2466" y="3070"/>
                  </a:lnTo>
                  <a:lnTo>
                    <a:pt x="2489" y="3150"/>
                  </a:lnTo>
                  <a:lnTo>
                    <a:pt x="2546" y="3276"/>
                  </a:lnTo>
                  <a:lnTo>
                    <a:pt x="2557" y="3333"/>
                  </a:lnTo>
                  <a:lnTo>
                    <a:pt x="2546" y="3390"/>
                  </a:lnTo>
                  <a:lnTo>
                    <a:pt x="2489" y="3413"/>
                  </a:lnTo>
                  <a:lnTo>
                    <a:pt x="2466" y="3436"/>
                  </a:lnTo>
                  <a:lnTo>
                    <a:pt x="2546" y="3481"/>
                  </a:lnTo>
                  <a:lnTo>
                    <a:pt x="2660" y="3527"/>
                  </a:lnTo>
                  <a:lnTo>
                    <a:pt x="2728" y="3710"/>
                  </a:lnTo>
                  <a:close/>
                  <a:moveTo>
                    <a:pt x="2158" y="3185"/>
                  </a:moveTo>
                  <a:lnTo>
                    <a:pt x="2089" y="3139"/>
                  </a:lnTo>
                  <a:lnTo>
                    <a:pt x="2055" y="3093"/>
                  </a:lnTo>
                  <a:lnTo>
                    <a:pt x="1952" y="2991"/>
                  </a:lnTo>
                  <a:lnTo>
                    <a:pt x="1918" y="2979"/>
                  </a:lnTo>
                  <a:lnTo>
                    <a:pt x="1884" y="3036"/>
                  </a:lnTo>
                  <a:lnTo>
                    <a:pt x="1941" y="3048"/>
                  </a:lnTo>
                  <a:lnTo>
                    <a:pt x="2066" y="3150"/>
                  </a:lnTo>
                  <a:lnTo>
                    <a:pt x="2123" y="3173"/>
                  </a:lnTo>
                  <a:close/>
                  <a:moveTo>
                    <a:pt x="3196" y="2614"/>
                  </a:moveTo>
                  <a:lnTo>
                    <a:pt x="3185" y="2568"/>
                  </a:lnTo>
                  <a:lnTo>
                    <a:pt x="3173" y="2568"/>
                  </a:lnTo>
                  <a:lnTo>
                    <a:pt x="3128" y="2580"/>
                  </a:lnTo>
                  <a:lnTo>
                    <a:pt x="3082" y="2705"/>
                  </a:lnTo>
                  <a:lnTo>
                    <a:pt x="3128" y="2705"/>
                  </a:lnTo>
                  <a:close/>
                  <a:moveTo>
                    <a:pt x="685" y="2454"/>
                  </a:moveTo>
                  <a:lnTo>
                    <a:pt x="663" y="2409"/>
                  </a:lnTo>
                  <a:lnTo>
                    <a:pt x="617" y="2431"/>
                  </a:lnTo>
                  <a:lnTo>
                    <a:pt x="549" y="2431"/>
                  </a:lnTo>
                  <a:lnTo>
                    <a:pt x="514" y="2454"/>
                  </a:lnTo>
                  <a:lnTo>
                    <a:pt x="457" y="2454"/>
                  </a:lnTo>
                  <a:lnTo>
                    <a:pt x="412" y="2477"/>
                  </a:lnTo>
                  <a:lnTo>
                    <a:pt x="469" y="2591"/>
                  </a:lnTo>
                  <a:lnTo>
                    <a:pt x="514" y="2637"/>
                  </a:lnTo>
                  <a:lnTo>
                    <a:pt x="526" y="2785"/>
                  </a:lnTo>
                  <a:lnTo>
                    <a:pt x="560" y="2797"/>
                  </a:lnTo>
                  <a:lnTo>
                    <a:pt x="549" y="2899"/>
                  </a:lnTo>
                  <a:lnTo>
                    <a:pt x="697" y="2911"/>
                  </a:lnTo>
                  <a:lnTo>
                    <a:pt x="754" y="2797"/>
                  </a:lnTo>
                  <a:lnTo>
                    <a:pt x="754" y="2751"/>
                  </a:lnTo>
                  <a:lnTo>
                    <a:pt x="754" y="2740"/>
                  </a:lnTo>
                  <a:lnTo>
                    <a:pt x="754" y="2705"/>
                  </a:lnTo>
                  <a:lnTo>
                    <a:pt x="754" y="2682"/>
                  </a:lnTo>
                  <a:lnTo>
                    <a:pt x="754" y="2557"/>
                  </a:lnTo>
                  <a:lnTo>
                    <a:pt x="720" y="2477"/>
                  </a:lnTo>
                  <a:lnTo>
                    <a:pt x="663" y="2568"/>
                  </a:lnTo>
                  <a:lnTo>
                    <a:pt x="606" y="2523"/>
                  </a:lnTo>
                  <a:lnTo>
                    <a:pt x="685" y="2466"/>
                  </a:lnTo>
                  <a:close/>
                  <a:moveTo>
                    <a:pt x="2523" y="2500"/>
                  </a:moveTo>
                  <a:lnTo>
                    <a:pt x="2386" y="2294"/>
                  </a:lnTo>
                  <a:lnTo>
                    <a:pt x="2386" y="2272"/>
                  </a:lnTo>
                  <a:lnTo>
                    <a:pt x="2317" y="2055"/>
                  </a:lnTo>
                  <a:lnTo>
                    <a:pt x="2272" y="2043"/>
                  </a:lnTo>
                  <a:lnTo>
                    <a:pt x="2260" y="2055"/>
                  </a:lnTo>
                  <a:lnTo>
                    <a:pt x="2238" y="2078"/>
                  </a:lnTo>
                  <a:lnTo>
                    <a:pt x="2295" y="2135"/>
                  </a:lnTo>
                  <a:lnTo>
                    <a:pt x="2295" y="2192"/>
                  </a:lnTo>
                  <a:lnTo>
                    <a:pt x="2340" y="2226"/>
                  </a:lnTo>
                  <a:lnTo>
                    <a:pt x="2397" y="2386"/>
                  </a:lnTo>
                  <a:lnTo>
                    <a:pt x="2454" y="2431"/>
                  </a:lnTo>
                  <a:lnTo>
                    <a:pt x="2443" y="2477"/>
                  </a:lnTo>
                  <a:lnTo>
                    <a:pt x="2386" y="2523"/>
                  </a:lnTo>
                  <a:lnTo>
                    <a:pt x="2374" y="2557"/>
                  </a:lnTo>
                  <a:lnTo>
                    <a:pt x="2386" y="2557"/>
                  </a:lnTo>
                  <a:lnTo>
                    <a:pt x="2466" y="2534"/>
                  </a:lnTo>
                  <a:lnTo>
                    <a:pt x="2523" y="2534"/>
                  </a:lnTo>
                  <a:close/>
                  <a:moveTo>
                    <a:pt x="1028" y="1758"/>
                  </a:moveTo>
                  <a:lnTo>
                    <a:pt x="1096" y="1724"/>
                  </a:lnTo>
                  <a:lnTo>
                    <a:pt x="1096" y="1724"/>
                  </a:lnTo>
                  <a:lnTo>
                    <a:pt x="1062" y="1701"/>
                  </a:lnTo>
                  <a:lnTo>
                    <a:pt x="959" y="1701"/>
                  </a:lnTo>
                  <a:lnTo>
                    <a:pt x="902" y="1712"/>
                  </a:lnTo>
                  <a:lnTo>
                    <a:pt x="868" y="1735"/>
                  </a:lnTo>
                  <a:lnTo>
                    <a:pt x="891" y="1758"/>
                  </a:lnTo>
                  <a:lnTo>
                    <a:pt x="948" y="1769"/>
                  </a:lnTo>
                  <a:close/>
                  <a:moveTo>
                    <a:pt x="685" y="2043"/>
                  </a:moveTo>
                  <a:lnTo>
                    <a:pt x="617" y="1952"/>
                  </a:lnTo>
                  <a:lnTo>
                    <a:pt x="571" y="1827"/>
                  </a:lnTo>
                  <a:lnTo>
                    <a:pt x="549" y="1769"/>
                  </a:lnTo>
                  <a:lnTo>
                    <a:pt x="560" y="1701"/>
                  </a:lnTo>
                  <a:lnTo>
                    <a:pt x="514" y="1644"/>
                  </a:lnTo>
                  <a:lnTo>
                    <a:pt x="434" y="1587"/>
                  </a:lnTo>
                  <a:lnTo>
                    <a:pt x="389" y="1598"/>
                  </a:lnTo>
                  <a:lnTo>
                    <a:pt x="400" y="1758"/>
                  </a:lnTo>
                  <a:lnTo>
                    <a:pt x="377" y="1838"/>
                  </a:lnTo>
                  <a:lnTo>
                    <a:pt x="263" y="1998"/>
                  </a:lnTo>
                  <a:lnTo>
                    <a:pt x="275" y="2055"/>
                  </a:lnTo>
                  <a:lnTo>
                    <a:pt x="275" y="2055"/>
                  </a:lnTo>
                  <a:lnTo>
                    <a:pt x="286" y="2078"/>
                  </a:lnTo>
                  <a:lnTo>
                    <a:pt x="218" y="2135"/>
                  </a:lnTo>
                  <a:lnTo>
                    <a:pt x="218" y="2100"/>
                  </a:lnTo>
                  <a:lnTo>
                    <a:pt x="138" y="2112"/>
                  </a:lnTo>
                  <a:lnTo>
                    <a:pt x="172" y="2180"/>
                  </a:lnTo>
                  <a:lnTo>
                    <a:pt x="263" y="2237"/>
                  </a:lnTo>
                  <a:lnTo>
                    <a:pt x="297" y="2249"/>
                  </a:lnTo>
                  <a:lnTo>
                    <a:pt x="343" y="2226"/>
                  </a:lnTo>
                  <a:lnTo>
                    <a:pt x="343" y="2294"/>
                  </a:lnTo>
                  <a:lnTo>
                    <a:pt x="389" y="2351"/>
                  </a:lnTo>
                  <a:lnTo>
                    <a:pt x="400" y="2409"/>
                  </a:lnTo>
                  <a:lnTo>
                    <a:pt x="446" y="2363"/>
                  </a:lnTo>
                  <a:lnTo>
                    <a:pt x="526" y="2340"/>
                  </a:lnTo>
                  <a:lnTo>
                    <a:pt x="560" y="2306"/>
                  </a:lnTo>
                  <a:lnTo>
                    <a:pt x="663" y="2249"/>
                  </a:lnTo>
                  <a:lnTo>
                    <a:pt x="663" y="2226"/>
                  </a:lnTo>
                  <a:lnTo>
                    <a:pt x="674" y="2135"/>
                  </a:lnTo>
                  <a:close/>
                  <a:moveTo>
                    <a:pt x="1644" y="1324"/>
                  </a:moveTo>
                  <a:lnTo>
                    <a:pt x="1598" y="1256"/>
                  </a:lnTo>
                  <a:lnTo>
                    <a:pt x="1587" y="1267"/>
                  </a:lnTo>
                  <a:lnTo>
                    <a:pt x="1576" y="1324"/>
                  </a:lnTo>
                  <a:lnTo>
                    <a:pt x="1530" y="1381"/>
                  </a:lnTo>
                  <a:lnTo>
                    <a:pt x="1598" y="1370"/>
                  </a:lnTo>
                  <a:lnTo>
                    <a:pt x="1655" y="1381"/>
                  </a:lnTo>
                  <a:lnTo>
                    <a:pt x="1747" y="1450"/>
                  </a:lnTo>
                  <a:lnTo>
                    <a:pt x="1849" y="1484"/>
                  </a:lnTo>
                  <a:lnTo>
                    <a:pt x="1884" y="1564"/>
                  </a:lnTo>
                  <a:lnTo>
                    <a:pt x="1975" y="1655"/>
                  </a:lnTo>
                  <a:lnTo>
                    <a:pt x="1975" y="1735"/>
                  </a:lnTo>
                  <a:lnTo>
                    <a:pt x="1918" y="1827"/>
                  </a:lnTo>
                  <a:lnTo>
                    <a:pt x="1895" y="1929"/>
                  </a:lnTo>
                  <a:lnTo>
                    <a:pt x="1815" y="1941"/>
                  </a:lnTo>
                  <a:lnTo>
                    <a:pt x="1827" y="1952"/>
                  </a:lnTo>
                  <a:lnTo>
                    <a:pt x="1872" y="1998"/>
                  </a:lnTo>
                  <a:lnTo>
                    <a:pt x="1884" y="2055"/>
                  </a:lnTo>
                  <a:lnTo>
                    <a:pt x="1918" y="2078"/>
                  </a:lnTo>
                  <a:lnTo>
                    <a:pt x="1918" y="1986"/>
                  </a:lnTo>
                  <a:lnTo>
                    <a:pt x="1952" y="1872"/>
                  </a:lnTo>
                  <a:lnTo>
                    <a:pt x="2009" y="1678"/>
                  </a:lnTo>
                  <a:lnTo>
                    <a:pt x="1998" y="1644"/>
                  </a:lnTo>
                  <a:lnTo>
                    <a:pt x="1952" y="1598"/>
                  </a:lnTo>
                  <a:lnTo>
                    <a:pt x="1861" y="1473"/>
                  </a:lnTo>
                  <a:lnTo>
                    <a:pt x="1758" y="1427"/>
                  </a:lnTo>
                  <a:close/>
                  <a:moveTo>
                    <a:pt x="389" y="195"/>
                  </a:moveTo>
                  <a:lnTo>
                    <a:pt x="320" y="138"/>
                  </a:lnTo>
                  <a:lnTo>
                    <a:pt x="286" y="195"/>
                  </a:lnTo>
                  <a:lnTo>
                    <a:pt x="286" y="217"/>
                  </a:lnTo>
                  <a:lnTo>
                    <a:pt x="275" y="252"/>
                  </a:lnTo>
                  <a:lnTo>
                    <a:pt x="206" y="309"/>
                  </a:lnTo>
                  <a:lnTo>
                    <a:pt x="126" y="332"/>
                  </a:lnTo>
                  <a:lnTo>
                    <a:pt x="35" y="240"/>
                  </a:lnTo>
                  <a:lnTo>
                    <a:pt x="1" y="229"/>
                  </a:lnTo>
                  <a:lnTo>
                    <a:pt x="115" y="389"/>
                  </a:lnTo>
                  <a:lnTo>
                    <a:pt x="160" y="400"/>
                  </a:lnTo>
                  <a:lnTo>
                    <a:pt x="218" y="400"/>
                  </a:lnTo>
                  <a:lnTo>
                    <a:pt x="343" y="354"/>
                  </a:lnTo>
                  <a:lnTo>
                    <a:pt x="571" y="286"/>
                  </a:lnTo>
                  <a:lnTo>
                    <a:pt x="811" y="252"/>
                  </a:lnTo>
                  <a:lnTo>
                    <a:pt x="834" y="229"/>
                  </a:lnTo>
                  <a:lnTo>
                    <a:pt x="811" y="183"/>
                  </a:lnTo>
                  <a:lnTo>
                    <a:pt x="697" y="217"/>
                  </a:lnTo>
                  <a:lnTo>
                    <a:pt x="560" y="195"/>
                  </a:lnTo>
                  <a:lnTo>
                    <a:pt x="526" y="229"/>
                  </a:lnTo>
                  <a:lnTo>
                    <a:pt x="469" y="229"/>
                  </a:lnTo>
                  <a:close/>
                  <a:moveTo>
                    <a:pt x="1256" y="936"/>
                  </a:moveTo>
                  <a:lnTo>
                    <a:pt x="1290" y="902"/>
                  </a:lnTo>
                  <a:lnTo>
                    <a:pt x="1347" y="640"/>
                  </a:lnTo>
                  <a:lnTo>
                    <a:pt x="1461" y="560"/>
                  </a:lnTo>
                  <a:lnTo>
                    <a:pt x="1473" y="389"/>
                  </a:lnTo>
                  <a:lnTo>
                    <a:pt x="1404" y="309"/>
                  </a:lnTo>
                  <a:lnTo>
                    <a:pt x="1347" y="286"/>
                  </a:lnTo>
                  <a:lnTo>
                    <a:pt x="1325" y="252"/>
                  </a:lnTo>
                  <a:lnTo>
                    <a:pt x="1347" y="229"/>
                  </a:lnTo>
                  <a:lnTo>
                    <a:pt x="1313" y="217"/>
                  </a:lnTo>
                  <a:lnTo>
                    <a:pt x="1279" y="183"/>
                  </a:lnTo>
                  <a:lnTo>
                    <a:pt x="1222" y="103"/>
                  </a:lnTo>
                  <a:lnTo>
                    <a:pt x="1165" y="46"/>
                  </a:lnTo>
                  <a:lnTo>
                    <a:pt x="1062" y="23"/>
                  </a:lnTo>
                  <a:lnTo>
                    <a:pt x="971" y="12"/>
                  </a:lnTo>
                  <a:lnTo>
                    <a:pt x="914" y="1"/>
                  </a:lnTo>
                  <a:lnTo>
                    <a:pt x="845" y="35"/>
                  </a:lnTo>
                  <a:lnTo>
                    <a:pt x="959" y="35"/>
                  </a:lnTo>
                  <a:lnTo>
                    <a:pt x="1176" y="80"/>
                  </a:lnTo>
                  <a:lnTo>
                    <a:pt x="1279" y="297"/>
                  </a:lnTo>
                  <a:lnTo>
                    <a:pt x="1347" y="354"/>
                  </a:lnTo>
                  <a:lnTo>
                    <a:pt x="1359" y="411"/>
                  </a:lnTo>
                  <a:lnTo>
                    <a:pt x="1325" y="468"/>
                  </a:lnTo>
                  <a:lnTo>
                    <a:pt x="1325" y="526"/>
                  </a:lnTo>
                  <a:lnTo>
                    <a:pt x="1290" y="594"/>
                  </a:lnTo>
                  <a:lnTo>
                    <a:pt x="1279" y="708"/>
                  </a:lnTo>
                  <a:lnTo>
                    <a:pt x="1233" y="765"/>
                  </a:lnTo>
                  <a:lnTo>
                    <a:pt x="1131" y="834"/>
                  </a:lnTo>
                  <a:lnTo>
                    <a:pt x="1188" y="868"/>
                  </a:lnTo>
                  <a:lnTo>
                    <a:pt x="1233" y="948"/>
                  </a:lnTo>
                  <a:close/>
                </a:path>
              </a:pathLst>
            </a:custGeom>
            <a:solidFill>
              <a:schemeClr val="accent2"/>
            </a:solidFill>
            <a:ln w="9525" cap="flat" cmpd="sng">
              <a:solidFill>
                <a:schemeClr val="accent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162525" tIns="162525" rIns="162525" bIns="1625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3200"/>
                <a:buFont typeface="Calibri"/>
                <a:buNone/>
              </a:pPr>
              <a:endParaRPr sz="3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089" name="Google Shape;1089;p38"/>
            <p:cNvSpPr/>
            <p:nvPr/>
          </p:nvSpPr>
          <p:spPr>
            <a:xfrm>
              <a:off x="2482900" y="2377725"/>
              <a:ext cx="4300" cy="2900"/>
            </a:xfrm>
            <a:custGeom>
              <a:avLst/>
              <a:gdLst/>
              <a:ahLst/>
              <a:cxnLst/>
              <a:rect l="l" t="t" r="r" b="b"/>
              <a:pathLst>
                <a:path w="172" h="116" extrusionOk="0">
                  <a:moveTo>
                    <a:pt x="114" y="81"/>
                  </a:moveTo>
                  <a:lnTo>
                    <a:pt x="171" y="1"/>
                  </a:lnTo>
                  <a:lnTo>
                    <a:pt x="149" y="1"/>
                  </a:lnTo>
                  <a:lnTo>
                    <a:pt x="80" y="69"/>
                  </a:lnTo>
                  <a:lnTo>
                    <a:pt x="0" y="92"/>
                  </a:lnTo>
                  <a:lnTo>
                    <a:pt x="12" y="115"/>
                  </a:lnTo>
                  <a:lnTo>
                    <a:pt x="23" y="115"/>
                  </a:lnTo>
                  <a:close/>
                </a:path>
              </a:pathLst>
            </a:custGeom>
            <a:solidFill>
              <a:schemeClr val="accent2"/>
            </a:solidFill>
            <a:ln w="9525" cap="flat" cmpd="sng">
              <a:solidFill>
                <a:schemeClr val="accent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162525" tIns="162525" rIns="162525" bIns="1625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3200"/>
                <a:buFont typeface="Calibri"/>
                <a:buNone/>
              </a:pPr>
              <a:endParaRPr sz="3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090" name="Google Shape;1090;p38"/>
            <p:cNvSpPr/>
            <p:nvPr/>
          </p:nvSpPr>
          <p:spPr>
            <a:xfrm>
              <a:off x="2535100" y="2809975"/>
              <a:ext cx="4300" cy="6025"/>
            </a:xfrm>
            <a:custGeom>
              <a:avLst/>
              <a:gdLst/>
              <a:ahLst/>
              <a:cxnLst/>
              <a:rect l="l" t="t" r="r" b="b"/>
              <a:pathLst>
                <a:path w="172" h="241" extrusionOk="0">
                  <a:moveTo>
                    <a:pt x="115" y="206"/>
                  </a:moveTo>
                  <a:lnTo>
                    <a:pt x="172" y="149"/>
                  </a:lnTo>
                  <a:lnTo>
                    <a:pt x="138" y="114"/>
                  </a:lnTo>
                  <a:lnTo>
                    <a:pt x="46" y="0"/>
                  </a:lnTo>
                  <a:lnTo>
                    <a:pt x="1" y="12"/>
                  </a:lnTo>
                  <a:lnTo>
                    <a:pt x="1" y="149"/>
                  </a:lnTo>
                  <a:lnTo>
                    <a:pt x="23" y="194"/>
                  </a:lnTo>
                  <a:lnTo>
                    <a:pt x="92" y="240"/>
                  </a:lnTo>
                  <a:close/>
                </a:path>
              </a:pathLst>
            </a:custGeom>
            <a:solidFill>
              <a:schemeClr val="accent2"/>
            </a:solidFill>
            <a:ln w="9525" cap="flat" cmpd="sng">
              <a:solidFill>
                <a:schemeClr val="accent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162525" tIns="162525" rIns="162525" bIns="1625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3200"/>
                <a:buFont typeface="Calibri"/>
                <a:buNone/>
              </a:pPr>
              <a:endParaRPr sz="3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091" name="Google Shape;1091;p38"/>
            <p:cNvSpPr/>
            <p:nvPr/>
          </p:nvSpPr>
          <p:spPr>
            <a:xfrm>
              <a:off x="4582175" y="3370025"/>
              <a:ext cx="25700" cy="22850"/>
            </a:xfrm>
            <a:custGeom>
              <a:avLst/>
              <a:gdLst/>
              <a:ahLst/>
              <a:cxnLst/>
              <a:rect l="l" t="t" r="r" b="b"/>
              <a:pathLst>
                <a:path w="1028" h="914" extrusionOk="0">
                  <a:moveTo>
                    <a:pt x="434" y="856"/>
                  </a:moveTo>
                  <a:lnTo>
                    <a:pt x="377" y="799"/>
                  </a:lnTo>
                  <a:lnTo>
                    <a:pt x="320" y="799"/>
                  </a:lnTo>
                  <a:lnTo>
                    <a:pt x="320" y="834"/>
                  </a:lnTo>
                  <a:lnTo>
                    <a:pt x="331" y="891"/>
                  </a:lnTo>
                  <a:lnTo>
                    <a:pt x="491" y="913"/>
                  </a:lnTo>
                  <a:close/>
                  <a:moveTo>
                    <a:pt x="993" y="651"/>
                  </a:moveTo>
                  <a:lnTo>
                    <a:pt x="970" y="651"/>
                  </a:lnTo>
                  <a:lnTo>
                    <a:pt x="947" y="662"/>
                  </a:lnTo>
                  <a:lnTo>
                    <a:pt x="936" y="685"/>
                  </a:lnTo>
                  <a:lnTo>
                    <a:pt x="913" y="731"/>
                  </a:lnTo>
                  <a:lnTo>
                    <a:pt x="879" y="731"/>
                  </a:lnTo>
                  <a:lnTo>
                    <a:pt x="845" y="731"/>
                  </a:lnTo>
                  <a:lnTo>
                    <a:pt x="788" y="731"/>
                  </a:lnTo>
                  <a:lnTo>
                    <a:pt x="902" y="799"/>
                  </a:lnTo>
                  <a:lnTo>
                    <a:pt x="970" y="879"/>
                  </a:lnTo>
                  <a:lnTo>
                    <a:pt x="1004" y="902"/>
                  </a:lnTo>
                  <a:lnTo>
                    <a:pt x="1016" y="879"/>
                  </a:lnTo>
                  <a:lnTo>
                    <a:pt x="1027" y="777"/>
                  </a:lnTo>
                  <a:close/>
                  <a:moveTo>
                    <a:pt x="194" y="491"/>
                  </a:moveTo>
                  <a:lnTo>
                    <a:pt x="217" y="446"/>
                  </a:lnTo>
                  <a:lnTo>
                    <a:pt x="194" y="343"/>
                  </a:lnTo>
                  <a:lnTo>
                    <a:pt x="137" y="229"/>
                  </a:lnTo>
                  <a:lnTo>
                    <a:pt x="148" y="35"/>
                  </a:lnTo>
                  <a:lnTo>
                    <a:pt x="114" y="0"/>
                  </a:lnTo>
                  <a:lnTo>
                    <a:pt x="69" y="0"/>
                  </a:lnTo>
                  <a:lnTo>
                    <a:pt x="57" y="23"/>
                  </a:lnTo>
                  <a:lnTo>
                    <a:pt x="46" y="58"/>
                  </a:lnTo>
                  <a:lnTo>
                    <a:pt x="0" y="343"/>
                  </a:lnTo>
                  <a:lnTo>
                    <a:pt x="57" y="434"/>
                  </a:lnTo>
                  <a:lnTo>
                    <a:pt x="103" y="446"/>
                  </a:lnTo>
                  <a:lnTo>
                    <a:pt x="171" y="503"/>
                  </a:lnTo>
                  <a:close/>
                </a:path>
              </a:pathLst>
            </a:custGeom>
            <a:solidFill>
              <a:schemeClr val="accent2"/>
            </a:solidFill>
            <a:ln w="9525" cap="flat" cmpd="sng">
              <a:solidFill>
                <a:schemeClr val="accent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162525" tIns="162525" rIns="162525" bIns="1625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3200"/>
                <a:buFont typeface="Calibri"/>
                <a:buNone/>
              </a:pPr>
              <a:endParaRPr sz="3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092" name="Google Shape;1092;p38"/>
            <p:cNvSpPr/>
            <p:nvPr/>
          </p:nvSpPr>
          <p:spPr>
            <a:xfrm>
              <a:off x="3219825" y="2722100"/>
              <a:ext cx="52250" cy="53950"/>
            </a:xfrm>
            <a:custGeom>
              <a:avLst/>
              <a:gdLst/>
              <a:ahLst/>
              <a:cxnLst/>
              <a:rect l="l" t="t" r="r" b="b"/>
              <a:pathLst>
                <a:path w="2090" h="2158" extrusionOk="0">
                  <a:moveTo>
                    <a:pt x="765" y="2112"/>
                  </a:moveTo>
                  <a:lnTo>
                    <a:pt x="777" y="2055"/>
                  </a:lnTo>
                  <a:lnTo>
                    <a:pt x="743" y="1975"/>
                  </a:lnTo>
                  <a:lnTo>
                    <a:pt x="708" y="1952"/>
                  </a:lnTo>
                  <a:lnTo>
                    <a:pt x="617" y="2009"/>
                  </a:lnTo>
                  <a:lnTo>
                    <a:pt x="606" y="2055"/>
                  </a:lnTo>
                  <a:lnTo>
                    <a:pt x="617" y="2100"/>
                  </a:lnTo>
                  <a:lnTo>
                    <a:pt x="663" y="2146"/>
                  </a:lnTo>
                  <a:lnTo>
                    <a:pt x="697" y="2157"/>
                  </a:lnTo>
                  <a:close/>
                  <a:moveTo>
                    <a:pt x="1656" y="1872"/>
                  </a:moveTo>
                  <a:lnTo>
                    <a:pt x="1713" y="1838"/>
                  </a:lnTo>
                  <a:lnTo>
                    <a:pt x="1713" y="1746"/>
                  </a:lnTo>
                  <a:lnTo>
                    <a:pt x="1701" y="1701"/>
                  </a:lnTo>
                  <a:lnTo>
                    <a:pt x="1644" y="1701"/>
                  </a:lnTo>
                  <a:lnTo>
                    <a:pt x="1610" y="1758"/>
                  </a:lnTo>
                  <a:lnTo>
                    <a:pt x="1610" y="1769"/>
                  </a:lnTo>
                  <a:lnTo>
                    <a:pt x="1610" y="1826"/>
                  </a:lnTo>
                  <a:lnTo>
                    <a:pt x="1644" y="1872"/>
                  </a:lnTo>
                  <a:close/>
                  <a:moveTo>
                    <a:pt x="1462" y="1986"/>
                  </a:moveTo>
                  <a:lnTo>
                    <a:pt x="1393" y="1861"/>
                  </a:lnTo>
                  <a:lnTo>
                    <a:pt x="1348" y="1838"/>
                  </a:lnTo>
                  <a:lnTo>
                    <a:pt x="1256" y="1746"/>
                  </a:lnTo>
                  <a:lnTo>
                    <a:pt x="1256" y="1701"/>
                  </a:lnTo>
                  <a:lnTo>
                    <a:pt x="1222" y="1689"/>
                  </a:lnTo>
                  <a:lnTo>
                    <a:pt x="1222" y="1712"/>
                  </a:lnTo>
                  <a:lnTo>
                    <a:pt x="1222" y="1769"/>
                  </a:lnTo>
                  <a:lnTo>
                    <a:pt x="1188" y="1838"/>
                  </a:lnTo>
                  <a:lnTo>
                    <a:pt x="1188" y="1918"/>
                  </a:lnTo>
                  <a:lnTo>
                    <a:pt x="1245" y="2032"/>
                  </a:lnTo>
                  <a:lnTo>
                    <a:pt x="1302" y="2055"/>
                  </a:lnTo>
                  <a:lnTo>
                    <a:pt x="1405" y="2066"/>
                  </a:lnTo>
                  <a:close/>
                  <a:moveTo>
                    <a:pt x="1907" y="868"/>
                  </a:moveTo>
                  <a:lnTo>
                    <a:pt x="1907" y="948"/>
                  </a:lnTo>
                  <a:lnTo>
                    <a:pt x="1861" y="1039"/>
                  </a:lnTo>
                  <a:lnTo>
                    <a:pt x="1930" y="1085"/>
                  </a:lnTo>
                  <a:lnTo>
                    <a:pt x="1975" y="1096"/>
                  </a:lnTo>
                  <a:lnTo>
                    <a:pt x="2055" y="1039"/>
                  </a:lnTo>
                  <a:lnTo>
                    <a:pt x="2089" y="970"/>
                  </a:lnTo>
                  <a:lnTo>
                    <a:pt x="2078" y="925"/>
                  </a:lnTo>
                  <a:lnTo>
                    <a:pt x="2032" y="891"/>
                  </a:lnTo>
                  <a:lnTo>
                    <a:pt x="1987" y="868"/>
                  </a:lnTo>
                  <a:lnTo>
                    <a:pt x="1975" y="891"/>
                  </a:lnTo>
                  <a:close/>
                  <a:moveTo>
                    <a:pt x="994" y="514"/>
                  </a:moveTo>
                  <a:lnTo>
                    <a:pt x="845" y="503"/>
                  </a:lnTo>
                  <a:lnTo>
                    <a:pt x="765" y="468"/>
                  </a:lnTo>
                  <a:lnTo>
                    <a:pt x="743" y="468"/>
                  </a:lnTo>
                  <a:lnTo>
                    <a:pt x="743" y="514"/>
                  </a:lnTo>
                  <a:lnTo>
                    <a:pt x="800" y="628"/>
                  </a:lnTo>
                  <a:lnTo>
                    <a:pt x="834" y="560"/>
                  </a:lnTo>
                  <a:lnTo>
                    <a:pt x="857" y="548"/>
                  </a:lnTo>
                  <a:lnTo>
                    <a:pt x="971" y="571"/>
                  </a:lnTo>
                  <a:lnTo>
                    <a:pt x="1028" y="560"/>
                  </a:lnTo>
                  <a:lnTo>
                    <a:pt x="1017" y="548"/>
                  </a:lnTo>
                  <a:close/>
                  <a:moveTo>
                    <a:pt x="1941" y="491"/>
                  </a:moveTo>
                  <a:lnTo>
                    <a:pt x="1930" y="411"/>
                  </a:lnTo>
                  <a:lnTo>
                    <a:pt x="1930" y="320"/>
                  </a:lnTo>
                  <a:lnTo>
                    <a:pt x="1907" y="320"/>
                  </a:lnTo>
                  <a:lnTo>
                    <a:pt x="1861" y="343"/>
                  </a:lnTo>
                  <a:lnTo>
                    <a:pt x="1872" y="446"/>
                  </a:lnTo>
                  <a:lnTo>
                    <a:pt x="1884" y="457"/>
                  </a:lnTo>
                  <a:lnTo>
                    <a:pt x="1918" y="525"/>
                  </a:lnTo>
                  <a:close/>
                  <a:moveTo>
                    <a:pt x="366" y="343"/>
                  </a:moveTo>
                  <a:lnTo>
                    <a:pt x="366" y="320"/>
                  </a:lnTo>
                  <a:lnTo>
                    <a:pt x="320" y="240"/>
                  </a:lnTo>
                  <a:lnTo>
                    <a:pt x="275" y="263"/>
                  </a:lnTo>
                  <a:lnTo>
                    <a:pt x="218" y="286"/>
                  </a:lnTo>
                  <a:lnTo>
                    <a:pt x="206" y="331"/>
                  </a:lnTo>
                  <a:lnTo>
                    <a:pt x="263" y="354"/>
                  </a:lnTo>
                  <a:lnTo>
                    <a:pt x="286" y="354"/>
                  </a:lnTo>
                  <a:close/>
                  <a:moveTo>
                    <a:pt x="149" y="217"/>
                  </a:moveTo>
                  <a:lnTo>
                    <a:pt x="263" y="126"/>
                  </a:lnTo>
                  <a:lnTo>
                    <a:pt x="286" y="92"/>
                  </a:lnTo>
                  <a:lnTo>
                    <a:pt x="263" y="12"/>
                  </a:lnTo>
                  <a:lnTo>
                    <a:pt x="195" y="0"/>
                  </a:lnTo>
                  <a:lnTo>
                    <a:pt x="24" y="92"/>
                  </a:lnTo>
                  <a:lnTo>
                    <a:pt x="1" y="115"/>
                  </a:lnTo>
                  <a:lnTo>
                    <a:pt x="24" y="160"/>
                  </a:lnTo>
                  <a:lnTo>
                    <a:pt x="35" y="229"/>
                  </a:lnTo>
                  <a:lnTo>
                    <a:pt x="58" y="240"/>
                  </a:lnTo>
                  <a:close/>
                </a:path>
              </a:pathLst>
            </a:custGeom>
            <a:solidFill>
              <a:schemeClr val="accent2"/>
            </a:solidFill>
            <a:ln w="9525" cap="flat" cmpd="sng">
              <a:solidFill>
                <a:schemeClr val="accent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162525" tIns="162525" rIns="162525" bIns="1625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3200"/>
                <a:buFont typeface="Calibri"/>
                <a:buNone/>
              </a:pPr>
              <a:endParaRPr sz="3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093" name="Google Shape;1093;p38"/>
            <p:cNvSpPr/>
            <p:nvPr/>
          </p:nvSpPr>
          <p:spPr>
            <a:xfrm>
              <a:off x="2116850" y="2663600"/>
              <a:ext cx="33975" cy="11150"/>
            </a:xfrm>
            <a:custGeom>
              <a:avLst/>
              <a:gdLst/>
              <a:ahLst/>
              <a:cxnLst/>
              <a:rect l="l" t="t" r="r" b="b"/>
              <a:pathLst>
                <a:path w="1359" h="446" extrusionOk="0">
                  <a:moveTo>
                    <a:pt x="35" y="389"/>
                  </a:moveTo>
                  <a:lnTo>
                    <a:pt x="12" y="343"/>
                  </a:lnTo>
                  <a:lnTo>
                    <a:pt x="0" y="355"/>
                  </a:lnTo>
                  <a:lnTo>
                    <a:pt x="0" y="446"/>
                  </a:lnTo>
                  <a:lnTo>
                    <a:pt x="69" y="446"/>
                  </a:lnTo>
                  <a:lnTo>
                    <a:pt x="103" y="446"/>
                  </a:lnTo>
                  <a:lnTo>
                    <a:pt x="137" y="412"/>
                  </a:lnTo>
                  <a:lnTo>
                    <a:pt x="229" y="412"/>
                  </a:lnTo>
                  <a:lnTo>
                    <a:pt x="217" y="389"/>
                  </a:lnTo>
                  <a:lnTo>
                    <a:pt x="103" y="378"/>
                  </a:lnTo>
                  <a:lnTo>
                    <a:pt x="92" y="389"/>
                  </a:lnTo>
                  <a:lnTo>
                    <a:pt x="57" y="400"/>
                  </a:lnTo>
                  <a:close/>
                  <a:moveTo>
                    <a:pt x="1176" y="58"/>
                  </a:moveTo>
                  <a:lnTo>
                    <a:pt x="1176" y="58"/>
                  </a:lnTo>
                  <a:lnTo>
                    <a:pt x="1153" y="47"/>
                  </a:lnTo>
                  <a:lnTo>
                    <a:pt x="1142" y="47"/>
                  </a:lnTo>
                  <a:lnTo>
                    <a:pt x="1096" y="58"/>
                  </a:lnTo>
                  <a:lnTo>
                    <a:pt x="1084" y="58"/>
                  </a:lnTo>
                  <a:lnTo>
                    <a:pt x="1073" y="58"/>
                  </a:lnTo>
                  <a:lnTo>
                    <a:pt x="1050" y="69"/>
                  </a:lnTo>
                  <a:lnTo>
                    <a:pt x="1039" y="92"/>
                  </a:lnTo>
                  <a:lnTo>
                    <a:pt x="1073" y="92"/>
                  </a:lnTo>
                  <a:lnTo>
                    <a:pt x="1130" y="58"/>
                  </a:lnTo>
                  <a:lnTo>
                    <a:pt x="1153" y="58"/>
                  </a:lnTo>
                  <a:close/>
                  <a:moveTo>
                    <a:pt x="1278" y="47"/>
                  </a:moveTo>
                  <a:lnTo>
                    <a:pt x="1358" y="12"/>
                  </a:lnTo>
                  <a:lnTo>
                    <a:pt x="1358" y="12"/>
                  </a:lnTo>
                  <a:lnTo>
                    <a:pt x="1336" y="1"/>
                  </a:lnTo>
                  <a:lnTo>
                    <a:pt x="1324" y="1"/>
                  </a:lnTo>
                  <a:lnTo>
                    <a:pt x="1313" y="12"/>
                  </a:lnTo>
                  <a:lnTo>
                    <a:pt x="1301" y="12"/>
                  </a:lnTo>
                  <a:lnTo>
                    <a:pt x="1221" y="58"/>
                  </a:lnTo>
                  <a:lnTo>
                    <a:pt x="1256" y="58"/>
                  </a:lnTo>
                  <a:close/>
                </a:path>
              </a:pathLst>
            </a:custGeom>
            <a:solidFill>
              <a:schemeClr val="accent2"/>
            </a:solidFill>
            <a:ln w="9525" cap="flat" cmpd="sng">
              <a:solidFill>
                <a:schemeClr val="accent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162525" tIns="162525" rIns="162525" bIns="1625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3200"/>
                <a:buFont typeface="Calibri"/>
                <a:buNone/>
              </a:pPr>
              <a:endParaRPr sz="3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094" name="Google Shape;1094;p38"/>
            <p:cNvSpPr/>
            <p:nvPr/>
          </p:nvSpPr>
          <p:spPr>
            <a:xfrm>
              <a:off x="2502300" y="2757475"/>
              <a:ext cx="4300" cy="9150"/>
            </a:xfrm>
            <a:custGeom>
              <a:avLst/>
              <a:gdLst/>
              <a:ahLst/>
              <a:cxnLst/>
              <a:rect l="l" t="t" r="r" b="b"/>
              <a:pathLst>
                <a:path w="172" h="366" extrusionOk="0">
                  <a:moveTo>
                    <a:pt x="126" y="343"/>
                  </a:moveTo>
                  <a:lnTo>
                    <a:pt x="171" y="240"/>
                  </a:lnTo>
                  <a:lnTo>
                    <a:pt x="160" y="103"/>
                  </a:lnTo>
                  <a:lnTo>
                    <a:pt x="126" y="46"/>
                  </a:lnTo>
                  <a:lnTo>
                    <a:pt x="12" y="1"/>
                  </a:lnTo>
                  <a:lnTo>
                    <a:pt x="12" y="23"/>
                  </a:lnTo>
                  <a:lnTo>
                    <a:pt x="0" y="103"/>
                  </a:lnTo>
                  <a:lnTo>
                    <a:pt x="46" y="217"/>
                  </a:lnTo>
                  <a:lnTo>
                    <a:pt x="57" y="366"/>
                  </a:lnTo>
                  <a:close/>
                </a:path>
              </a:pathLst>
            </a:custGeom>
            <a:solidFill>
              <a:schemeClr val="accent2"/>
            </a:solidFill>
            <a:ln w="9525" cap="flat" cmpd="sng">
              <a:solidFill>
                <a:schemeClr val="accent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162525" tIns="162525" rIns="162525" bIns="1625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3200"/>
                <a:buFont typeface="Calibri"/>
                <a:buNone/>
              </a:pPr>
              <a:endParaRPr sz="3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095" name="Google Shape;1095;p38"/>
            <p:cNvSpPr/>
            <p:nvPr/>
          </p:nvSpPr>
          <p:spPr>
            <a:xfrm>
              <a:off x="2671775" y="4270150"/>
              <a:ext cx="55925" cy="22575"/>
            </a:xfrm>
            <a:custGeom>
              <a:avLst/>
              <a:gdLst/>
              <a:ahLst/>
              <a:cxnLst/>
              <a:rect l="l" t="t" r="r" b="b"/>
              <a:pathLst>
                <a:path w="2237" h="903" extrusionOk="0">
                  <a:moveTo>
                    <a:pt x="1130" y="834"/>
                  </a:moveTo>
                  <a:lnTo>
                    <a:pt x="1118" y="788"/>
                  </a:lnTo>
                  <a:lnTo>
                    <a:pt x="1061" y="766"/>
                  </a:lnTo>
                  <a:lnTo>
                    <a:pt x="1027" y="743"/>
                  </a:lnTo>
                  <a:lnTo>
                    <a:pt x="1039" y="777"/>
                  </a:lnTo>
                  <a:lnTo>
                    <a:pt x="1061" y="823"/>
                  </a:lnTo>
                  <a:lnTo>
                    <a:pt x="1073" y="845"/>
                  </a:lnTo>
                  <a:lnTo>
                    <a:pt x="1096" y="857"/>
                  </a:lnTo>
                  <a:close/>
                  <a:moveTo>
                    <a:pt x="1917" y="651"/>
                  </a:moveTo>
                  <a:lnTo>
                    <a:pt x="1894" y="629"/>
                  </a:lnTo>
                  <a:lnTo>
                    <a:pt x="1872" y="629"/>
                  </a:lnTo>
                  <a:lnTo>
                    <a:pt x="1849" y="663"/>
                  </a:lnTo>
                  <a:lnTo>
                    <a:pt x="1883" y="708"/>
                  </a:lnTo>
                  <a:lnTo>
                    <a:pt x="1940" y="720"/>
                  </a:lnTo>
                  <a:close/>
                  <a:moveTo>
                    <a:pt x="69" y="446"/>
                  </a:moveTo>
                  <a:lnTo>
                    <a:pt x="57" y="480"/>
                  </a:lnTo>
                  <a:lnTo>
                    <a:pt x="0" y="492"/>
                  </a:lnTo>
                  <a:lnTo>
                    <a:pt x="34" y="537"/>
                  </a:lnTo>
                  <a:lnTo>
                    <a:pt x="114" y="594"/>
                  </a:lnTo>
                  <a:lnTo>
                    <a:pt x="171" y="594"/>
                  </a:lnTo>
                  <a:lnTo>
                    <a:pt x="183" y="549"/>
                  </a:lnTo>
                  <a:lnTo>
                    <a:pt x="171" y="457"/>
                  </a:lnTo>
                  <a:lnTo>
                    <a:pt x="126" y="457"/>
                  </a:lnTo>
                  <a:close/>
                  <a:moveTo>
                    <a:pt x="468" y="161"/>
                  </a:moveTo>
                  <a:lnTo>
                    <a:pt x="342" y="115"/>
                  </a:lnTo>
                  <a:lnTo>
                    <a:pt x="285" y="81"/>
                  </a:lnTo>
                  <a:lnTo>
                    <a:pt x="240" y="81"/>
                  </a:lnTo>
                  <a:lnTo>
                    <a:pt x="297" y="138"/>
                  </a:lnTo>
                  <a:lnTo>
                    <a:pt x="320" y="161"/>
                  </a:lnTo>
                  <a:lnTo>
                    <a:pt x="331" y="195"/>
                  </a:lnTo>
                  <a:lnTo>
                    <a:pt x="411" y="229"/>
                  </a:lnTo>
                  <a:lnTo>
                    <a:pt x="502" y="275"/>
                  </a:lnTo>
                  <a:lnTo>
                    <a:pt x="559" y="320"/>
                  </a:lnTo>
                  <a:lnTo>
                    <a:pt x="548" y="332"/>
                  </a:lnTo>
                  <a:lnTo>
                    <a:pt x="434" y="377"/>
                  </a:lnTo>
                  <a:lnTo>
                    <a:pt x="388" y="377"/>
                  </a:lnTo>
                  <a:lnTo>
                    <a:pt x="354" y="389"/>
                  </a:lnTo>
                  <a:lnTo>
                    <a:pt x="411" y="423"/>
                  </a:lnTo>
                  <a:lnTo>
                    <a:pt x="502" y="400"/>
                  </a:lnTo>
                  <a:lnTo>
                    <a:pt x="525" y="389"/>
                  </a:lnTo>
                  <a:lnTo>
                    <a:pt x="559" y="389"/>
                  </a:lnTo>
                  <a:lnTo>
                    <a:pt x="605" y="400"/>
                  </a:lnTo>
                  <a:lnTo>
                    <a:pt x="605" y="435"/>
                  </a:lnTo>
                  <a:lnTo>
                    <a:pt x="582" y="457"/>
                  </a:lnTo>
                  <a:lnTo>
                    <a:pt x="559" y="492"/>
                  </a:lnTo>
                  <a:lnTo>
                    <a:pt x="502" y="537"/>
                  </a:lnTo>
                  <a:lnTo>
                    <a:pt x="411" y="594"/>
                  </a:lnTo>
                  <a:lnTo>
                    <a:pt x="297" y="594"/>
                  </a:lnTo>
                  <a:lnTo>
                    <a:pt x="205" y="686"/>
                  </a:lnTo>
                  <a:lnTo>
                    <a:pt x="331" y="766"/>
                  </a:lnTo>
                  <a:lnTo>
                    <a:pt x="434" y="800"/>
                  </a:lnTo>
                  <a:lnTo>
                    <a:pt x="559" y="800"/>
                  </a:lnTo>
                  <a:lnTo>
                    <a:pt x="559" y="788"/>
                  </a:lnTo>
                  <a:lnTo>
                    <a:pt x="582" y="777"/>
                  </a:lnTo>
                  <a:lnTo>
                    <a:pt x="628" y="777"/>
                  </a:lnTo>
                  <a:lnTo>
                    <a:pt x="639" y="766"/>
                  </a:lnTo>
                  <a:lnTo>
                    <a:pt x="673" y="708"/>
                  </a:lnTo>
                  <a:lnTo>
                    <a:pt x="673" y="617"/>
                  </a:lnTo>
                  <a:lnTo>
                    <a:pt x="696" y="617"/>
                  </a:lnTo>
                  <a:lnTo>
                    <a:pt x="742" y="629"/>
                  </a:lnTo>
                  <a:lnTo>
                    <a:pt x="845" y="617"/>
                  </a:lnTo>
                  <a:lnTo>
                    <a:pt x="890" y="606"/>
                  </a:lnTo>
                  <a:lnTo>
                    <a:pt x="970" y="480"/>
                  </a:lnTo>
                  <a:lnTo>
                    <a:pt x="1027" y="366"/>
                  </a:lnTo>
                  <a:lnTo>
                    <a:pt x="1061" y="309"/>
                  </a:lnTo>
                  <a:lnTo>
                    <a:pt x="1096" y="275"/>
                  </a:lnTo>
                  <a:lnTo>
                    <a:pt x="1118" y="252"/>
                  </a:lnTo>
                  <a:lnTo>
                    <a:pt x="1130" y="206"/>
                  </a:lnTo>
                  <a:lnTo>
                    <a:pt x="1176" y="172"/>
                  </a:lnTo>
                  <a:lnTo>
                    <a:pt x="1176" y="138"/>
                  </a:lnTo>
                  <a:lnTo>
                    <a:pt x="1118" y="104"/>
                  </a:lnTo>
                  <a:lnTo>
                    <a:pt x="1073" y="81"/>
                  </a:lnTo>
                  <a:lnTo>
                    <a:pt x="1027" y="115"/>
                  </a:lnTo>
                  <a:lnTo>
                    <a:pt x="1004" y="104"/>
                  </a:lnTo>
                  <a:lnTo>
                    <a:pt x="867" y="149"/>
                  </a:lnTo>
                  <a:lnTo>
                    <a:pt x="810" y="149"/>
                  </a:lnTo>
                  <a:lnTo>
                    <a:pt x="776" y="115"/>
                  </a:lnTo>
                  <a:lnTo>
                    <a:pt x="719" y="104"/>
                  </a:lnTo>
                  <a:lnTo>
                    <a:pt x="662" y="115"/>
                  </a:lnTo>
                  <a:lnTo>
                    <a:pt x="582" y="195"/>
                  </a:lnTo>
                  <a:close/>
                  <a:moveTo>
                    <a:pt x="571" y="104"/>
                  </a:moveTo>
                  <a:lnTo>
                    <a:pt x="582" y="58"/>
                  </a:lnTo>
                  <a:lnTo>
                    <a:pt x="571" y="35"/>
                  </a:lnTo>
                  <a:lnTo>
                    <a:pt x="502" y="1"/>
                  </a:lnTo>
                  <a:lnTo>
                    <a:pt x="434" y="1"/>
                  </a:lnTo>
                  <a:lnTo>
                    <a:pt x="457" y="81"/>
                  </a:lnTo>
                  <a:lnTo>
                    <a:pt x="491" y="104"/>
                  </a:lnTo>
                  <a:close/>
                  <a:moveTo>
                    <a:pt x="1415" y="1"/>
                  </a:moveTo>
                  <a:lnTo>
                    <a:pt x="1358" y="1"/>
                  </a:lnTo>
                  <a:lnTo>
                    <a:pt x="1415" y="81"/>
                  </a:lnTo>
                  <a:lnTo>
                    <a:pt x="1301" y="195"/>
                  </a:lnTo>
                  <a:lnTo>
                    <a:pt x="1324" y="275"/>
                  </a:lnTo>
                  <a:lnTo>
                    <a:pt x="1370" y="332"/>
                  </a:lnTo>
                  <a:lnTo>
                    <a:pt x="1381" y="366"/>
                  </a:lnTo>
                  <a:lnTo>
                    <a:pt x="1370" y="377"/>
                  </a:lnTo>
                  <a:lnTo>
                    <a:pt x="1312" y="389"/>
                  </a:lnTo>
                  <a:lnTo>
                    <a:pt x="1267" y="400"/>
                  </a:lnTo>
                  <a:lnTo>
                    <a:pt x="1244" y="446"/>
                  </a:lnTo>
                  <a:lnTo>
                    <a:pt x="1118" y="571"/>
                  </a:lnTo>
                  <a:lnTo>
                    <a:pt x="1141" y="606"/>
                  </a:lnTo>
                  <a:lnTo>
                    <a:pt x="1096" y="708"/>
                  </a:lnTo>
                  <a:lnTo>
                    <a:pt x="1130" y="743"/>
                  </a:lnTo>
                  <a:lnTo>
                    <a:pt x="1244" y="845"/>
                  </a:lnTo>
                  <a:lnTo>
                    <a:pt x="1358" y="902"/>
                  </a:lnTo>
                  <a:lnTo>
                    <a:pt x="1358" y="800"/>
                  </a:lnTo>
                  <a:lnTo>
                    <a:pt x="1415" y="788"/>
                  </a:lnTo>
                  <a:lnTo>
                    <a:pt x="1472" y="823"/>
                  </a:lnTo>
                  <a:lnTo>
                    <a:pt x="1529" y="788"/>
                  </a:lnTo>
                  <a:lnTo>
                    <a:pt x="1404" y="651"/>
                  </a:lnTo>
                  <a:lnTo>
                    <a:pt x="1438" y="651"/>
                  </a:lnTo>
                  <a:lnTo>
                    <a:pt x="1803" y="720"/>
                  </a:lnTo>
                  <a:lnTo>
                    <a:pt x="1780" y="663"/>
                  </a:lnTo>
                  <a:lnTo>
                    <a:pt x="1769" y="629"/>
                  </a:lnTo>
                  <a:lnTo>
                    <a:pt x="1723" y="571"/>
                  </a:lnTo>
                  <a:lnTo>
                    <a:pt x="1940" y="514"/>
                  </a:lnTo>
                  <a:lnTo>
                    <a:pt x="2009" y="480"/>
                  </a:lnTo>
                  <a:lnTo>
                    <a:pt x="2043" y="435"/>
                  </a:lnTo>
                  <a:lnTo>
                    <a:pt x="2123" y="423"/>
                  </a:lnTo>
                  <a:lnTo>
                    <a:pt x="2237" y="377"/>
                  </a:lnTo>
                  <a:lnTo>
                    <a:pt x="2225" y="366"/>
                  </a:lnTo>
                  <a:lnTo>
                    <a:pt x="2237" y="320"/>
                  </a:lnTo>
                  <a:lnTo>
                    <a:pt x="2180" y="286"/>
                  </a:lnTo>
                  <a:lnTo>
                    <a:pt x="2111" y="275"/>
                  </a:lnTo>
                  <a:lnTo>
                    <a:pt x="2123" y="229"/>
                  </a:lnTo>
                  <a:lnTo>
                    <a:pt x="2203" y="218"/>
                  </a:lnTo>
                  <a:lnTo>
                    <a:pt x="2088" y="115"/>
                  </a:lnTo>
                  <a:lnTo>
                    <a:pt x="2043" y="104"/>
                  </a:lnTo>
                  <a:lnTo>
                    <a:pt x="1894" y="115"/>
                  </a:lnTo>
                  <a:lnTo>
                    <a:pt x="1860" y="138"/>
                  </a:lnTo>
                  <a:lnTo>
                    <a:pt x="1860" y="161"/>
                  </a:lnTo>
                  <a:lnTo>
                    <a:pt x="1872" y="206"/>
                  </a:lnTo>
                  <a:lnTo>
                    <a:pt x="1917" y="252"/>
                  </a:lnTo>
                  <a:lnTo>
                    <a:pt x="1929" y="275"/>
                  </a:lnTo>
                  <a:lnTo>
                    <a:pt x="1894" y="263"/>
                  </a:lnTo>
                  <a:lnTo>
                    <a:pt x="1746" y="206"/>
                  </a:lnTo>
                  <a:lnTo>
                    <a:pt x="1712" y="195"/>
                  </a:lnTo>
                  <a:lnTo>
                    <a:pt x="1689" y="138"/>
                  </a:lnTo>
                  <a:lnTo>
                    <a:pt x="1712" y="115"/>
                  </a:lnTo>
                  <a:lnTo>
                    <a:pt x="1758" y="138"/>
                  </a:lnTo>
                  <a:lnTo>
                    <a:pt x="1769" y="92"/>
                  </a:lnTo>
                  <a:lnTo>
                    <a:pt x="1712" y="47"/>
                  </a:lnTo>
                  <a:lnTo>
                    <a:pt x="1655" y="35"/>
                  </a:lnTo>
                  <a:lnTo>
                    <a:pt x="1529" y="47"/>
                  </a:lnTo>
                  <a:close/>
                </a:path>
              </a:pathLst>
            </a:custGeom>
            <a:solidFill>
              <a:schemeClr val="accent2"/>
            </a:solidFill>
            <a:ln w="9525" cap="flat" cmpd="sng">
              <a:solidFill>
                <a:schemeClr val="accent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162525" tIns="162525" rIns="162525" bIns="1625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3200"/>
                <a:buFont typeface="Calibri"/>
                <a:buNone/>
              </a:pPr>
              <a:endParaRPr sz="3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096" name="Google Shape;1096;p38"/>
            <p:cNvSpPr/>
            <p:nvPr/>
          </p:nvSpPr>
          <p:spPr>
            <a:xfrm>
              <a:off x="3605000" y="1719250"/>
              <a:ext cx="16275" cy="19425"/>
            </a:xfrm>
            <a:custGeom>
              <a:avLst/>
              <a:gdLst/>
              <a:ahLst/>
              <a:cxnLst/>
              <a:rect l="l" t="t" r="r" b="b"/>
              <a:pathLst>
                <a:path w="651" h="777" extrusionOk="0">
                  <a:moveTo>
                    <a:pt x="423" y="754"/>
                  </a:moveTo>
                  <a:lnTo>
                    <a:pt x="423" y="720"/>
                  </a:lnTo>
                  <a:lnTo>
                    <a:pt x="400" y="674"/>
                  </a:lnTo>
                  <a:lnTo>
                    <a:pt x="400" y="640"/>
                  </a:lnTo>
                  <a:lnTo>
                    <a:pt x="388" y="640"/>
                  </a:lnTo>
                  <a:lnTo>
                    <a:pt x="320" y="628"/>
                  </a:lnTo>
                  <a:lnTo>
                    <a:pt x="308" y="605"/>
                  </a:lnTo>
                  <a:lnTo>
                    <a:pt x="286" y="605"/>
                  </a:lnTo>
                  <a:lnTo>
                    <a:pt x="286" y="628"/>
                  </a:lnTo>
                  <a:lnTo>
                    <a:pt x="308" y="685"/>
                  </a:lnTo>
                  <a:lnTo>
                    <a:pt x="377" y="742"/>
                  </a:lnTo>
                  <a:lnTo>
                    <a:pt x="411" y="777"/>
                  </a:lnTo>
                  <a:lnTo>
                    <a:pt x="434" y="777"/>
                  </a:lnTo>
                  <a:close/>
                  <a:moveTo>
                    <a:pt x="491" y="457"/>
                  </a:moveTo>
                  <a:lnTo>
                    <a:pt x="491" y="446"/>
                  </a:lnTo>
                  <a:lnTo>
                    <a:pt x="457" y="411"/>
                  </a:lnTo>
                  <a:lnTo>
                    <a:pt x="388" y="389"/>
                  </a:lnTo>
                  <a:lnTo>
                    <a:pt x="354" y="377"/>
                  </a:lnTo>
                  <a:lnTo>
                    <a:pt x="331" y="389"/>
                  </a:lnTo>
                  <a:lnTo>
                    <a:pt x="331" y="411"/>
                  </a:lnTo>
                  <a:lnTo>
                    <a:pt x="343" y="434"/>
                  </a:lnTo>
                  <a:lnTo>
                    <a:pt x="400" y="446"/>
                  </a:lnTo>
                  <a:lnTo>
                    <a:pt x="457" y="491"/>
                  </a:lnTo>
                  <a:lnTo>
                    <a:pt x="468" y="491"/>
                  </a:lnTo>
                  <a:close/>
                  <a:moveTo>
                    <a:pt x="149" y="183"/>
                  </a:moveTo>
                  <a:lnTo>
                    <a:pt x="114" y="172"/>
                  </a:lnTo>
                  <a:lnTo>
                    <a:pt x="46" y="183"/>
                  </a:lnTo>
                  <a:lnTo>
                    <a:pt x="0" y="183"/>
                  </a:lnTo>
                  <a:lnTo>
                    <a:pt x="23" y="229"/>
                  </a:lnTo>
                  <a:lnTo>
                    <a:pt x="103" y="263"/>
                  </a:lnTo>
                  <a:lnTo>
                    <a:pt x="149" y="263"/>
                  </a:lnTo>
                  <a:lnTo>
                    <a:pt x="194" y="263"/>
                  </a:lnTo>
                  <a:lnTo>
                    <a:pt x="217" y="240"/>
                  </a:lnTo>
                  <a:lnTo>
                    <a:pt x="206" y="217"/>
                  </a:lnTo>
                  <a:close/>
                  <a:moveTo>
                    <a:pt x="502" y="115"/>
                  </a:moveTo>
                  <a:lnTo>
                    <a:pt x="388" y="92"/>
                  </a:lnTo>
                  <a:lnTo>
                    <a:pt x="308" y="46"/>
                  </a:lnTo>
                  <a:lnTo>
                    <a:pt x="160" y="58"/>
                  </a:lnTo>
                  <a:lnTo>
                    <a:pt x="263" y="217"/>
                  </a:lnTo>
                  <a:lnTo>
                    <a:pt x="377" y="320"/>
                  </a:lnTo>
                  <a:lnTo>
                    <a:pt x="434" y="343"/>
                  </a:lnTo>
                  <a:lnTo>
                    <a:pt x="434" y="332"/>
                  </a:lnTo>
                  <a:lnTo>
                    <a:pt x="434" y="297"/>
                  </a:lnTo>
                  <a:lnTo>
                    <a:pt x="377" y="229"/>
                  </a:lnTo>
                  <a:lnTo>
                    <a:pt x="366" y="217"/>
                  </a:lnTo>
                  <a:lnTo>
                    <a:pt x="366" y="206"/>
                  </a:lnTo>
                  <a:lnTo>
                    <a:pt x="377" y="183"/>
                  </a:lnTo>
                  <a:lnTo>
                    <a:pt x="400" y="183"/>
                  </a:lnTo>
                  <a:lnTo>
                    <a:pt x="445" y="217"/>
                  </a:lnTo>
                  <a:lnTo>
                    <a:pt x="480" y="217"/>
                  </a:lnTo>
                  <a:close/>
                  <a:moveTo>
                    <a:pt x="651" y="92"/>
                  </a:moveTo>
                  <a:lnTo>
                    <a:pt x="605" y="58"/>
                  </a:lnTo>
                  <a:lnTo>
                    <a:pt x="548" y="1"/>
                  </a:lnTo>
                  <a:lnTo>
                    <a:pt x="548" y="69"/>
                  </a:lnTo>
                  <a:lnTo>
                    <a:pt x="548" y="115"/>
                  </a:lnTo>
                  <a:lnTo>
                    <a:pt x="548" y="126"/>
                  </a:lnTo>
                  <a:lnTo>
                    <a:pt x="560" y="126"/>
                  </a:lnTo>
                  <a:lnTo>
                    <a:pt x="605" y="149"/>
                  </a:lnTo>
                  <a:close/>
                </a:path>
              </a:pathLst>
            </a:custGeom>
            <a:solidFill>
              <a:schemeClr val="accent2"/>
            </a:solidFill>
            <a:ln w="9525" cap="flat" cmpd="sng">
              <a:solidFill>
                <a:schemeClr val="accent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162525" tIns="162525" rIns="162525" bIns="1625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3200"/>
                <a:buFont typeface="Calibri"/>
                <a:buNone/>
              </a:pPr>
              <a:endParaRPr sz="3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097" name="Google Shape;1097;p38"/>
            <p:cNvSpPr/>
            <p:nvPr/>
          </p:nvSpPr>
          <p:spPr>
            <a:xfrm>
              <a:off x="2490875" y="2834500"/>
              <a:ext cx="4025" cy="5175"/>
            </a:xfrm>
            <a:custGeom>
              <a:avLst/>
              <a:gdLst/>
              <a:ahLst/>
              <a:cxnLst/>
              <a:rect l="l" t="t" r="r" b="b"/>
              <a:pathLst>
                <a:path w="161" h="207" extrusionOk="0">
                  <a:moveTo>
                    <a:pt x="58" y="195"/>
                  </a:moveTo>
                  <a:lnTo>
                    <a:pt x="138" y="172"/>
                  </a:lnTo>
                  <a:lnTo>
                    <a:pt x="160" y="12"/>
                  </a:lnTo>
                  <a:lnTo>
                    <a:pt x="115" y="1"/>
                  </a:lnTo>
                  <a:lnTo>
                    <a:pt x="81" y="46"/>
                  </a:lnTo>
                  <a:lnTo>
                    <a:pt x="35" y="115"/>
                  </a:lnTo>
                  <a:lnTo>
                    <a:pt x="35" y="172"/>
                  </a:lnTo>
                  <a:lnTo>
                    <a:pt x="1" y="206"/>
                  </a:lnTo>
                  <a:close/>
                </a:path>
              </a:pathLst>
            </a:custGeom>
            <a:solidFill>
              <a:schemeClr val="accent2"/>
            </a:solidFill>
            <a:ln w="9525" cap="flat" cmpd="sng">
              <a:solidFill>
                <a:schemeClr val="accent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162525" tIns="162525" rIns="162525" bIns="1625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3200"/>
                <a:buFont typeface="Calibri"/>
                <a:buNone/>
              </a:pPr>
              <a:endParaRPr sz="3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098" name="Google Shape;1098;p38"/>
            <p:cNvSpPr/>
            <p:nvPr/>
          </p:nvSpPr>
          <p:spPr>
            <a:xfrm>
              <a:off x="5953900" y="2600000"/>
              <a:ext cx="8875" cy="8850"/>
            </a:xfrm>
            <a:custGeom>
              <a:avLst/>
              <a:gdLst/>
              <a:ahLst/>
              <a:cxnLst/>
              <a:rect l="l" t="t" r="r" b="b"/>
              <a:pathLst>
                <a:path w="355" h="354" extrusionOk="0">
                  <a:moveTo>
                    <a:pt x="309" y="331"/>
                  </a:moveTo>
                  <a:lnTo>
                    <a:pt x="309" y="308"/>
                  </a:lnTo>
                  <a:lnTo>
                    <a:pt x="309" y="274"/>
                  </a:lnTo>
                  <a:lnTo>
                    <a:pt x="252" y="251"/>
                  </a:lnTo>
                  <a:lnTo>
                    <a:pt x="218" y="251"/>
                  </a:lnTo>
                  <a:lnTo>
                    <a:pt x="229" y="274"/>
                  </a:lnTo>
                  <a:lnTo>
                    <a:pt x="286" y="354"/>
                  </a:lnTo>
                  <a:close/>
                  <a:moveTo>
                    <a:pt x="126" y="331"/>
                  </a:moveTo>
                  <a:lnTo>
                    <a:pt x="115" y="262"/>
                  </a:lnTo>
                  <a:lnTo>
                    <a:pt x="138" y="217"/>
                  </a:lnTo>
                  <a:lnTo>
                    <a:pt x="12" y="262"/>
                  </a:lnTo>
                  <a:lnTo>
                    <a:pt x="1" y="308"/>
                  </a:lnTo>
                  <a:lnTo>
                    <a:pt x="1" y="320"/>
                  </a:lnTo>
                  <a:lnTo>
                    <a:pt x="24" y="331"/>
                  </a:lnTo>
                  <a:close/>
                  <a:moveTo>
                    <a:pt x="355" y="160"/>
                  </a:moveTo>
                  <a:lnTo>
                    <a:pt x="343" y="126"/>
                  </a:lnTo>
                  <a:lnTo>
                    <a:pt x="309" y="103"/>
                  </a:lnTo>
                  <a:lnTo>
                    <a:pt x="298" y="57"/>
                  </a:lnTo>
                  <a:lnTo>
                    <a:pt x="286" y="34"/>
                  </a:lnTo>
                  <a:lnTo>
                    <a:pt x="286" y="34"/>
                  </a:lnTo>
                  <a:lnTo>
                    <a:pt x="241" y="23"/>
                  </a:lnTo>
                  <a:lnTo>
                    <a:pt x="218" y="0"/>
                  </a:lnTo>
                  <a:lnTo>
                    <a:pt x="161" y="0"/>
                  </a:lnTo>
                  <a:lnTo>
                    <a:pt x="138" y="23"/>
                  </a:lnTo>
                  <a:lnTo>
                    <a:pt x="115" y="23"/>
                  </a:lnTo>
                  <a:lnTo>
                    <a:pt x="81" y="46"/>
                  </a:lnTo>
                  <a:lnTo>
                    <a:pt x="81" y="46"/>
                  </a:lnTo>
                  <a:lnTo>
                    <a:pt x="81" y="80"/>
                  </a:lnTo>
                  <a:lnTo>
                    <a:pt x="12" y="137"/>
                  </a:lnTo>
                  <a:lnTo>
                    <a:pt x="12" y="160"/>
                  </a:lnTo>
                  <a:lnTo>
                    <a:pt x="58" y="194"/>
                  </a:lnTo>
                  <a:lnTo>
                    <a:pt x="126" y="171"/>
                  </a:lnTo>
                  <a:lnTo>
                    <a:pt x="218" y="205"/>
                  </a:lnTo>
                  <a:lnTo>
                    <a:pt x="332" y="251"/>
                  </a:lnTo>
                  <a:lnTo>
                    <a:pt x="332" y="217"/>
                  </a:lnTo>
                  <a:lnTo>
                    <a:pt x="332" y="171"/>
                  </a:lnTo>
                  <a:close/>
                </a:path>
              </a:pathLst>
            </a:custGeom>
            <a:solidFill>
              <a:schemeClr val="accent2"/>
            </a:solidFill>
            <a:ln w="9525" cap="flat" cmpd="sng">
              <a:solidFill>
                <a:schemeClr val="accent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162525" tIns="162525" rIns="162525" bIns="1625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3200"/>
                <a:buFont typeface="Calibri"/>
                <a:buNone/>
              </a:pPr>
              <a:endParaRPr sz="3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099" name="Google Shape;1099;p38"/>
            <p:cNvSpPr/>
            <p:nvPr/>
          </p:nvSpPr>
          <p:spPr>
            <a:xfrm>
              <a:off x="2478900" y="2717250"/>
              <a:ext cx="5725" cy="7150"/>
            </a:xfrm>
            <a:custGeom>
              <a:avLst/>
              <a:gdLst/>
              <a:ahLst/>
              <a:cxnLst/>
              <a:rect l="l" t="t" r="r" b="b"/>
              <a:pathLst>
                <a:path w="229" h="286" extrusionOk="0">
                  <a:moveTo>
                    <a:pt x="229" y="251"/>
                  </a:moveTo>
                  <a:lnTo>
                    <a:pt x="229" y="206"/>
                  </a:lnTo>
                  <a:lnTo>
                    <a:pt x="194" y="183"/>
                  </a:lnTo>
                  <a:lnTo>
                    <a:pt x="160" y="183"/>
                  </a:lnTo>
                  <a:lnTo>
                    <a:pt x="160" y="251"/>
                  </a:lnTo>
                  <a:lnTo>
                    <a:pt x="183" y="286"/>
                  </a:lnTo>
                  <a:close/>
                  <a:moveTo>
                    <a:pt x="160" y="149"/>
                  </a:moveTo>
                  <a:lnTo>
                    <a:pt x="137" y="126"/>
                  </a:lnTo>
                  <a:lnTo>
                    <a:pt x="126" y="115"/>
                  </a:lnTo>
                  <a:lnTo>
                    <a:pt x="92" y="57"/>
                  </a:lnTo>
                  <a:lnTo>
                    <a:pt x="35" y="0"/>
                  </a:lnTo>
                  <a:lnTo>
                    <a:pt x="12" y="12"/>
                  </a:lnTo>
                  <a:lnTo>
                    <a:pt x="0" y="35"/>
                  </a:lnTo>
                  <a:lnTo>
                    <a:pt x="0" y="57"/>
                  </a:lnTo>
                  <a:lnTo>
                    <a:pt x="0" y="57"/>
                  </a:lnTo>
                  <a:lnTo>
                    <a:pt x="35" y="92"/>
                  </a:lnTo>
                  <a:lnTo>
                    <a:pt x="92" y="115"/>
                  </a:lnTo>
                  <a:lnTo>
                    <a:pt x="126" y="172"/>
                  </a:lnTo>
                  <a:close/>
                </a:path>
              </a:pathLst>
            </a:custGeom>
            <a:solidFill>
              <a:schemeClr val="accent2"/>
            </a:solidFill>
            <a:ln w="9525" cap="flat" cmpd="sng">
              <a:solidFill>
                <a:schemeClr val="accent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162525" tIns="162525" rIns="162525" bIns="1625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3200"/>
                <a:buFont typeface="Calibri"/>
                <a:buNone/>
              </a:pPr>
              <a:endParaRPr sz="3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100" name="Google Shape;1100;p38"/>
            <p:cNvSpPr/>
            <p:nvPr/>
          </p:nvSpPr>
          <p:spPr>
            <a:xfrm>
              <a:off x="2507725" y="2792275"/>
              <a:ext cx="4000" cy="8600"/>
            </a:xfrm>
            <a:custGeom>
              <a:avLst/>
              <a:gdLst/>
              <a:ahLst/>
              <a:cxnLst/>
              <a:rect l="l" t="t" r="r" b="b"/>
              <a:pathLst>
                <a:path w="160" h="344" extrusionOk="0">
                  <a:moveTo>
                    <a:pt x="148" y="252"/>
                  </a:moveTo>
                  <a:lnTo>
                    <a:pt x="160" y="81"/>
                  </a:lnTo>
                  <a:lnTo>
                    <a:pt x="148" y="1"/>
                  </a:lnTo>
                  <a:lnTo>
                    <a:pt x="114" y="24"/>
                  </a:lnTo>
                  <a:lnTo>
                    <a:pt x="69" y="81"/>
                  </a:lnTo>
                  <a:lnTo>
                    <a:pt x="11" y="161"/>
                  </a:lnTo>
                  <a:lnTo>
                    <a:pt x="0" y="206"/>
                  </a:lnTo>
                  <a:lnTo>
                    <a:pt x="0" y="286"/>
                  </a:lnTo>
                  <a:lnTo>
                    <a:pt x="91" y="343"/>
                  </a:lnTo>
                  <a:close/>
                </a:path>
              </a:pathLst>
            </a:custGeom>
            <a:solidFill>
              <a:schemeClr val="accent2"/>
            </a:solidFill>
            <a:ln w="9525" cap="flat" cmpd="sng">
              <a:solidFill>
                <a:schemeClr val="accent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162525" tIns="162525" rIns="162525" bIns="1625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3200"/>
                <a:buFont typeface="Calibri"/>
                <a:buNone/>
              </a:pPr>
              <a:endParaRPr sz="3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101" name="Google Shape;1101;p38"/>
            <p:cNvSpPr/>
            <p:nvPr/>
          </p:nvSpPr>
          <p:spPr>
            <a:xfrm>
              <a:off x="3889450" y="2042500"/>
              <a:ext cx="2300" cy="4875"/>
            </a:xfrm>
            <a:custGeom>
              <a:avLst/>
              <a:gdLst/>
              <a:ahLst/>
              <a:cxnLst/>
              <a:rect l="l" t="t" r="r" b="b"/>
              <a:pathLst>
                <a:path w="92" h="195" extrusionOk="0">
                  <a:moveTo>
                    <a:pt x="80" y="195"/>
                  </a:moveTo>
                  <a:lnTo>
                    <a:pt x="80" y="172"/>
                  </a:lnTo>
                  <a:lnTo>
                    <a:pt x="92" y="138"/>
                  </a:lnTo>
                  <a:lnTo>
                    <a:pt x="80" y="126"/>
                  </a:lnTo>
                  <a:lnTo>
                    <a:pt x="69" y="92"/>
                  </a:lnTo>
                  <a:lnTo>
                    <a:pt x="57" y="81"/>
                  </a:lnTo>
                  <a:lnTo>
                    <a:pt x="57" y="58"/>
                  </a:lnTo>
                  <a:lnTo>
                    <a:pt x="35" y="35"/>
                  </a:lnTo>
                  <a:lnTo>
                    <a:pt x="35" y="12"/>
                  </a:lnTo>
                  <a:lnTo>
                    <a:pt x="23" y="1"/>
                  </a:lnTo>
                  <a:lnTo>
                    <a:pt x="0" y="81"/>
                  </a:lnTo>
                  <a:lnTo>
                    <a:pt x="0" y="149"/>
                  </a:lnTo>
                  <a:lnTo>
                    <a:pt x="12" y="183"/>
                  </a:lnTo>
                  <a:lnTo>
                    <a:pt x="23" y="183"/>
                  </a:lnTo>
                  <a:close/>
                </a:path>
              </a:pathLst>
            </a:custGeom>
            <a:solidFill>
              <a:schemeClr val="accent2"/>
            </a:solidFill>
            <a:ln w="9525" cap="flat" cmpd="sng">
              <a:solidFill>
                <a:schemeClr val="accent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162525" tIns="162525" rIns="162525" bIns="1625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3200"/>
                <a:buFont typeface="Calibri"/>
                <a:buNone/>
              </a:pPr>
              <a:endParaRPr sz="3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102" name="Google Shape;1102;p38"/>
            <p:cNvSpPr/>
            <p:nvPr/>
          </p:nvSpPr>
          <p:spPr>
            <a:xfrm>
              <a:off x="5191300" y="3015675"/>
              <a:ext cx="2300" cy="23125"/>
            </a:xfrm>
            <a:custGeom>
              <a:avLst/>
              <a:gdLst/>
              <a:ahLst/>
              <a:cxnLst/>
              <a:rect l="l" t="t" r="r" b="b"/>
              <a:pathLst>
                <a:path w="92" h="925" extrusionOk="0">
                  <a:moveTo>
                    <a:pt x="34" y="925"/>
                  </a:moveTo>
                  <a:lnTo>
                    <a:pt x="46" y="914"/>
                  </a:lnTo>
                  <a:lnTo>
                    <a:pt x="46" y="879"/>
                  </a:lnTo>
                  <a:lnTo>
                    <a:pt x="34" y="868"/>
                  </a:lnTo>
                  <a:lnTo>
                    <a:pt x="23" y="868"/>
                  </a:lnTo>
                  <a:lnTo>
                    <a:pt x="0" y="902"/>
                  </a:lnTo>
                  <a:lnTo>
                    <a:pt x="0" y="914"/>
                  </a:lnTo>
                  <a:lnTo>
                    <a:pt x="0" y="925"/>
                  </a:lnTo>
                  <a:close/>
                  <a:moveTo>
                    <a:pt x="80" y="80"/>
                  </a:moveTo>
                  <a:lnTo>
                    <a:pt x="91" y="58"/>
                  </a:lnTo>
                  <a:lnTo>
                    <a:pt x="91" y="46"/>
                  </a:lnTo>
                  <a:lnTo>
                    <a:pt x="91" y="23"/>
                  </a:lnTo>
                  <a:lnTo>
                    <a:pt x="91" y="12"/>
                  </a:lnTo>
                  <a:lnTo>
                    <a:pt x="91" y="1"/>
                  </a:lnTo>
                  <a:lnTo>
                    <a:pt x="80" y="12"/>
                  </a:lnTo>
                  <a:lnTo>
                    <a:pt x="57" y="46"/>
                  </a:lnTo>
                  <a:lnTo>
                    <a:pt x="57" y="58"/>
                  </a:lnTo>
                  <a:lnTo>
                    <a:pt x="46" y="69"/>
                  </a:lnTo>
                  <a:lnTo>
                    <a:pt x="46" y="80"/>
                  </a:lnTo>
                  <a:lnTo>
                    <a:pt x="57" y="80"/>
                  </a:lnTo>
                  <a:close/>
                </a:path>
              </a:pathLst>
            </a:custGeom>
            <a:solidFill>
              <a:schemeClr val="accent2"/>
            </a:solidFill>
            <a:ln w="9525" cap="flat" cmpd="sng">
              <a:solidFill>
                <a:schemeClr val="accent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162525" tIns="162525" rIns="162525" bIns="1625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3200"/>
                <a:buFont typeface="Calibri"/>
                <a:buNone/>
              </a:pPr>
              <a:endParaRPr sz="3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103" name="Google Shape;1103;p38"/>
            <p:cNvSpPr/>
            <p:nvPr/>
          </p:nvSpPr>
          <p:spPr>
            <a:xfrm>
              <a:off x="3988150" y="2293000"/>
              <a:ext cx="7450" cy="6300"/>
            </a:xfrm>
            <a:custGeom>
              <a:avLst/>
              <a:gdLst/>
              <a:ahLst/>
              <a:cxnLst/>
              <a:rect l="l" t="t" r="r" b="b"/>
              <a:pathLst>
                <a:path w="298" h="252" extrusionOk="0">
                  <a:moveTo>
                    <a:pt x="298" y="217"/>
                  </a:moveTo>
                  <a:lnTo>
                    <a:pt x="263" y="195"/>
                  </a:lnTo>
                  <a:lnTo>
                    <a:pt x="195" y="115"/>
                  </a:lnTo>
                  <a:lnTo>
                    <a:pt x="126" y="103"/>
                  </a:lnTo>
                  <a:lnTo>
                    <a:pt x="138" y="195"/>
                  </a:lnTo>
                  <a:lnTo>
                    <a:pt x="195" y="252"/>
                  </a:lnTo>
                  <a:lnTo>
                    <a:pt x="263" y="252"/>
                  </a:lnTo>
                  <a:close/>
                  <a:moveTo>
                    <a:pt x="92" y="46"/>
                  </a:moveTo>
                  <a:lnTo>
                    <a:pt x="92" y="46"/>
                  </a:lnTo>
                  <a:lnTo>
                    <a:pt x="92" y="23"/>
                  </a:lnTo>
                  <a:lnTo>
                    <a:pt x="58" y="1"/>
                  </a:lnTo>
                  <a:lnTo>
                    <a:pt x="1" y="23"/>
                  </a:lnTo>
                  <a:lnTo>
                    <a:pt x="12" y="35"/>
                  </a:lnTo>
                  <a:lnTo>
                    <a:pt x="58" y="58"/>
                  </a:lnTo>
                  <a:close/>
                </a:path>
              </a:pathLst>
            </a:custGeom>
            <a:solidFill>
              <a:schemeClr val="accent2"/>
            </a:solidFill>
            <a:ln w="9525" cap="flat" cmpd="sng">
              <a:solidFill>
                <a:schemeClr val="accent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162525" tIns="162525" rIns="162525" bIns="1625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3200"/>
                <a:buFont typeface="Calibri"/>
                <a:buNone/>
              </a:pPr>
              <a:endParaRPr sz="3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104" name="Google Shape;1104;p38"/>
            <p:cNvSpPr/>
            <p:nvPr/>
          </p:nvSpPr>
          <p:spPr>
            <a:xfrm>
              <a:off x="2489750" y="2730650"/>
              <a:ext cx="1450" cy="2875"/>
            </a:xfrm>
            <a:custGeom>
              <a:avLst/>
              <a:gdLst/>
              <a:ahLst/>
              <a:cxnLst/>
              <a:rect l="l" t="t" r="r" b="b"/>
              <a:pathLst>
                <a:path w="58" h="115" extrusionOk="0">
                  <a:moveTo>
                    <a:pt x="57" y="69"/>
                  </a:moveTo>
                  <a:lnTo>
                    <a:pt x="46" y="1"/>
                  </a:lnTo>
                  <a:lnTo>
                    <a:pt x="34" y="1"/>
                  </a:lnTo>
                  <a:lnTo>
                    <a:pt x="0" y="58"/>
                  </a:lnTo>
                  <a:lnTo>
                    <a:pt x="0" y="104"/>
                  </a:lnTo>
                  <a:lnTo>
                    <a:pt x="46" y="115"/>
                  </a:lnTo>
                  <a:close/>
                </a:path>
              </a:pathLst>
            </a:custGeom>
            <a:solidFill>
              <a:schemeClr val="accent2"/>
            </a:solidFill>
            <a:ln w="9525" cap="flat" cmpd="sng">
              <a:solidFill>
                <a:schemeClr val="accent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162525" tIns="162525" rIns="162525" bIns="1625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3200"/>
                <a:buFont typeface="Calibri"/>
                <a:buNone/>
              </a:pPr>
              <a:endParaRPr sz="3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105" name="Google Shape;1105;p38"/>
            <p:cNvSpPr/>
            <p:nvPr/>
          </p:nvSpPr>
          <p:spPr>
            <a:xfrm>
              <a:off x="4848925" y="3565450"/>
              <a:ext cx="9725" cy="12300"/>
            </a:xfrm>
            <a:custGeom>
              <a:avLst/>
              <a:gdLst/>
              <a:ahLst/>
              <a:cxnLst/>
              <a:rect l="l" t="t" r="r" b="b"/>
              <a:pathLst>
                <a:path w="389" h="492" extrusionOk="0">
                  <a:moveTo>
                    <a:pt x="263" y="457"/>
                  </a:moveTo>
                  <a:lnTo>
                    <a:pt x="309" y="423"/>
                  </a:lnTo>
                  <a:lnTo>
                    <a:pt x="331" y="366"/>
                  </a:lnTo>
                  <a:lnTo>
                    <a:pt x="377" y="320"/>
                  </a:lnTo>
                  <a:lnTo>
                    <a:pt x="389" y="218"/>
                  </a:lnTo>
                  <a:lnTo>
                    <a:pt x="354" y="104"/>
                  </a:lnTo>
                  <a:lnTo>
                    <a:pt x="297" y="1"/>
                  </a:lnTo>
                  <a:lnTo>
                    <a:pt x="229" y="24"/>
                  </a:lnTo>
                  <a:lnTo>
                    <a:pt x="183" y="81"/>
                  </a:lnTo>
                  <a:lnTo>
                    <a:pt x="160" y="149"/>
                  </a:lnTo>
                  <a:lnTo>
                    <a:pt x="92" y="195"/>
                  </a:lnTo>
                  <a:lnTo>
                    <a:pt x="69" y="229"/>
                  </a:lnTo>
                  <a:lnTo>
                    <a:pt x="46" y="332"/>
                  </a:lnTo>
                  <a:lnTo>
                    <a:pt x="35" y="389"/>
                  </a:lnTo>
                  <a:lnTo>
                    <a:pt x="1" y="400"/>
                  </a:lnTo>
                  <a:lnTo>
                    <a:pt x="1" y="434"/>
                  </a:lnTo>
                  <a:lnTo>
                    <a:pt x="46" y="480"/>
                  </a:lnTo>
                  <a:lnTo>
                    <a:pt x="160" y="492"/>
                  </a:lnTo>
                  <a:close/>
                </a:path>
              </a:pathLst>
            </a:custGeom>
            <a:solidFill>
              <a:schemeClr val="accent2"/>
            </a:solidFill>
            <a:ln w="9525" cap="flat" cmpd="sng">
              <a:solidFill>
                <a:schemeClr val="accent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162525" tIns="162525" rIns="162525" bIns="1625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3200"/>
                <a:buFont typeface="Calibri"/>
                <a:buNone/>
              </a:pPr>
              <a:endParaRPr sz="3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106" name="Google Shape;1106;p38"/>
            <p:cNvSpPr/>
            <p:nvPr/>
          </p:nvSpPr>
          <p:spPr>
            <a:xfrm>
              <a:off x="6873450" y="3546050"/>
              <a:ext cx="149525" cy="80200"/>
            </a:xfrm>
            <a:custGeom>
              <a:avLst/>
              <a:gdLst/>
              <a:ahLst/>
              <a:cxnLst/>
              <a:rect l="l" t="t" r="r" b="b"/>
              <a:pathLst>
                <a:path w="5981" h="3208" extrusionOk="0">
                  <a:moveTo>
                    <a:pt x="5239" y="3173"/>
                  </a:moveTo>
                  <a:lnTo>
                    <a:pt x="5239" y="3139"/>
                  </a:lnTo>
                  <a:lnTo>
                    <a:pt x="5182" y="3105"/>
                  </a:lnTo>
                  <a:lnTo>
                    <a:pt x="5159" y="3173"/>
                  </a:lnTo>
                  <a:lnTo>
                    <a:pt x="5159" y="3196"/>
                  </a:lnTo>
                  <a:lnTo>
                    <a:pt x="5182" y="3208"/>
                  </a:lnTo>
                  <a:lnTo>
                    <a:pt x="5216" y="3208"/>
                  </a:lnTo>
                  <a:close/>
                  <a:moveTo>
                    <a:pt x="5901" y="2089"/>
                  </a:moveTo>
                  <a:lnTo>
                    <a:pt x="5889" y="2078"/>
                  </a:lnTo>
                  <a:lnTo>
                    <a:pt x="5889" y="2032"/>
                  </a:lnTo>
                  <a:lnTo>
                    <a:pt x="5901" y="2009"/>
                  </a:lnTo>
                  <a:lnTo>
                    <a:pt x="5844" y="2032"/>
                  </a:lnTo>
                  <a:lnTo>
                    <a:pt x="5752" y="2066"/>
                  </a:lnTo>
                  <a:lnTo>
                    <a:pt x="5764" y="2181"/>
                  </a:lnTo>
                  <a:lnTo>
                    <a:pt x="5752" y="2238"/>
                  </a:lnTo>
                  <a:lnTo>
                    <a:pt x="5798" y="2249"/>
                  </a:lnTo>
                  <a:lnTo>
                    <a:pt x="5809" y="2295"/>
                  </a:lnTo>
                  <a:lnTo>
                    <a:pt x="5844" y="2295"/>
                  </a:lnTo>
                  <a:lnTo>
                    <a:pt x="5935" y="2260"/>
                  </a:lnTo>
                  <a:lnTo>
                    <a:pt x="5980" y="2101"/>
                  </a:lnTo>
                  <a:lnTo>
                    <a:pt x="5923" y="2101"/>
                  </a:lnTo>
                  <a:close/>
                  <a:moveTo>
                    <a:pt x="5467" y="1850"/>
                  </a:moveTo>
                  <a:lnTo>
                    <a:pt x="5513" y="1781"/>
                  </a:lnTo>
                  <a:lnTo>
                    <a:pt x="5524" y="1747"/>
                  </a:lnTo>
                  <a:lnTo>
                    <a:pt x="5501" y="1644"/>
                  </a:lnTo>
                  <a:lnTo>
                    <a:pt x="5456" y="1610"/>
                  </a:lnTo>
                  <a:lnTo>
                    <a:pt x="5501" y="1462"/>
                  </a:lnTo>
                  <a:lnTo>
                    <a:pt x="5478" y="1439"/>
                  </a:lnTo>
                  <a:lnTo>
                    <a:pt x="5421" y="1404"/>
                  </a:lnTo>
                  <a:lnTo>
                    <a:pt x="5296" y="1450"/>
                  </a:lnTo>
                  <a:lnTo>
                    <a:pt x="5284" y="1473"/>
                  </a:lnTo>
                  <a:lnTo>
                    <a:pt x="5353" y="1496"/>
                  </a:lnTo>
                  <a:lnTo>
                    <a:pt x="5387" y="1519"/>
                  </a:lnTo>
                  <a:lnTo>
                    <a:pt x="5307" y="1621"/>
                  </a:lnTo>
                  <a:lnTo>
                    <a:pt x="5239" y="1633"/>
                  </a:lnTo>
                  <a:lnTo>
                    <a:pt x="5250" y="1713"/>
                  </a:lnTo>
                  <a:lnTo>
                    <a:pt x="5284" y="1770"/>
                  </a:lnTo>
                  <a:lnTo>
                    <a:pt x="5387" y="1792"/>
                  </a:lnTo>
                  <a:lnTo>
                    <a:pt x="5421" y="1850"/>
                  </a:lnTo>
                  <a:close/>
                  <a:moveTo>
                    <a:pt x="4908" y="1439"/>
                  </a:moveTo>
                  <a:lnTo>
                    <a:pt x="4953" y="1393"/>
                  </a:lnTo>
                  <a:lnTo>
                    <a:pt x="4999" y="1336"/>
                  </a:lnTo>
                  <a:lnTo>
                    <a:pt x="4988" y="1325"/>
                  </a:lnTo>
                  <a:lnTo>
                    <a:pt x="4988" y="1279"/>
                  </a:lnTo>
                  <a:lnTo>
                    <a:pt x="5010" y="1222"/>
                  </a:lnTo>
                  <a:lnTo>
                    <a:pt x="5056" y="1210"/>
                  </a:lnTo>
                  <a:lnTo>
                    <a:pt x="5022" y="1176"/>
                  </a:lnTo>
                  <a:lnTo>
                    <a:pt x="4999" y="1165"/>
                  </a:lnTo>
                  <a:lnTo>
                    <a:pt x="4999" y="1210"/>
                  </a:lnTo>
                  <a:lnTo>
                    <a:pt x="4953" y="1313"/>
                  </a:lnTo>
                  <a:lnTo>
                    <a:pt x="4942" y="1347"/>
                  </a:lnTo>
                  <a:lnTo>
                    <a:pt x="4873" y="1439"/>
                  </a:lnTo>
                  <a:close/>
                  <a:moveTo>
                    <a:pt x="3162" y="1028"/>
                  </a:moveTo>
                  <a:lnTo>
                    <a:pt x="3070" y="925"/>
                  </a:lnTo>
                  <a:lnTo>
                    <a:pt x="3059" y="948"/>
                  </a:lnTo>
                  <a:lnTo>
                    <a:pt x="3048" y="1005"/>
                  </a:lnTo>
                  <a:lnTo>
                    <a:pt x="3048" y="1051"/>
                  </a:lnTo>
                  <a:lnTo>
                    <a:pt x="3093" y="1085"/>
                  </a:lnTo>
                  <a:lnTo>
                    <a:pt x="3105" y="1108"/>
                  </a:lnTo>
                  <a:lnTo>
                    <a:pt x="3093" y="1176"/>
                  </a:lnTo>
                  <a:lnTo>
                    <a:pt x="3093" y="1233"/>
                  </a:lnTo>
                  <a:lnTo>
                    <a:pt x="3173" y="1370"/>
                  </a:lnTo>
                  <a:lnTo>
                    <a:pt x="3184" y="1462"/>
                  </a:lnTo>
                  <a:lnTo>
                    <a:pt x="3230" y="1553"/>
                  </a:lnTo>
                  <a:lnTo>
                    <a:pt x="3299" y="1621"/>
                  </a:lnTo>
                  <a:lnTo>
                    <a:pt x="3356" y="1690"/>
                  </a:lnTo>
                  <a:lnTo>
                    <a:pt x="3470" y="1895"/>
                  </a:lnTo>
                  <a:lnTo>
                    <a:pt x="3504" y="1964"/>
                  </a:lnTo>
                  <a:lnTo>
                    <a:pt x="3561" y="2009"/>
                  </a:lnTo>
                  <a:lnTo>
                    <a:pt x="3698" y="2181"/>
                  </a:lnTo>
                  <a:lnTo>
                    <a:pt x="3755" y="2238"/>
                  </a:lnTo>
                  <a:lnTo>
                    <a:pt x="3812" y="2260"/>
                  </a:lnTo>
                  <a:lnTo>
                    <a:pt x="3949" y="2363"/>
                  </a:lnTo>
                  <a:lnTo>
                    <a:pt x="4029" y="2409"/>
                  </a:lnTo>
                  <a:lnTo>
                    <a:pt x="4075" y="2477"/>
                  </a:lnTo>
                  <a:lnTo>
                    <a:pt x="4155" y="2523"/>
                  </a:lnTo>
                  <a:lnTo>
                    <a:pt x="4269" y="2580"/>
                  </a:lnTo>
                  <a:lnTo>
                    <a:pt x="4291" y="2603"/>
                  </a:lnTo>
                  <a:lnTo>
                    <a:pt x="4291" y="2648"/>
                  </a:lnTo>
                  <a:lnTo>
                    <a:pt x="4303" y="2694"/>
                  </a:lnTo>
                  <a:lnTo>
                    <a:pt x="4371" y="2751"/>
                  </a:lnTo>
                  <a:lnTo>
                    <a:pt x="4451" y="2785"/>
                  </a:lnTo>
                  <a:lnTo>
                    <a:pt x="4474" y="2820"/>
                  </a:lnTo>
                  <a:lnTo>
                    <a:pt x="4485" y="2854"/>
                  </a:lnTo>
                  <a:lnTo>
                    <a:pt x="4531" y="2831"/>
                  </a:lnTo>
                  <a:lnTo>
                    <a:pt x="4565" y="2854"/>
                  </a:lnTo>
                  <a:lnTo>
                    <a:pt x="4702" y="2945"/>
                  </a:lnTo>
                  <a:lnTo>
                    <a:pt x="4759" y="2934"/>
                  </a:lnTo>
                  <a:lnTo>
                    <a:pt x="4794" y="2934"/>
                  </a:lnTo>
                  <a:lnTo>
                    <a:pt x="4873" y="2911"/>
                  </a:lnTo>
                  <a:lnTo>
                    <a:pt x="4908" y="2854"/>
                  </a:lnTo>
                  <a:lnTo>
                    <a:pt x="4896" y="2694"/>
                  </a:lnTo>
                  <a:lnTo>
                    <a:pt x="4828" y="2626"/>
                  </a:lnTo>
                  <a:lnTo>
                    <a:pt x="4725" y="2569"/>
                  </a:lnTo>
                  <a:lnTo>
                    <a:pt x="4668" y="2489"/>
                  </a:lnTo>
                  <a:lnTo>
                    <a:pt x="4611" y="2420"/>
                  </a:lnTo>
                  <a:lnTo>
                    <a:pt x="4497" y="2283"/>
                  </a:lnTo>
                  <a:lnTo>
                    <a:pt x="4337" y="2135"/>
                  </a:lnTo>
                  <a:lnTo>
                    <a:pt x="4269" y="2101"/>
                  </a:lnTo>
                  <a:lnTo>
                    <a:pt x="4223" y="2055"/>
                  </a:lnTo>
                  <a:lnTo>
                    <a:pt x="4189" y="2032"/>
                  </a:lnTo>
                  <a:lnTo>
                    <a:pt x="4155" y="1998"/>
                  </a:lnTo>
                  <a:lnTo>
                    <a:pt x="4086" y="1952"/>
                  </a:lnTo>
                  <a:lnTo>
                    <a:pt x="4040" y="1861"/>
                  </a:lnTo>
                  <a:lnTo>
                    <a:pt x="3961" y="1781"/>
                  </a:lnTo>
                  <a:lnTo>
                    <a:pt x="3938" y="1735"/>
                  </a:lnTo>
                  <a:lnTo>
                    <a:pt x="3961" y="1690"/>
                  </a:lnTo>
                  <a:lnTo>
                    <a:pt x="3938" y="1656"/>
                  </a:lnTo>
                  <a:lnTo>
                    <a:pt x="3881" y="1610"/>
                  </a:lnTo>
                  <a:lnTo>
                    <a:pt x="3858" y="1541"/>
                  </a:lnTo>
                  <a:lnTo>
                    <a:pt x="3824" y="1496"/>
                  </a:lnTo>
                  <a:lnTo>
                    <a:pt x="3767" y="1462"/>
                  </a:lnTo>
                  <a:lnTo>
                    <a:pt x="3675" y="1404"/>
                  </a:lnTo>
                  <a:lnTo>
                    <a:pt x="3447" y="1142"/>
                  </a:lnTo>
                  <a:lnTo>
                    <a:pt x="3344" y="1051"/>
                  </a:lnTo>
                  <a:lnTo>
                    <a:pt x="3242" y="1085"/>
                  </a:lnTo>
                  <a:close/>
                  <a:moveTo>
                    <a:pt x="23" y="172"/>
                  </a:moveTo>
                  <a:lnTo>
                    <a:pt x="46" y="115"/>
                  </a:lnTo>
                  <a:lnTo>
                    <a:pt x="58" y="1"/>
                  </a:lnTo>
                  <a:lnTo>
                    <a:pt x="35" y="58"/>
                  </a:lnTo>
                  <a:lnTo>
                    <a:pt x="0" y="195"/>
                  </a:lnTo>
                  <a:close/>
                </a:path>
              </a:pathLst>
            </a:custGeom>
            <a:solidFill>
              <a:schemeClr val="accent2"/>
            </a:solidFill>
            <a:ln w="9525" cap="flat" cmpd="sng">
              <a:solidFill>
                <a:schemeClr val="accent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162525" tIns="162525" rIns="162525" bIns="1625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3200"/>
                <a:buFont typeface="Calibri"/>
                <a:buNone/>
              </a:pPr>
              <a:endParaRPr sz="3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107" name="Google Shape;1107;p38"/>
            <p:cNvSpPr/>
            <p:nvPr/>
          </p:nvSpPr>
          <p:spPr>
            <a:xfrm>
              <a:off x="7066600" y="3123225"/>
              <a:ext cx="1175" cy="1450"/>
            </a:xfrm>
            <a:custGeom>
              <a:avLst/>
              <a:gdLst/>
              <a:ahLst/>
              <a:cxnLst/>
              <a:rect l="l" t="t" r="r" b="b"/>
              <a:pathLst>
                <a:path w="47" h="58" extrusionOk="0">
                  <a:moveTo>
                    <a:pt x="46" y="35"/>
                  </a:moveTo>
                  <a:lnTo>
                    <a:pt x="46" y="1"/>
                  </a:lnTo>
                  <a:lnTo>
                    <a:pt x="23" y="1"/>
                  </a:lnTo>
                  <a:lnTo>
                    <a:pt x="12" y="1"/>
                  </a:lnTo>
                  <a:lnTo>
                    <a:pt x="1" y="35"/>
                  </a:lnTo>
                  <a:lnTo>
                    <a:pt x="12" y="47"/>
                  </a:lnTo>
                  <a:lnTo>
                    <a:pt x="23" y="58"/>
                  </a:lnTo>
                  <a:close/>
                </a:path>
              </a:pathLst>
            </a:custGeom>
            <a:solidFill>
              <a:schemeClr val="accent2"/>
            </a:solidFill>
            <a:ln w="9525" cap="flat" cmpd="sng">
              <a:solidFill>
                <a:schemeClr val="accent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162525" tIns="162525" rIns="162525" bIns="1625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3200"/>
                <a:buFont typeface="Calibri"/>
                <a:buNone/>
              </a:pPr>
              <a:endParaRPr sz="3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108" name="Google Shape;1108;p38"/>
            <p:cNvSpPr/>
            <p:nvPr/>
          </p:nvSpPr>
          <p:spPr>
            <a:xfrm>
              <a:off x="1214425" y="3663900"/>
              <a:ext cx="1750" cy="2300"/>
            </a:xfrm>
            <a:custGeom>
              <a:avLst/>
              <a:gdLst/>
              <a:ahLst/>
              <a:cxnLst/>
              <a:rect l="l" t="t" r="r" b="b"/>
              <a:pathLst>
                <a:path w="70" h="92" extrusionOk="0">
                  <a:moveTo>
                    <a:pt x="69" y="80"/>
                  </a:moveTo>
                  <a:lnTo>
                    <a:pt x="69" y="46"/>
                  </a:lnTo>
                  <a:lnTo>
                    <a:pt x="46" y="11"/>
                  </a:lnTo>
                  <a:lnTo>
                    <a:pt x="23" y="0"/>
                  </a:lnTo>
                  <a:lnTo>
                    <a:pt x="1" y="11"/>
                  </a:lnTo>
                  <a:lnTo>
                    <a:pt x="23" y="46"/>
                  </a:lnTo>
                  <a:lnTo>
                    <a:pt x="46" y="80"/>
                  </a:lnTo>
                  <a:lnTo>
                    <a:pt x="69" y="91"/>
                  </a:lnTo>
                  <a:close/>
                </a:path>
              </a:pathLst>
            </a:custGeom>
            <a:solidFill>
              <a:schemeClr val="accent2"/>
            </a:solidFill>
            <a:ln w="9525" cap="flat" cmpd="sng">
              <a:solidFill>
                <a:schemeClr val="accent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162525" tIns="162525" rIns="162525" bIns="1625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3200"/>
                <a:buFont typeface="Calibri"/>
                <a:buNone/>
              </a:pPr>
              <a:endParaRPr sz="3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109" name="Google Shape;1109;p38"/>
            <p:cNvSpPr/>
            <p:nvPr/>
          </p:nvSpPr>
          <p:spPr>
            <a:xfrm>
              <a:off x="2379600" y="2691850"/>
              <a:ext cx="52250" cy="13150"/>
            </a:xfrm>
            <a:custGeom>
              <a:avLst/>
              <a:gdLst/>
              <a:ahLst/>
              <a:cxnLst/>
              <a:rect l="l" t="t" r="r" b="b"/>
              <a:pathLst>
                <a:path w="2090" h="526" extrusionOk="0">
                  <a:moveTo>
                    <a:pt x="47" y="423"/>
                  </a:moveTo>
                  <a:lnTo>
                    <a:pt x="47" y="412"/>
                  </a:lnTo>
                  <a:lnTo>
                    <a:pt x="47" y="412"/>
                  </a:lnTo>
                  <a:lnTo>
                    <a:pt x="58" y="412"/>
                  </a:lnTo>
                  <a:lnTo>
                    <a:pt x="58" y="400"/>
                  </a:lnTo>
                  <a:lnTo>
                    <a:pt x="81" y="377"/>
                  </a:lnTo>
                  <a:lnTo>
                    <a:pt x="81" y="377"/>
                  </a:lnTo>
                  <a:lnTo>
                    <a:pt x="81" y="366"/>
                  </a:lnTo>
                  <a:lnTo>
                    <a:pt x="58" y="366"/>
                  </a:lnTo>
                  <a:lnTo>
                    <a:pt x="58" y="366"/>
                  </a:lnTo>
                  <a:lnTo>
                    <a:pt x="24" y="366"/>
                  </a:lnTo>
                  <a:lnTo>
                    <a:pt x="1" y="366"/>
                  </a:lnTo>
                  <a:lnTo>
                    <a:pt x="1" y="377"/>
                  </a:lnTo>
                  <a:lnTo>
                    <a:pt x="1" y="400"/>
                  </a:lnTo>
                  <a:lnTo>
                    <a:pt x="35" y="412"/>
                  </a:lnTo>
                  <a:lnTo>
                    <a:pt x="35" y="412"/>
                  </a:lnTo>
                  <a:lnTo>
                    <a:pt x="35" y="423"/>
                  </a:lnTo>
                  <a:lnTo>
                    <a:pt x="47" y="423"/>
                  </a:lnTo>
                  <a:close/>
                  <a:moveTo>
                    <a:pt x="1987" y="389"/>
                  </a:moveTo>
                  <a:lnTo>
                    <a:pt x="2089" y="355"/>
                  </a:lnTo>
                  <a:lnTo>
                    <a:pt x="2089" y="343"/>
                  </a:lnTo>
                  <a:lnTo>
                    <a:pt x="2032" y="332"/>
                  </a:lnTo>
                  <a:lnTo>
                    <a:pt x="1941" y="332"/>
                  </a:lnTo>
                  <a:lnTo>
                    <a:pt x="1873" y="355"/>
                  </a:lnTo>
                  <a:lnTo>
                    <a:pt x="1884" y="377"/>
                  </a:lnTo>
                  <a:lnTo>
                    <a:pt x="1918" y="377"/>
                  </a:lnTo>
                  <a:close/>
                  <a:moveTo>
                    <a:pt x="1462" y="69"/>
                  </a:moveTo>
                  <a:lnTo>
                    <a:pt x="1439" y="46"/>
                  </a:lnTo>
                  <a:lnTo>
                    <a:pt x="1416" y="46"/>
                  </a:lnTo>
                  <a:lnTo>
                    <a:pt x="914" y="24"/>
                  </a:lnTo>
                  <a:lnTo>
                    <a:pt x="731" y="1"/>
                  </a:lnTo>
                  <a:lnTo>
                    <a:pt x="686" y="12"/>
                  </a:lnTo>
                  <a:lnTo>
                    <a:pt x="651" y="24"/>
                  </a:lnTo>
                  <a:lnTo>
                    <a:pt x="629" y="81"/>
                  </a:lnTo>
                  <a:lnTo>
                    <a:pt x="606" y="115"/>
                  </a:lnTo>
                  <a:lnTo>
                    <a:pt x="560" y="138"/>
                  </a:lnTo>
                  <a:lnTo>
                    <a:pt x="572" y="183"/>
                  </a:lnTo>
                  <a:lnTo>
                    <a:pt x="594" y="218"/>
                  </a:lnTo>
                  <a:lnTo>
                    <a:pt x="617" y="275"/>
                  </a:lnTo>
                  <a:lnTo>
                    <a:pt x="606" y="343"/>
                  </a:lnTo>
                  <a:lnTo>
                    <a:pt x="572" y="480"/>
                  </a:lnTo>
                  <a:lnTo>
                    <a:pt x="617" y="514"/>
                  </a:lnTo>
                  <a:lnTo>
                    <a:pt x="720" y="491"/>
                  </a:lnTo>
                  <a:lnTo>
                    <a:pt x="754" y="514"/>
                  </a:lnTo>
                  <a:lnTo>
                    <a:pt x="800" y="526"/>
                  </a:lnTo>
                  <a:lnTo>
                    <a:pt x="857" y="514"/>
                  </a:lnTo>
                  <a:lnTo>
                    <a:pt x="914" y="480"/>
                  </a:lnTo>
                  <a:lnTo>
                    <a:pt x="1039" y="503"/>
                  </a:lnTo>
                  <a:lnTo>
                    <a:pt x="1119" y="480"/>
                  </a:lnTo>
                  <a:lnTo>
                    <a:pt x="1199" y="526"/>
                  </a:lnTo>
                  <a:lnTo>
                    <a:pt x="1256" y="514"/>
                  </a:lnTo>
                  <a:lnTo>
                    <a:pt x="1291" y="526"/>
                  </a:lnTo>
                  <a:lnTo>
                    <a:pt x="1325" y="526"/>
                  </a:lnTo>
                  <a:lnTo>
                    <a:pt x="1416" y="526"/>
                  </a:lnTo>
                  <a:lnTo>
                    <a:pt x="1542" y="503"/>
                  </a:lnTo>
                  <a:lnTo>
                    <a:pt x="1656" y="423"/>
                  </a:lnTo>
                  <a:lnTo>
                    <a:pt x="1701" y="355"/>
                  </a:lnTo>
                  <a:lnTo>
                    <a:pt x="1758" y="309"/>
                  </a:lnTo>
                  <a:lnTo>
                    <a:pt x="1838" y="252"/>
                  </a:lnTo>
                  <a:lnTo>
                    <a:pt x="1838" y="126"/>
                  </a:lnTo>
                  <a:lnTo>
                    <a:pt x="1747" y="115"/>
                  </a:lnTo>
                  <a:lnTo>
                    <a:pt x="1656" y="69"/>
                  </a:lnTo>
                  <a:lnTo>
                    <a:pt x="1496" y="58"/>
                  </a:lnTo>
                  <a:lnTo>
                    <a:pt x="1485" y="58"/>
                  </a:lnTo>
                  <a:lnTo>
                    <a:pt x="1496" y="81"/>
                  </a:lnTo>
                  <a:lnTo>
                    <a:pt x="1485" y="81"/>
                  </a:lnTo>
                  <a:close/>
                </a:path>
              </a:pathLst>
            </a:custGeom>
            <a:solidFill>
              <a:schemeClr val="accent2"/>
            </a:solidFill>
            <a:ln w="9525" cap="flat" cmpd="sng">
              <a:solidFill>
                <a:schemeClr val="accent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162525" tIns="162525" rIns="162525" bIns="1625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3200"/>
                <a:buFont typeface="Calibri"/>
                <a:buNone/>
              </a:pPr>
              <a:endParaRPr sz="3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110" name="Google Shape;1110;p38"/>
            <p:cNvSpPr/>
            <p:nvPr/>
          </p:nvSpPr>
          <p:spPr>
            <a:xfrm>
              <a:off x="721700" y="3311250"/>
              <a:ext cx="309875" cy="274775"/>
            </a:xfrm>
            <a:custGeom>
              <a:avLst/>
              <a:gdLst/>
              <a:ahLst/>
              <a:cxnLst/>
              <a:rect l="l" t="t" r="r" b="b"/>
              <a:pathLst>
                <a:path w="12395" h="10991" extrusionOk="0">
                  <a:moveTo>
                    <a:pt x="11071" y="10968"/>
                  </a:moveTo>
                  <a:lnTo>
                    <a:pt x="11059" y="10933"/>
                  </a:lnTo>
                  <a:lnTo>
                    <a:pt x="11025" y="10888"/>
                  </a:lnTo>
                  <a:lnTo>
                    <a:pt x="11013" y="10899"/>
                  </a:lnTo>
                  <a:lnTo>
                    <a:pt x="11025" y="10911"/>
                  </a:lnTo>
                  <a:lnTo>
                    <a:pt x="11059" y="10956"/>
                  </a:lnTo>
                  <a:lnTo>
                    <a:pt x="11059" y="10990"/>
                  </a:lnTo>
                  <a:close/>
                  <a:moveTo>
                    <a:pt x="12394" y="8879"/>
                  </a:moveTo>
                  <a:lnTo>
                    <a:pt x="12371" y="8845"/>
                  </a:lnTo>
                  <a:lnTo>
                    <a:pt x="12314" y="8811"/>
                  </a:lnTo>
                  <a:lnTo>
                    <a:pt x="12280" y="8799"/>
                  </a:lnTo>
                  <a:lnTo>
                    <a:pt x="12257" y="8788"/>
                  </a:lnTo>
                  <a:lnTo>
                    <a:pt x="12246" y="8799"/>
                  </a:lnTo>
                  <a:lnTo>
                    <a:pt x="12257" y="8811"/>
                  </a:lnTo>
                  <a:lnTo>
                    <a:pt x="12269" y="8811"/>
                  </a:lnTo>
                  <a:lnTo>
                    <a:pt x="12314" y="8845"/>
                  </a:lnTo>
                  <a:lnTo>
                    <a:pt x="12360" y="8856"/>
                  </a:lnTo>
                  <a:lnTo>
                    <a:pt x="12383" y="8879"/>
                  </a:lnTo>
                  <a:lnTo>
                    <a:pt x="12383" y="8891"/>
                  </a:lnTo>
                  <a:close/>
                  <a:moveTo>
                    <a:pt x="8902" y="8719"/>
                  </a:moveTo>
                  <a:lnTo>
                    <a:pt x="8822" y="8674"/>
                  </a:lnTo>
                  <a:lnTo>
                    <a:pt x="8834" y="8708"/>
                  </a:lnTo>
                  <a:lnTo>
                    <a:pt x="8891" y="8731"/>
                  </a:lnTo>
                  <a:lnTo>
                    <a:pt x="8914" y="8742"/>
                  </a:lnTo>
                  <a:close/>
                  <a:moveTo>
                    <a:pt x="11824" y="8685"/>
                  </a:moveTo>
                  <a:lnTo>
                    <a:pt x="11767" y="8617"/>
                  </a:lnTo>
                  <a:lnTo>
                    <a:pt x="11732" y="8617"/>
                  </a:lnTo>
                  <a:lnTo>
                    <a:pt x="11824" y="8697"/>
                  </a:lnTo>
                  <a:close/>
                  <a:moveTo>
                    <a:pt x="8742" y="8548"/>
                  </a:moveTo>
                  <a:lnTo>
                    <a:pt x="8685" y="8491"/>
                  </a:lnTo>
                  <a:lnTo>
                    <a:pt x="8663" y="8446"/>
                  </a:lnTo>
                  <a:lnTo>
                    <a:pt x="8617" y="8434"/>
                  </a:lnTo>
                  <a:lnTo>
                    <a:pt x="8628" y="8446"/>
                  </a:lnTo>
                  <a:lnTo>
                    <a:pt x="8685" y="8503"/>
                  </a:lnTo>
                  <a:lnTo>
                    <a:pt x="8731" y="8560"/>
                  </a:lnTo>
                  <a:lnTo>
                    <a:pt x="8765" y="8571"/>
                  </a:lnTo>
                  <a:close/>
                  <a:moveTo>
                    <a:pt x="8708" y="8240"/>
                  </a:moveTo>
                  <a:lnTo>
                    <a:pt x="8685" y="8229"/>
                  </a:lnTo>
                  <a:lnTo>
                    <a:pt x="8685" y="8229"/>
                  </a:lnTo>
                  <a:lnTo>
                    <a:pt x="8685" y="8183"/>
                  </a:lnTo>
                  <a:lnTo>
                    <a:pt x="8720" y="8149"/>
                  </a:lnTo>
                  <a:lnTo>
                    <a:pt x="8799" y="8092"/>
                  </a:lnTo>
                  <a:lnTo>
                    <a:pt x="8799" y="8069"/>
                  </a:lnTo>
                  <a:lnTo>
                    <a:pt x="8799" y="8069"/>
                  </a:lnTo>
                  <a:lnTo>
                    <a:pt x="8777" y="8092"/>
                  </a:lnTo>
                  <a:lnTo>
                    <a:pt x="8720" y="8115"/>
                  </a:lnTo>
                  <a:lnTo>
                    <a:pt x="8685" y="8149"/>
                  </a:lnTo>
                  <a:lnTo>
                    <a:pt x="8674" y="8172"/>
                  </a:lnTo>
                  <a:lnTo>
                    <a:pt x="8663" y="8217"/>
                  </a:lnTo>
                  <a:lnTo>
                    <a:pt x="8674" y="8252"/>
                  </a:lnTo>
                  <a:lnTo>
                    <a:pt x="8685" y="8263"/>
                  </a:lnTo>
                  <a:lnTo>
                    <a:pt x="8720" y="8263"/>
                  </a:lnTo>
                  <a:close/>
                  <a:moveTo>
                    <a:pt x="1941" y="8092"/>
                  </a:moveTo>
                  <a:lnTo>
                    <a:pt x="1918" y="8001"/>
                  </a:lnTo>
                  <a:lnTo>
                    <a:pt x="1872" y="7932"/>
                  </a:lnTo>
                  <a:lnTo>
                    <a:pt x="1758" y="7921"/>
                  </a:lnTo>
                  <a:lnTo>
                    <a:pt x="1678" y="7943"/>
                  </a:lnTo>
                  <a:lnTo>
                    <a:pt x="1667" y="7978"/>
                  </a:lnTo>
                  <a:lnTo>
                    <a:pt x="1678" y="8035"/>
                  </a:lnTo>
                  <a:lnTo>
                    <a:pt x="1758" y="8126"/>
                  </a:lnTo>
                  <a:lnTo>
                    <a:pt x="1827" y="8149"/>
                  </a:lnTo>
                  <a:lnTo>
                    <a:pt x="1941" y="8126"/>
                  </a:lnTo>
                  <a:lnTo>
                    <a:pt x="1998" y="8217"/>
                  </a:lnTo>
                  <a:lnTo>
                    <a:pt x="2021" y="8229"/>
                  </a:lnTo>
                  <a:lnTo>
                    <a:pt x="2078" y="8252"/>
                  </a:lnTo>
                  <a:lnTo>
                    <a:pt x="2101" y="8206"/>
                  </a:lnTo>
                  <a:lnTo>
                    <a:pt x="2066" y="8137"/>
                  </a:lnTo>
                  <a:close/>
                  <a:moveTo>
                    <a:pt x="1530" y="7955"/>
                  </a:moveTo>
                  <a:lnTo>
                    <a:pt x="1541" y="7898"/>
                  </a:lnTo>
                  <a:lnTo>
                    <a:pt x="1507" y="7886"/>
                  </a:lnTo>
                  <a:lnTo>
                    <a:pt x="1439" y="7886"/>
                  </a:lnTo>
                  <a:lnTo>
                    <a:pt x="1439" y="7921"/>
                  </a:lnTo>
                  <a:lnTo>
                    <a:pt x="1450" y="7943"/>
                  </a:lnTo>
                  <a:lnTo>
                    <a:pt x="1473" y="7966"/>
                  </a:lnTo>
                  <a:lnTo>
                    <a:pt x="1507" y="7989"/>
                  </a:lnTo>
                  <a:close/>
                  <a:moveTo>
                    <a:pt x="149" y="7350"/>
                  </a:moveTo>
                  <a:lnTo>
                    <a:pt x="172" y="7350"/>
                  </a:lnTo>
                  <a:lnTo>
                    <a:pt x="115" y="7259"/>
                  </a:lnTo>
                  <a:lnTo>
                    <a:pt x="69" y="7236"/>
                  </a:lnTo>
                  <a:lnTo>
                    <a:pt x="69" y="7247"/>
                  </a:lnTo>
                  <a:lnTo>
                    <a:pt x="69" y="7350"/>
                  </a:lnTo>
                  <a:lnTo>
                    <a:pt x="115" y="7361"/>
                  </a:lnTo>
                  <a:close/>
                  <a:moveTo>
                    <a:pt x="6403" y="7122"/>
                  </a:moveTo>
                  <a:lnTo>
                    <a:pt x="6380" y="7122"/>
                  </a:lnTo>
                  <a:lnTo>
                    <a:pt x="6334" y="7122"/>
                  </a:lnTo>
                  <a:lnTo>
                    <a:pt x="6323" y="7122"/>
                  </a:lnTo>
                  <a:lnTo>
                    <a:pt x="6392" y="7133"/>
                  </a:lnTo>
                  <a:lnTo>
                    <a:pt x="6449" y="7167"/>
                  </a:lnTo>
                  <a:close/>
                  <a:moveTo>
                    <a:pt x="6312" y="7133"/>
                  </a:moveTo>
                  <a:lnTo>
                    <a:pt x="6266" y="7122"/>
                  </a:lnTo>
                  <a:lnTo>
                    <a:pt x="6220" y="7088"/>
                  </a:lnTo>
                  <a:lnTo>
                    <a:pt x="6175" y="7088"/>
                  </a:lnTo>
                  <a:lnTo>
                    <a:pt x="6277" y="7133"/>
                  </a:lnTo>
                  <a:close/>
                  <a:moveTo>
                    <a:pt x="58" y="7145"/>
                  </a:moveTo>
                  <a:lnTo>
                    <a:pt x="69" y="7122"/>
                  </a:lnTo>
                  <a:lnTo>
                    <a:pt x="58" y="7099"/>
                  </a:lnTo>
                  <a:lnTo>
                    <a:pt x="1" y="7076"/>
                  </a:lnTo>
                  <a:lnTo>
                    <a:pt x="12" y="7122"/>
                  </a:lnTo>
                  <a:lnTo>
                    <a:pt x="12" y="7145"/>
                  </a:lnTo>
                  <a:lnTo>
                    <a:pt x="46" y="7156"/>
                  </a:lnTo>
                  <a:close/>
                  <a:moveTo>
                    <a:pt x="4737" y="6859"/>
                  </a:moveTo>
                  <a:lnTo>
                    <a:pt x="4691" y="6802"/>
                  </a:lnTo>
                  <a:lnTo>
                    <a:pt x="4668" y="6768"/>
                  </a:lnTo>
                  <a:lnTo>
                    <a:pt x="4634" y="6711"/>
                  </a:lnTo>
                  <a:lnTo>
                    <a:pt x="4577" y="6631"/>
                  </a:lnTo>
                  <a:lnTo>
                    <a:pt x="4600" y="6677"/>
                  </a:lnTo>
                  <a:lnTo>
                    <a:pt x="4611" y="6711"/>
                  </a:lnTo>
                  <a:lnTo>
                    <a:pt x="4634" y="6734"/>
                  </a:lnTo>
                  <a:lnTo>
                    <a:pt x="4668" y="6791"/>
                  </a:lnTo>
                  <a:lnTo>
                    <a:pt x="4680" y="6825"/>
                  </a:lnTo>
                  <a:lnTo>
                    <a:pt x="4725" y="6882"/>
                  </a:lnTo>
                  <a:lnTo>
                    <a:pt x="4737" y="6882"/>
                  </a:lnTo>
                  <a:close/>
                  <a:moveTo>
                    <a:pt x="7053" y="6642"/>
                  </a:moveTo>
                  <a:lnTo>
                    <a:pt x="7065" y="6574"/>
                  </a:lnTo>
                  <a:lnTo>
                    <a:pt x="7031" y="6574"/>
                  </a:lnTo>
                  <a:lnTo>
                    <a:pt x="7031" y="6642"/>
                  </a:lnTo>
                  <a:close/>
                  <a:moveTo>
                    <a:pt x="4999" y="6414"/>
                  </a:moveTo>
                  <a:lnTo>
                    <a:pt x="4908" y="6334"/>
                  </a:lnTo>
                  <a:lnTo>
                    <a:pt x="4897" y="6334"/>
                  </a:lnTo>
                  <a:lnTo>
                    <a:pt x="4908" y="6357"/>
                  </a:lnTo>
                  <a:lnTo>
                    <a:pt x="4976" y="6437"/>
                  </a:lnTo>
                  <a:lnTo>
                    <a:pt x="4999" y="6460"/>
                  </a:lnTo>
                  <a:close/>
                  <a:moveTo>
                    <a:pt x="9393" y="1587"/>
                  </a:moveTo>
                  <a:lnTo>
                    <a:pt x="9404" y="1553"/>
                  </a:lnTo>
                  <a:lnTo>
                    <a:pt x="9404" y="1530"/>
                  </a:lnTo>
                  <a:lnTo>
                    <a:pt x="9393" y="1507"/>
                  </a:lnTo>
                  <a:lnTo>
                    <a:pt x="9347" y="1496"/>
                  </a:lnTo>
                  <a:lnTo>
                    <a:pt x="9359" y="1598"/>
                  </a:lnTo>
                  <a:close/>
                  <a:moveTo>
                    <a:pt x="9005" y="1050"/>
                  </a:moveTo>
                  <a:lnTo>
                    <a:pt x="8993" y="1028"/>
                  </a:lnTo>
                  <a:lnTo>
                    <a:pt x="8959" y="1028"/>
                  </a:lnTo>
                  <a:lnTo>
                    <a:pt x="8948" y="1039"/>
                  </a:lnTo>
                  <a:lnTo>
                    <a:pt x="8948" y="1108"/>
                  </a:lnTo>
                  <a:close/>
                  <a:moveTo>
                    <a:pt x="9016" y="822"/>
                  </a:moveTo>
                  <a:lnTo>
                    <a:pt x="8902" y="902"/>
                  </a:lnTo>
                  <a:lnTo>
                    <a:pt x="8936" y="959"/>
                  </a:lnTo>
                  <a:lnTo>
                    <a:pt x="8993" y="971"/>
                  </a:lnTo>
                  <a:lnTo>
                    <a:pt x="9016" y="936"/>
                  </a:lnTo>
                  <a:lnTo>
                    <a:pt x="9130" y="925"/>
                  </a:lnTo>
                  <a:lnTo>
                    <a:pt x="9176" y="868"/>
                  </a:lnTo>
                  <a:lnTo>
                    <a:pt x="9130" y="879"/>
                  </a:lnTo>
                  <a:close/>
                  <a:moveTo>
                    <a:pt x="8149" y="583"/>
                  </a:moveTo>
                  <a:lnTo>
                    <a:pt x="8172" y="514"/>
                  </a:lnTo>
                  <a:lnTo>
                    <a:pt x="8149" y="503"/>
                  </a:lnTo>
                  <a:lnTo>
                    <a:pt x="8092" y="526"/>
                  </a:lnTo>
                  <a:lnTo>
                    <a:pt x="8092" y="560"/>
                  </a:lnTo>
                  <a:lnTo>
                    <a:pt x="8138" y="617"/>
                  </a:lnTo>
                  <a:close/>
                  <a:moveTo>
                    <a:pt x="8514" y="138"/>
                  </a:moveTo>
                  <a:lnTo>
                    <a:pt x="8560" y="126"/>
                  </a:lnTo>
                  <a:lnTo>
                    <a:pt x="8560" y="115"/>
                  </a:lnTo>
                  <a:lnTo>
                    <a:pt x="8537" y="80"/>
                  </a:lnTo>
                  <a:lnTo>
                    <a:pt x="8491" y="69"/>
                  </a:lnTo>
                  <a:lnTo>
                    <a:pt x="8480" y="80"/>
                  </a:lnTo>
                  <a:lnTo>
                    <a:pt x="8457" y="115"/>
                  </a:lnTo>
                  <a:lnTo>
                    <a:pt x="8480" y="160"/>
                  </a:lnTo>
                  <a:close/>
                  <a:moveTo>
                    <a:pt x="8103" y="126"/>
                  </a:moveTo>
                  <a:lnTo>
                    <a:pt x="8115" y="80"/>
                  </a:lnTo>
                  <a:lnTo>
                    <a:pt x="8115" y="58"/>
                  </a:lnTo>
                  <a:lnTo>
                    <a:pt x="8103" y="23"/>
                  </a:lnTo>
                  <a:lnTo>
                    <a:pt x="7978" y="1"/>
                  </a:lnTo>
                  <a:lnTo>
                    <a:pt x="7966" y="12"/>
                  </a:lnTo>
                  <a:lnTo>
                    <a:pt x="7966" y="69"/>
                  </a:lnTo>
                  <a:lnTo>
                    <a:pt x="7989" y="138"/>
                  </a:lnTo>
                  <a:lnTo>
                    <a:pt x="8035" y="138"/>
                  </a:lnTo>
                  <a:close/>
                </a:path>
              </a:pathLst>
            </a:custGeom>
            <a:solidFill>
              <a:schemeClr val="accent2"/>
            </a:solidFill>
            <a:ln w="9525" cap="flat" cmpd="sng">
              <a:solidFill>
                <a:schemeClr val="accent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162525" tIns="162525" rIns="162525" bIns="1625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3200"/>
                <a:buFont typeface="Calibri"/>
                <a:buNone/>
              </a:pPr>
              <a:endParaRPr sz="3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111" name="Google Shape;1111;p38"/>
            <p:cNvSpPr/>
            <p:nvPr/>
          </p:nvSpPr>
          <p:spPr>
            <a:xfrm>
              <a:off x="5798700" y="3079300"/>
              <a:ext cx="6875" cy="4025"/>
            </a:xfrm>
            <a:custGeom>
              <a:avLst/>
              <a:gdLst/>
              <a:ahLst/>
              <a:cxnLst/>
              <a:rect l="l" t="t" r="r" b="b"/>
              <a:pathLst>
                <a:path w="275" h="161" extrusionOk="0">
                  <a:moveTo>
                    <a:pt x="263" y="103"/>
                  </a:moveTo>
                  <a:lnTo>
                    <a:pt x="275" y="80"/>
                  </a:lnTo>
                  <a:lnTo>
                    <a:pt x="240" y="46"/>
                  </a:lnTo>
                  <a:lnTo>
                    <a:pt x="206" y="35"/>
                  </a:lnTo>
                  <a:lnTo>
                    <a:pt x="126" y="0"/>
                  </a:lnTo>
                  <a:lnTo>
                    <a:pt x="46" y="23"/>
                  </a:lnTo>
                  <a:lnTo>
                    <a:pt x="1" y="103"/>
                  </a:lnTo>
                  <a:lnTo>
                    <a:pt x="126" y="160"/>
                  </a:lnTo>
                  <a:close/>
                </a:path>
              </a:pathLst>
            </a:custGeom>
            <a:solidFill>
              <a:schemeClr val="accent2"/>
            </a:solidFill>
            <a:ln w="9525" cap="flat" cmpd="sng">
              <a:solidFill>
                <a:schemeClr val="accent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162525" tIns="162525" rIns="162525" bIns="1625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3200"/>
                <a:buFont typeface="Calibri"/>
                <a:buNone/>
              </a:pPr>
              <a:endParaRPr sz="3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112" name="Google Shape;1112;p38"/>
            <p:cNvSpPr/>
            <p:nvPr/>
          </p:nvSpPr>
          <p:spPr>
            <a:xfrm>
              <a:off x="6833800" y="3262175"/>
              <a:ext cx="212850" cy="118425"/>
            </a:xfrm>
            <a:custGeom>
              <a:avLst/>
              <a:gdLst/>
              <a:ahLst/>
              <a:cxnLst/>
              <a:rect l="l" t="t" r="r" b="b"/>
              <a:pathLst>
                <a:path w="8514" h="4737" extrusionOk="0">
                  <a:moveTo>
                    <a:pt x="8514" y="4588"/>
                  </a:moveTo>
                  <a:lnTo>
                    <a:pt x="8479" y="4554"/>
                  </a:lnTo>
                  <a:lnTo>
                    <a:pt x="8468" y="4497"/>
                  </a:lnTo>
                  <a:lnTo>
                    <a:pt x="8422" y="4497"/>
                  </a:lnTo>
                  <a:lnTo>
                    <a:pt x="8388" y="4520"/>
                  </a:lnTo>
                  <a:lnTo>
                    <a:pt x="8411" y="4600"/>
                  </a:lnTo>
                  <a:lnTo>
                    <a:pt x="8445" y="4600"/>
                  </a:lnTo>
                  <a:close/>
                  <a:moveTo>
                    <a:pt x="3435" y="4702"/>
                  </a:moveTo>
                  <a:lnTo>
                    <a:pt x="3424" y="4668"/>
                  </a:lnTo>
                  <a:lnTo>
                    <a:pt x="3344" y="4611"/>
                  </a:lnTo>
                  <a:lnTo>
                    <a:pt x="3081" y="4429"/>
                  </a:lnTo>
                  <a:lnTo>
                    <a:pt x="3024" y="4417"/>
                  </a:lnTo>
                  <a:lnTo>
                    <a:pt x="3002" y="4429"/>
                  </a:lnTo>
                  <a:lnTo>
                    <a:pt x="2990" y="4474"/>
                  </a:lnTo>
                  <a:lnTo>
                    <a:pt x="3002" y="4497"/>
                  </a:lnTo>
                  <a:lnTo>
                    <a:pt x="3081" y="4520"/>
                  </a:lnTo>
                  <a:lnTo>
                    <a:pt x="3081" y="4531"/>
                  </a:lnTo>
                  <a:lnTo>
                    <a:pt x="3116" y="4566"/>
                  </a:lnTo>
                  <a:lnTo>
                    <a:pt x="3218" y="4588"/>
                  </a:lnTo>
                  <a:lnTo>
                    <a:pt x="3275" y="4634"/>
                  </a:lnTo>
                  <a:lnTo>
                    <a:pt x="3287" y="4702"/>
                  </a:lnTo>
                  <a:lnTo>
                    <a:pt x="3333" y="4714"/>
                  </a:lnTo>
                  <a:lnTo>
                    <a:pt x="3378" y="4737"/>
                  </a:lnTo>
                  <a:close/>
                  <a:moveTo>
                    <a:pt x="8000" y="3755"/>
                  </a:moveTo>
                  <a:lnTo>
                    <a:pt x="8000" y="3744"/>
                  </a:lnTo>
                  <a:lnTo>
                    <a:pt x="8023" y="3698"/>
                  </a:lnTo>
                  <a:lnTo>
                    <a:pt x="8000" y="3687"/>
                  </a:lnTo>
                  <a:lnTo>
                    <a:pt x="7932" y="3675"/>
                  </a:lnTo>
                  <a:lnTo>
                    <a:pt x="7829" y="3687"/>
                  </a:lnTo>
                  <a:lnTo>
                    <a:pt x="7783" y="3721"/>
                  </a:lnTo>
                  <a:lnTo>
                    <a:pt x="7760" y="3755"/>
                  </a:lnTo>
                  <a:lnTo>
                    <a:pt x="7726" y="3755"/>
                  </a:lnTo>
                  <a:lnTo>
                    <a:pt x="7726" y="3790"/>
                  </a:lnTo>
                  <a:lnTo>
                    <a:pt x="7738" y="3847"/>
                  </a:lnTo>
                  <a:lnTo>
                    <a:pt x="7772" y="3835"/>
                  </a:lnTo>
                  <a:lnTo>
                    <a:pt x="7795" y="3847"/>
                  </a:lnTo>
                  <a:lnTo>
                    <a:pt x="7875" y="3778"/>
                  </a:lnTo>
                  <a:lnTo>
                    <a:pt x="7909" y="3778"/>
                  </a:lnTo>
                  <a:lnTo>
                    <a:pt x="7920" y="3778"/>
                  </a:lnTo>
                  <a:close/>
                  <a:moveTo>
                    <a:pt x="4519" y="3436"/>
                  </a:moveTo>
                  <a:lnTo>
                    <a:pt x="4508" y="3402"/>
                  </a:lnTo>
                  <a:lnTo>
                    <a:pt x="4474" y="3390"/>
                  </a:lnTo>
                  <a:lnTo>
                    <a:pt x="4348" y="3287"/>
                  </a:lnTo>
                  <a:lnTo>
                    <a:pt x="4280" y="3265"/>
                  </a:lnTo>
                  <a:lnTo>
                    <a:pt x="4200" y="3265"/>
                  </a:lnTo>
                  <a:lnTo>
                    <a:pt x="4188" y="3333"/>
                  </a:lnTo>
                  <a:lnTo>
                    <a:pt x="4188" y="3379"/>
                  </a:lnTo>
                  <a:lnTo>
                    <a:pt x="4280" y="3379"/>
                  </a:lnTo>
                  <a:lnTo>
                    <a:pt x="4337" y="3402"/>
                  </a:lnTo>
                  <a:lnTo>
                    <a:pt x="4337" y="3493"/>
                  </a:lnTo>
                  <a:lnTo>
                    <a:pt x="4360" y="3516"/>
                  </a:lnTo>
                  <a:lnTo>
                    <a:pt x="4360" y="3584"/>
                  </a:lnTo>
                  <a:lnTo>
                    <a:pt x="4531" y="3721"/>
                  </a:lnTo>
                  <a:lnTo>
                    <a:pt x="4634" y="3778"/>
                  </a:lnTo>
                  <a:lnTo>
                    <a:pt x="4736" y="3790"/>
                  </a:lnTo>
                  <a:lnTo>
                    <a:pt x="4793" y="3812"/>
                  </a:lnTo>
                  <a:lnTo>
                    <a:pt x="4862" y="3801"/>
                  </a:lnTo>
                  <a:lnTo>
                    <a:pt x="4930" y="3835"/>
                  </a:lnTo>
                  <a:lnTo>
                    <a:pt x="4987" y="3812"/>
                  </a:lnTo>
                  <a:lnTo>
                    <a:pt x="4930" y="3778"/>
                  </a:lnTo>
                  <a:lnTo>
                    <a:pt x="4930" y="3721"/>
                  </a:lnTo>
                  <a:lnTo>
                    <a:pt x="4862" y="3538"/>
                  </a:lnTo>
                  <a:lnTo>
                    <a:pt x="4816" y="3493"/>
                  </a:lnTo>
                  <a:lnTo>
                    <a:pt x="4748" y="3504"/>
                  </a:lnTo>
                  <a:lnTo>
                    <a:pt x="4679" y="3481"/>
                  </a:lnTo>
                  <a:lnTo>
                    <a:pt x="4622" y="3481"/>
                  </a:lnTo>
                  <a:close/>
                  <a:moveTo>
                    <a:pt x="4462" y="2740"/>
                  </a:moveTo>
                  <a:lnTo>
                    <a:pt x="4371" y="2500"/>
                  </a:lnTo>
                  <a:lnTo>
                    <a:pt x="4348" y="2489"/>
                  </a:lnTo>
                  <a:lnTo>
                    <a:pt x="4360" y="2580"/>
                  </a:lnTo>
                  <a:lnTo>
                    <a:pt x="4371" y="2637"/>
                  </a:lnTo>
                  <a:lnTo>
                    <a:pt x="4360" y="2705"/>
                  </a:lnTo>
                  <a:lnTo>
                    <a:pt x="4348" y="2785"/>
                  </a:lnTo>
                  <a:lnTo>
                    <a:pt x="4371" y="2819"/>
                  </a:lnTo>
                  <a:lnTo>
                    <a:pt x="4405" y="2785"/>
                  </a:lnTo>
                  <a:lnTo>
                    <a:pt x="4462" y="2865"/>
                  </a:lnTo>
                  <a:lnTo>
                    <a:pt x="4462" y="2831"/>
                  </a:lnTo>
                  <a:close/>
                  <a:moveTo>
                    <a:pt x="3059" y="2420"/>
                  </a:moveTo>
                  <a:lnTo>
                    <a:pt x="3024" y="2409"/>
                  </a:lnTo>
                  <a:lnTo>
                    <a:pt x="2956" y="2443"/>
                  </a:lnTo>
                  <a:lnTo>
                    <a:pt x="2945" y="2489"/>
                  </a:lnTo>
                  <a:lnTo>
                    <a:pt x="2933" y="2591"/>
                  </a:lnTo>
                  <a:lnTo>
                    <a:pt x="2933" y="2648"/>
                  </a:lnTo>
                  <a:lnTo>
                    <a:pt x="2979" y="2751"/>
                  </a:lnTo>
                  <a:lnTo>
                    <a:pt x="3024" y="2819"/>
                  </a:lnTo>
                  <a:lnTo>
                    <a:pt x="3059" y="2865"/>
                  </a:lnTo>
                  <a:lnTo>
                    <a:pt x="3093" y="2888"/>
                  </a:lnTo>
                  <a:lnTo>
                    <a:pt x="3218" y="2899"/>
                  </a:lnTo>
                  <a:lnTo>
                    <a:pt x="3458" y="2922"/>
                  </a:lnTo>
                  <a:lnTo>
                    <a:pt x="3595" y="2979"/>
                  </a:lnTo>
                  <a:lnTo>
                    <a:pt x="3721" y="3002"/>
                  </a:lnTo>
                  <a:lnTo>
                    <a:pt x="3778" y="2991"/>
                  </a:lnTo>
                  <a:lnTo>
                    <a:pt x="3846" y="2956"/>
                  </a:lnTo>
                  <a:lnTo>
                    <a:pt x="3858" y="2945"/>
                  </a:lnTo>
                  <a:lnTo>
                    <a:pt x="3846" y="2865"/>
                  </a:lnTo>
                  <a:lnTo>
                    <a:pt x="3823" y="2819"/>
                  </a:lnTo>
                  <a:lnTo>
                    <a:pt x="3766" y="2785"/>
                  </a:lnTo>
                  <a:lnTo>
                    <a:pt x="3732" y="2705"/>
                  </a:lnTo>
                  <a:lnTo>
                    <a:pt x="3664" y="2648"/>
                  </a:lnTo>
                  <a:lnTo>
                    <a:pt x="3538" y="2546"/>
                  </a:lnTo>
                  <a:lnTo>
                    <a:pt x="3310" y="2546"/>
                  </a:lnTo>
                  <a:lnTo>
                    <a:pt x="3218" y="2557"/>
                  </a:lnTo>
                  <a:close/>
                  <a:moveTo>
                    <a:pt x="3435" y="2169"/>
                  </a:moveTo>
                  <a:lnTo>
                    <a:pt x="3355" y="2192"/>
                  </a:lnTo>
                  <a:lnTo>
                    <a:pt x="3355" y="2237"/>
                  </a:lnTo>
                  <a:lnTo>
                    <a:pt x="3424" y="2249"/>
                  </a:lnTo>
                  <a:lnTo>
                    <a:pt x="3481" y="2283"/>
                  </a:lnTo>
                  <a:lnTo>
                    <a:pt x="3492" y="2317"/>
                  </a:lnTo>
                  <a:lnTo>
                    <a:pt x="3492" y="2317"/>
                  </a:lnTo>
                  <a:lnTo>
                    <a:pt x="3515" y="2306"/>
                  </a:lnTo>
                  <a:lnTo>
                    <a:pt x="3572" y="2340"/>
                  </a:lnTo>
                  <a:lnTo>
                    <a:pt x="3606" y="2295"/>
                  </a:lnTo>
                  <a:lnTo>
                    <a:pt x="3549" y="2226"/>
                  </a:lnTo>
                  <a:lnTo>
                    <a:pt x="3492" y="2180"/>
                  </a:lnTo>
                  <a:lnTo>
                    <a:pt x="3481" y="2180"/>
                  </a:lnTo>
                  <a:close/>
                  <a:moveTo>
                    <a:pt x="2636" y="2272"/>
                  </a:moveTo>
                  <a:lnTo>
                    <a:pt x="2671" y="2249"/>
                  </a:lnTo>
                  <a:lnTo>
                    <a:pt x="2671" y="2192"/>
                  </a:lnTo>
                  <a:lnTo>
                    <a:pt x="2636" y="2192"/>
                  </a:lnTo>
                  <a:lnTo>
                    <a:pt x="2625" y="2158"/>
                  </a:lnTo>
                  <a:lnTo>
                    <a:pt x="2591" y="2158"/>
                  </a:lnTo>
                  <a:lnTo>
                    <a:pt x="2545" y="2192"/>
                  </a:lnTo>
                  <a:lnTo>
                    <a:pt x="2522" y="2237"/>
                  </a:lnTo>
                  <a:lnTo>
                    <a:pt x="2534" y="2260"/>
                  </a:lnTo>
                  <a:lnTo>
                    <a:pt x="2591" y="2260"/>
                  </a:lnTo>
                  <a:lnTo>
                    <a:pt x="2625" y="2272"/>
                  </a:lnTo>
                  <a:close/>
                  <a:moveTo>
                    <a:pt x="1438" y="1952"/>
                  </a:moveTo>
                  <a:lnTo>
                    <a:pt x="1427" y="1918"/>
                  </a:lnTo>
                  <a:lnTo>
                    <a:pt x="1381" y="1895"/>
                  </a:lnTo>
                  <a:lnTo>
                    <a:pt x="1347" y="1895"/>
                  </a:lnTo>
                  <a:lnTo>
                    <a:pt x="1278" y="1907"/>
                  </a:lnTo>
                  <a:lnTo>
                    <a:pt x="1290" y="1918"/>
                  </a:lnTo>
                  <a:lnTo>
                    <a:pt x="1381" y="1964"/>
                  </a:lnTo>
                  <a:lnTo>
                    <a:pt x="1415" y="1975"/>
                  </a:lnTo>
                  <a:close/>
                  <a:moveTo>
                    <a:pt x="1872" y="2009"/>
                  </a:moveTo>
                  <a:lnTo>
                    <a:pt x="1917" y="1975"/>
                  </a:lnTo>
                  <a:lnTo>
                    <a:pt x="1906" y="1952"/>
                  </a:lnTo>
                  <a:lnTo>
                    <a:pt x="1895" y="1872"/>
                  </a:lnTo>
                  <a:lnTo>
                    <a:pt x="1838" y="1975"/>
                  </a:lnTo>
                  <a:lnTo>
                    <a:pt x="1849" y="2009"/>
                  </a:lnTo>
                  <a:close/>
                  <a:moveTo>
                    <a:pt x="1803" y="1884"/>
                  </a:moveTo>
                  <a:lnTo>
                    <a:pt x="1803" y="1849"/>
                  </a:lnTo>
                  <a:lnTo>
                    <a:pt x="1803" y="1815"/>
                  </a:lnTo>
                  <a:lnTo>
                    <a:pt x="1780" y="1804"/>
                  </a:lnTo>
                  <a:lnTo>
                    <a:pt x="1838" y="1758"/>
                  </a:lnTo>
                  <a:lnTo>
                    <a:pt x="1815" y="1747"/>
                  </a:lnTo>
                  <a:lnTo>
                    <a:pt x="1735" y="1724"/>
                  </a:lnTo>
                  <a:lnTo>
                    <a:pt x="1712" y="1747"/>
                  </a:lnTo>
                  <a:lnTo>
                    <a:pt x="1678" y="1758"/>
                  </a:lnTo>
                  <a:lnTo>
                    <a:pt x="1666" y="1781"/>
                  </a:lnTo>
                  <a:lnTo>
                    <a:pt x="1655" y="1792"/>
                  </a:lnTo>
                  <a:lnTo>
                    <a:pt x="1632" y="1861"/>
                  </a:lnTo>
                  <a:lnTo>
                    <a:pt x="1666" y="1918"/>
                  </a:lnTo>
                  <a:lnTo>
                    <a:pt x="1723" y="1952"/>
                  </a:lnTo>
                  <a:close/>
                  <a:moveTo>
                    <a:pt x="1233" y="1907"/>
                  </a:moveTo>
                  <a:lnTo>
                    <a:pt x="1187" y="1849"/>
                  </a:lnTo>
                  <a:lnTo>
                    <a:pt x="1210" y="1781"/>
                  </a:lnTo>
                  <a:lnTo>
                    <a:pt x="1233" y="1770"/>
                  </a:lnTo>
                  <a:lnTo>
                    <a:pt x="1267" y="1690"/>
                  </a:lnTo>
                  <a:lnTo>
                    <a:pt x="1244" y="1633"/>
                  </a:lnTo>
                  <a:lnTo>
                    <a:pt x="1221" y="1655"/>
                  </a:lnTo>
                  <a:lnTo>
                    <a:pt x="1119" y="1735"/>
                  </a:lnTo>
                  <a:lnTo>
                    <a:pt x="1107" y="1781"/>
                  </a:lnTo>
                  <a:lnTo>
                    <a:pt x="1187" y="1895"/>
                  </a:lnTo>
                  <a:lnTo>
                    <a:pt x="1233" y="1918"/>
                  </a:lnTo>
                  <a:close/>
                  <a:moveTo>
                    <a:pt x="3093" y="1724"/>
                  </a:moveTo>
                  <a:lnTo>
                    <a:pt x="3059" y="1667"/>
                  </a:lnTo>
                  <a:lnTo>
                    <a:pt x="3059" y="1633"/>
                  </a:lnTo>
                  <a:lnTo>
                    <a:pt x="3013" y="1610"/>
                  </a:lnTo>
                  <a:lnTo>
                    <a:pt x="2990" y="1621"/>
                  </a:lnTo>
                  <a:lnTo>
                    <a:pt x="2979" y="1667"/>
                  </a:lnTo>
                  <a:lnTo>
                    <a:pt x="2990" y="1690"/>
                  </a:lnTo>
                  <a:lnTo>
                    <a:pt x="3047" y="1735"/>
                  </a:lnTo>
                  <a:close/>
                  <a:moveTo>
                    <a:pt x="3949" y="1553"/>
                  </a:moveTo>
                  <a:lnTo>
                    <a:pt x="3915" y="1553"/>
                  </a:lnTo>
                  <a:lnTo>
                    <a:pt x="3903" y="1564"/>
                  </a:lnTo>
                  <a:lnTo>
                    <a:pt x="3869" y="1564"/>
                  </a:lnTo>
                  <a:lnTo>
                    <a:pt x="3835" y="1564"/>
                  </a:lnTo>
                  <a:lnTo>
                    <a:pt x="3812" y="1598"/>
                  </a:lnTo>
                  <a:lnTo>
                    <a:pt x="3903" y="1747"/>
                  </a:lnTo>
                  <a:lnTo>
                    <a:pt x="3858" y="1827"/>
                  </a:lnTo>
                  <a:lnTo>
                    <a:pt x="3915" y="2135"/>
                  </a:lnTo>
                  <a:lnTo>
                    <a:pt x="3972" y="2306"/>
                  </a:lnTo>
                  <a:lnTo>
                    <a:pt x="4086" y="2420"/>
                  </a:lnTo>
                  <a:lnTo>
                    <a:pt x="4086" y="2454"/>
                  </a:lnTo>
                  <a:lnTo>
                    <a:pt x="4200" y="2523"/>
                  </a:lnTo>
                  <a:lnTo>
                    <a:pt x="4291" y="2705"/>
                  </a:lnTo>
                  <a:lnTo>
                    <a:pt x="4314" y="2717"/>
                  </a:lnTo>
                  <a:lnTo>
                    <a:pt x="4325" y="2694"/>
                  </a:lnTo>
                  <a:lnTo>
                    <a:pt x="4325" y="2603"/>
                  </a:lnTo>
                  <a:lnTo>
                    <a:pt x="4257" y="2454"/>
                  </a:lnTo>
                  <a:lnTo>
                    <a:pt x="4268" y="2340"/>
                  </a:lnTo>
                  <a:lnTo>
                    <a:pt x="4246" y="2295"/>
                  </a:lnTo>
                  <a:lnTo>
                    <a:pt x="4246" y="2249"/>
                  </a:lnTo>
                  <a:lnTo>
                    <a:pt x="4211" y="2135"/>
                  </a:lnTo>
                  <a:lnTo>
                    <a:pt x="4131" y="2032"/>
                  </a:lnTo>
                  <a:lnTo>
                    <a:pt x="4086" y="2021"/>
                  </a:lnTo>
                  <a:lnTo>
                    <a:pt x="4063" y="1975"/>
                  </a:lnTo>
                  <a:lnTo>
                    <a:pt x="4086" y="1895"/>
                  </a:lnTo>
                  <a:lnTo>
                    <a:pt x="4120" y="1861"/>
                  </a:lnTo>
                  <a:lnTo>
                    <a:pt x="4131" y="1827"/>
                  </a:lnTo>
                  <a:close/>
                  <a:moveTo>
                    <a:pt x="1575" y="1484"/>
                  </a:moveTo>
                  <a:lnTo>
                    <a:pt x="1495" y="1450"/>
                  </a:lnTo>
                  <a:lnTo>
                    <a:pt x="1461" y="1404"/>
                  </a:lnTo>
                  <a:lnTo>
                    <a:pt x="1461" y="1267"/>
                  </a:lnTo>
                  <a:lnTo>
                    <a:pt x="1381" y="1222"/>
                  </a:lnTo>
                  <a:lnTo>
                    <a:pt x="1335" y="1256"/>
                  </a:lnTo>
                  <a:lnTo>
                    <a:pt x="1256" y="1347"/>
                  </a:lnTo>
                  <a:lnTo>
                    <a:pt x="1221" y="1404"/>
                  </a:lnTo>
                  <a:lnTo>
                    <a:pt x="1153" y="1450"/>
                  </a:lnTo>
                  <a:lnTo>
                    <a:pt x="1141" y="1496"/>
                  </a:lnTo>
                  <a:lnTo>
                    <a:pt x="1141" y="1553"/>
                  </a:lnTo>
                  <a:lnTo>
                    <a:pt x="1198" y="1564"/>
                  </a:lnTo>
                  <a:lnTo>
                    <a:pt x="1233" y="1507"/>
                  </a:lnTo>
                  <a:lnTo>
                    <a:pt x="1370" y="1496"/>
                  </a:lnTo>
                  <a:lnTo>
                    <a:pt x="1404" y="1507"/>
                  </a:lnTo>
                  <a:lnTo>
                    <a:pt x="1404" y="1564"/>
                  </a:lnTo>
                  <a:lnTo>
                    <a:pt x="1427" y="1667"/>
                  </a:lnTo>
                  <a:lnTo>
                    <a:pt x="1461" y="1713"/>
                  </a:lnTo>
                  <a:lnTo>
                    <a:pt x="1541" y="1735"/>
                  </a:lnTo>
                  <a:lnTo>
                    <a:pt x="1598" y="1827"/>
                  </a:lnTo>
                  <a:lnTo>
                    <a:pt x="1609" y="1781"/>
                  </a:lnTo>
                  <a:lnTo>
                    <a:pt x="1632" y="1781"/>
                  </a:lnTo>
                  <a:lnTo>
                    <a:pt x="1666" y="1724"/>
                  </a:lnTo>
                  <a:lnTo>
                    <a:pt x="1621" y="1553"/>
                  </a:lnTo>
                  <a:close/>
                  <a:moveTo>
                    <a:pt x="651" y="1427"/>
                  </a:moveTo>
                  <a:lnTo>
                    <a:pt x="662" y="1347"/>
                  </a:lnTo>
                  <a:lnTo>
                    <a:pt x="651" y="1222"/>
                  </a:lnTo>
                  <a:lnTo>
                    <a:pt x="616" y="1233"/>
                  </a:lnTo>
                  <a:lnTo>
                    <a:pt x="616" y="1267"/>
                  </a:lnTo>
                  <a:lnTo>
                    <a:pt x="605" y="1324"/>
                  </a:lnTo>
                  <a:lnTo>
                    <a:pt x="639" y="1439"/>
                  </a:lnTo>
                  <a:close/>
                  <a:moveTo>
                    <a:pt x="1107" y="1370"/>
                  </a:moveTo>
                  <a:lnTo>
                    <a:pt x="1141" y="1336"/>
                  </a:lnTo>
                  <a:lnTo>
                    <a:pt x="1141" y="1279"/>
                  </a:lnTo>
                  <a:lnTo>
                    <a:pt x="1141" y="1210"/>
                  </a:lnTo>
                  <a:lnTo>
                    <a:pt x="1107" y="1153"/>
                  </a:lnTo>
                  <a:lnTo>
                    <a:pt x="1073" y="1119"/>
                  </a:lnTo>
                  <a:lnTo>
                    <a:pt x="1004" y="1142"/>
                  </a:lnTo>
                  <a:lnTo>
                    <a:pt x="947" y="1210"/>
                  </a:lnTo>
                  <a:lnTo>
                    <a:pt x="947" y="1279"/>
                  </a:lnTo>
                  <a:lnTo>
                    <a:pt x="1004" y="1370"/>
                  </a:lnTo>
                  <a:lnTo>
                    <a:pt x="1096" y="1370"/>
                  </a:lnTo>
                  <a:close/>
                  <a:moveTo>
                    <a:pt x="742" y="1199"/>
                  </a:moveTo>
                  <a:lnTo>
                    <a:pt x="765" y="1153"/>
                  </a:lnTo>
                  <a:lnTo>
                    <a:pt x="833" y="1051"/>
                  </a:lnTo>
                  <a:lnTo>
                    <a:pt x="856" y="1005"/>
                  </a:lnTo>
                  <a:lnTo>
                    <a:pt x="776" y="982"/>
                  </a:lnTo>
                  <a:lnTo>
                    <a:pt x="719" y="914"/>
                  </a:lnTo>
                  <a:lnTo>
                    <a:pt x="662" y="879"/>
                  </a:lnTo>
                  <a:lnTo>
                    <a:pt x="616" y="936"/>
                  </a:lnTo>
                  <a:lnTo>
                    <a:pt x="616" y="994"/>
                  </a:lnTo>
                  <a:lnTo>
                    <a:pt x="696" y="1073"/>
                  </a:lnTo>
                  <a:lnTo>
                    <a:pt x="674" y="1130"/>
                  </a:lnTo>
                  <a:lnTo>
                    <a:pt x="708" y="1153"/>
                  </a:lnTo>
                  <a:lnTo>
                    <a:pt x="719" y="1210"/>
                  </a:lnTo>
                  <a:close/>
                  <a:moveTo>
                    <a:pt x="3230" y="1747"/>
                  </a:moveTo>
                  <a:lnTo>
                    <a:pt x="3218" y="1678"/>
                  </a:lnTo>
                  <a:lnTo>
                    <a:pt x="3173" y="1621"/>
                  </a:lnTo>
                  <a:lnTo>
                    <a:pt x="3230" y="1553"/>
                  </a:lnTo>
                  <a:lnTo>
                    <a:pt x="2922" y="1279"/>
                  </a:lnTo>
                  <a:lnTo>
                    <a:pt x="2876" y="1256"/>
                  </a:lnTo>
                  <a:lnTo>
                    <a:pt x="2819" y="1233"/>
                  </a:lnTo>
                  <a:lnTo>
                    <a:pt x="2751" y="1176"/>
                  </a:lnTo>
                  <a:lnTo>
                    <a:pt x="2682" y="1165"/>
                  </a:lnTo>
                  <a:lnTo>
                    <a:pt x="2602" y="1108"/>
                  </a:lnTo>
                  <a:lnTo>
                    <a:pt x="2579" y="1062"/>
                  </a:lnTo>
                  <a:lnTo>
                    <a:pt x="2488" y="1005"/>
                  </a:lnTo>
                  <a:lnTo>
                    <a:pt x="2408" y="891"/>
                  </a:lnTo>
                  <a:lnTo>
                    <a:pt x="2191" y="857"/>
                  </a:lnTo>
                  <a:lnTo>
                    <a:pt x="2203" y="879"/>
                  </a:lnTo>
                  <a:lnTo>
                    <a:pt x="2260" y="936"/>
                  </a:lnTo>
                  <a:lnTo>
                    <a:pt x="2283" y="1039"/>
                  </a:lnTo>
                  <a:lnTo>
                    <a:pt x="2351" y="1096"/>
                  </a:lnTo>
                  <a:lnTo>
                    <a:pt x="2420" y="1176"/>
                  </a:lnTo>
                  <a:lnTo>
                    <a:pt x="2454" y="1199"/>
                  </a:lnTo>
                  <a:lnTo>
                    <a:pt x="2477" y="1222"/>
                  </a:lnTo>
                  <a:lnTo>
                    <a:pt x="2534" y="1290"/>
                  </a:lnTo>
                  <a:lnTo>
                    <a:pt x="2648" y="1347"/>
                  </a:lnTo>
                  <a:lnTo>
                    <a:pt x="2762" y="1439"/>
                  </a:lnTo>
                  <a:lnTo>
                    <a:pt x="2808" y="1450"/>
                  </a:lnTo>
                  <a:lnTo>
                    <a:pt x="2853" y="1496"/>
                  </a:lnTo>
                  <a:lnTo>
                    <a:pt x="3059" y="1598"/>
                  </a:lnTo>
                  <a:lnTo>
                    <a:pt x="3139" y="1690"/>
                  </a:lnTo>
                  <a:lnTo>
                    <a:pt x="3230" y="1770"/>
                  </a:lnTo>
                  <a:close/>
                  <a:moveTo>
                    <a:pt x="126" y="434"/>
                  </a:moveTo>
                  <a:lnTo>
                    <a:pt x="149" y="400"/>
                  </a:lnTo>
                  <a:lnTo>
                    <a:pt x="57" y="320"/>
                  </a:lnTo>
                  <a:lnTo>
                    <a:pt x="23" y="366"/>
                  </a:lnTo>
                  <a:lnTo>
                    <a:pt x="0" y="434"/>
                  </a:lnTo>
                  <a:lnTo>
                    <a:pt x="57" y="469"/>
                  </a:lnTo>
                  <a:close/>
                  <a:moveTo>
                    <a:pt x="1427" y="651"/>
                  </a:moveTo>
                  <a:lnTo>
                    <a:pt x="1404" y="640"/>
                  </a:lnTo>
                  <a:lnTo>
                    <a:pt x="1370" y="640"/>
                  </a:lnTo>
                  <a:lnTo>
                    <a:pt x="1313" y="606"/>
                  </a:lnTo>
                  <a:lnTo>
                    <a:pt x="1210" y="491"/>
                  </a:lnTo>
                  <a:lnTo>
                    <a:pt x="1176" y="457"/>
                  </a:lnTo>
                  <a:lnTo>
                    <a:pt x="1153" y="309"/>
                  </a:lnTo>
                  <a:lnTo>
                    <a:pt x="1096" y="252"/>
                  </a:lnTo>
                  <a:lnTo>
                    <a:pt x="890" y="138"/>
                  </a:lnTo>
                  <a:lnTo>
                    <a:pt x="776" y="23"/>
                  </a:lnTo>
                  <a:lnTo>
                    <a:pt x="674" y="1"/>
                  </a:lnTo>
                  <a:lnTo>
                    <a:pt x="651" y="23"/>
                  </a:lnTo>
                  <a:lnTo>
                    <a:pt x="651" y="92"/>
                  </a:lnTo>
                  <a:lnTo>
                    <a:pt x="674" y="138"/>
                  </a:lnTo>
                  <a:lnTo>
                    <a:pt x="822" y="263"/>
                  </a:lnTo>
                  <a:lnTo>
                    <a:pt x="982" y="514"/>
                  </a:lnTo>
                  <a:lnTo>
                    <a:pt x="1119" y="651"/>
                  </a:lnTo>
                  <a:lnTo>
                    <a:pt x="1233" y="663"/>
                  </a:lnTo>
                  <a:lnTo>
                    <a:pt x="1290" y="663"/>
                  </a:lnTo>
                  <a:lnTo>
                    <a:pt x="1290" y="685"/>
                  </a:lnTo>
                  <a:lnTo>
                    <a:pt x="1301" y="708"/>
                  </a:lnTo>
                  <a:lnTo>
                    <a:pt x="1381" y="742"/>
                  </a:lnTo>
                  <a:lnTo>
                    <a:pt x="1450" y="685"/>
                  </a:lnTo>
                  <a:close/>
                </a:path>
              </a:pathLst>
            </a:custGeom>
            <a:solidFill>
              <a:schemeClr val="accent2"/>
            </a:solidFill>
            <a:ln w="9525" cap="flat" cmpd="sng">
              <a:solidFill>
                <a:schemeClr val="accent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162525" tIns="162525" rIns="162525" bIns="1625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3200"/>
                <a:buFont typeface="Calibri"/>
                <a:buNone/>
              </a:pPr>
              <a:endParaRPr sz="3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113" name="Google Shape;1113;p38"/>
            <p:cNvSpPr/>
            <p:nvPr/>
          </p:nvSpPr>
          <p:spPr>
            <a:xfrm>
              <a:off x="3851225" y="3073600"/>
              <a:ext cx="19700" cy="37675"/>
            </a:xfrm>
            <a:custGeom>
              <a:avLst/>
              <a:gdLst/>
              <a:ahLst/>
              <a:cxnLst/>
              <a:rect l="l" t="t" r="r" b="b"/>
              <a:pathLst>
                <a:path w="788" h="1507" extrusionOk="0">
                  <a:moveTo>
                    <a:pt x="137" y="1438"/>
                  </a:moveTo>
                  <a:lnTo>
                    <a:pt x="217" y="1324"/>
                  </a:lnTo>
                  <a:lnTo>
                    <a:pt x="217" y="1244"/>
                  </a:lnTo>
                  <a:lnTo>
                    <a:pt x="171" y="1176"/>
                  </a:lnTo>
                  <a:lnTo>
                    <a:pt x="114" y="1176"/>
                  </a:lnTo>
                  <a:lnTo>
                    <a:pt x="46" y="1233"/>
                  </a:lnTo>
                  <a:lnTo>
                    <a:pt x="0" y="1290"/>
                  </a:lnTo>
                  <a:lnTo>
                    <a:pt x="0" y="1335"/>
                  </a:lnTo>
                  <a:lnTo>
                    <a:pt x="11" y="1438"/>
                  </a:lnTo>
                  <a:lnTo>
                    <a:pt x="23" y="1472"/>
                  </a:lnTo>
                  <a:lnTo>
                    <a:pt x="69" y="1507"/>
                  </a:lnTo>
                  <a:close/>
                  <a:moveTo>
                    <a:pt x="753" y="114"/>
                  </a:moveTo>
                  <a:lnTo>
                    <a:pt x="788" y="57"/>
                  </a:lnTo>
                  <a:lnTo>
                    <a:pt x="788" y="34"/>
                  </a:lnTo>
                  <a:lnTo>
                    <a:pt x="765" y="23"/>
                  </a:lnTo>
                  <a:lnTo>
                    <a:pt x="753" y="0"/>
                  </a:lnTo>
                  <a:lnTo>
                    <a:pt x="730" y="23"/>
                  </a:lnTo>
                  <a:lnTo>
                    <a:pt x="685" y="92"/>
                  </a:lnTo>
                  <a:lnTo>
                    <a:pt x="696" y="114"/>
                  </a:lnTo>
                  <a:lnTo>
                    <a:pt x="730" y="149"/>
                  </a:lnTo>
                  <a:close/>
                </a:path>
              </a:pathLst>
            </a:custGeom>
            <a:solidFill>
              <a:schemeClr val="accent2"/>
            </a:solidFill>
            <a:ln w="9525" cap="flat" cmpd="sng">
              <a:solidFill>
                <a:schemeClr val="accent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162525" tIns="162525" rIns="162525" bIns="1625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3200"/>
                <a:buFont typeface="Calibri"/>
                <a:buNone/>
              </a:pPr>
              <a:endParaRPr sz="3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114" name="Google Shape;1114;p38"/>
            <p:cNvSpPr/>
            <p:nvPr/>
          </p:nvSpPr>
          <p:spPr>
            <a:xfrm>
              <a:off x="2474625" y="2702125"/>
              <a:ext cx="2025" cy="1175"/>
            </a:xfrm>
            <a:custGeom>
              <a:avLst/>
              <a:gdLst/>
              <a:ahLst/>
              <a:cxnLst/>
              <a:rect l="l" t="t" r="r" b="b"/>
              <a:pathLst>
                <a:path w="81" h="47" extrusionOk="0">
                  <a:moveTo>
                    <a:pt x="0" y="1"/>
                  </a:moveTo>
                  <a:lnTo>
                    <a:pt x="0" y="1"/>
                  </a:lnTo>
                  <a:lnTo>
                    <a:pt x="23" y="35"/>
                  </a:lnTo>
                  <a:lnTo>
                    <a:pt x="69" y="46"/>
                  </a:lnTo>
                  <a:lnTo>
                    <a:pt x="80" y="35"/>
                  </a:lnTo>
                  <a:lnTo>
                    <a:pt x="80" y="1"/>
                  </a:lnTo>
                  <a:close/>
                </a:path>
              </a:pathLst>
            </a:custGeom>
            <a:solidFill>
              <a:schemeClr val="accent2"/>
            </a:solidFill>
            <a:ln w="9525" cap="flat" cmpd="sng">
              <a:solidFill>
                <a:schemeClr val="accent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162525" tIns="162525" rIns="162525" bIns="1625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3200"/>
                <a:buFont typeface="Calibri"/>
                <a:buNone/>
              </a:pPr>
              <a:endParaRPr sz="3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115" name="Google Shape;1115;p38"/>
            <p:cNvSpPr/>
            <p:nvPr/>
          </p:nvSpPr>
          <p:spPr>
            <a:xfrm>
              <a:off x="4830100" y="3215675"/>
              <a:ext cx="3150" cy="5150"/>
            </a:xfrm>
            <a:custGeom>
              <a:avLst/>
              <a:gdLst/>
              <a:ahLst/>
              <a:cxnLst/>
              <a:rect l="l" t="t" r="r" b="b"/>
              <a:pathLst>
                <a:path w="126" h="206" extrusionOk="0">
                  <a:moveTo>
                    <a:pt x="126" y="115"/>
                  </a:moveTo>
                  <a:lnTo>
                    <a:pt x="57" y="0"/>
                  </a:lnTo>
                  <a:lnTo>
                    <a:pt x="0" y="46"/>
                  </a:lnTo>
                  <a:lnTo>
                    <a:pt x="35" y="80"/>
                  </a:lnTo>
                  <a:lnTo>
                    <a:pt x="69" y="115"/>
                  </a:lnTo>
                  <a:lnTo>
                    <a:pt x="80" y="172"/>
                  </a:lnTo>
                  <a:lnTo>
                    <a:pt x="126" y="206"/>
                  </a:lnTo>
                  <a:close/>
                </a:path>
              </a:pathLst>
            </a:custGeom>
            <a:solidFill>
              <a:schemeClr val="accent2"/>
            </a:solidFill>
            <a:ln w="9525" cap="flat" cmpd="sng">
              <a:solidFill>
                <a:schemeClr val="accent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162525" tIns="162525" rIns="162525" bIns="1625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3200"/>
                <a:buFont typeface="Calibri"/>
                <a:buNone/>
              </a:pPr>
              <a:endParaRPr sz="3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116" name="Google Shape;1116;p38"/>
            <p:cNvSpPr/>
            <p:nvPr/>
          </p:nvSpPr>
          <p:spPr>
            <a:xfrm>
              <a:off x="2301725" y="2613975"/>
              <a:ext cx="13725" cy="4875"/>
            </a:xfrm>
            <a:custGeom>
              <a:avLst/>
              <a:gdLst/>
              <a:ahLst/>
              <a:cxnLst/>
              <a:rect l="l" t="t" r="r" b="b"/>
              <a:pathLst>
                <a:path w="549" h="195" extrusionOk="0">
                  <a:moveTo>
                    <a:pt x="12" y="92"/>
                  </a:moveTo>
                  <a:lnTo>
                    <a:pt x="0" y="149"/>
                  </a:lnTo>
                  <a:lnTo>
                    <a:pt x="0" y="171"/>
                  </a:lnTo>
                  <a:lnTo>
                    <a:pt x="23" y="194"/>
                  </a:lnTo>
                  <a:lnTo>
                    <a:pt x="115" y="171"/>
                  </a:lnTo>
                  <a:lnTo>
                    <a:pt x="126" y="160"/>
                  </a:lnTo>
                  <a:lnTo>
                    <a:pt x="149" y="149"/>
                  </a:lnTo>
                  <a:lnTo>
                    <a:pt x="149" y="126"/>
                  </a:lnTo>
                  <a:lnTo>
                    <a:pt x="92" y="149"/>
                  </a:lnTo>
                  <a:close/>
                  <a:moveTo>
                    <a:pt x="525" y="171"/>
                  </a:moveTo>
                  <a:lnTo>
                    <a:pt x="548" y="149"/>
                  </a:lnTo>
                  <a:lnTo>
                    <a:pt x="525" y="114"/>
                  </a:lnTo>
                  <a:lnTo>
                    <a:pt x="423" y="92"/>
                  </a:lnTo>
                  <a:lnTo>
                    <a:pt x="400" y="103"/>
                  </a:lnTo>
                  <a:lnTo>
                    <a:pt x="400" y="149"/>
                  </a:lnTo>
                  <a:lnTo>
                    <a:pt x="480" y="149"/>
                  </a:lnTo>
                  <a:lnTo>
                    <a:pt x="525" y="194"/>
                  </a:lnTo>
                  <a:close/>
                  <a:moveTo>
                    <a:pt x="366" y="103"/>
                  </a:moveTo>
                  <a:lnTo>
                    <a:pt x="354" y="92"/>
                  </a:lnTo>
                  <a:lnTo>
                    <a:pt x="343" y="0"/>
                  </a:lnTo>
                  <a:lnTo>
                    <a:pt x="263" y="0"/>
                  </a:lnTo>
                  <a:lnTo>
                    <a:pt x="263" y="34"/>
                  </a:lnTo>
                  <a:lnTo>
                    <a:pt x="286" y="57"/>
                  </a:lnTo>
                  <a:lnTo>
                    <a:pt x="297" y="57"/>
                  </a:lnTo>
                  <a:lnTo>
                    <a:pt x="309" y="92"/>
                  </a:lnTo>
                  <a:lnTo>
                    <a:pt x="354" y="114"/>
                  </a:lnTo>
                  <a:close/>
                </a:path>
              </a:pathLst>
            </a:custGeom>
            <a:solidFill>
              <a:schemeClr val="accent2"/>
            </a:solidFill>
            <a:ln w="9525" cap="flat" cmpd="sng">
              <a:solidFill>
                <a:schemeClr val="accent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162525" tIns="162525" rIns="162525" bIns="1625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3200"/>
                <a:buFont typeface="Calibri"/>
                <a:buNone/>
              </a:pPr>
              <a:endParaRPr sz="3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117" name="Google Shape;1117;p38"/>
            <p:cNvSpPr/>
            <p:nvPr/>
          </p:nvSpPr>
          <p:spPr>
            <a:xfrm>
              <a:off x="275475" y="3533500"/>
              <a:ext cx="13725" cy="65375"/>
            </a:xfrm>
            <a:custGeom>
              <a:avLst/>
              <a:gdLst/>
              <a:ahLst/>
              <a:cxnLst/>
              <a:rect l="l" t="t" r="r" b="b"/>
              <a:pathLst>
                <a:path w="549" h="2615" extrusionOk="0">
                  <a:moveTo>
                    <a:pt x="400" y="2477"/>
                  </a:moveTo>
                  <a:lnTo>
                    <a:pt x="400" y="2477"/>
                  </a:lnTo>
                  <a:lnTo>
                    <a:pt x="378" y="2523"/>
                  </a:lnTo>
                  <a:lnTo>
                    <a:pt x="378" y="2557"/>
                  </a:lnTo>
                  <a:lnTo>
                    <a:pt x="435" y="2614"/>
                  </a:lnTo>
                  <a:close/>
                  <a:moveTo>
                    <a:pt x="172" y="2352"/>
                  </a:moveTo>
                  <a:lnTo>
                    <a:pt x="149" y="2352"/>
                  </a:lnTo>
                  <a:lnTo>
                    <a:pt x="172" y="2340"/>
                  </a:lnTo>
                  <a:lnTo>
                    <a:pt x="115" y="2306"/>
                  </a:lnTo>
                  <a:lnTo>
                    <a:pt x="58" y="2306"/>
                  </a:lnTo>
                  <a:lnTo>
                    <a:pt x="35" y="2294"/>
                  </a:lnTo>
                  <a:lnTo>
                    <a:pt x="35" y="2272"/>
                  </a:lnTo>
                  <a:lnTo>
                    <a:pt x="1" y="2306"/>
                  </a:lnTo>
                  <a:lnTo>
                    <a:pt x="35" y="2352"/>
                  </a:lnTo>
                  <a:lnTo>
                    <a:pt x="161" y="2409"/>
                  </a:lnTo>
                  <a:lnTo>
                    <a:pt x="206" y="2431"/>
                  </a:lnTo>
                  <a:lnTo>
                    <a:pt x="229" y="2352"/>
                  </a:lnTo>
                  <a:lnTo>
                    <a:pt x="229" y="2317"/>
                  </a:lnTo>
                  <a:lnTo>
                    <a:pt x="195" y="2340"/>
                  </a:lnTo>
                  <a:lnTo>
                    <a:pt x="195" y="2352"/>
                  </a:lnTo>
                  <a:close/>
                  <a:moveTo>
                    <a:pt x="537" y="69"/>
                  </a:moveTo>
                  <a:lnTo>
                    <a:pt x="549" y="46"/>
                  </a:lnTo>
                  <a:lnTo>
                    <a:pt x="549" y="12"/>
                  </a:lnTo>
                  <a:lnTo>
                    <a:pt x="503" y="1"/>
                  </a:lnTo>
                  <a:lnTo>
                    <a:pt x="492" y="1"/>
                  </a:lnTo>
                  <a:lnTo>
                    <a:pt x="446" y="69"/>
                  </a:lnTo>
                  <a:lnTo>
                    <a:pt x="457" y="81"/>
                  </a:lnTo>
                  <a:lnTo>
                    <a:pt x="503" y="115"/>
                  </a:lnTo>
                  <a:lnTo>
                    <a:pt x="515" y="115"/>
                  </a:lnTo>
                  <a:close/>
                </a:path>
              </a:pathLst>
            </a:custGeom>
            <a:solidFill>
              <a:schemeClr val="accent2"/>
            </a:solidFill>
            <a:ln w="9525" cap="flat" cmpd="sng">
              <a:solidFill>
                <a:schemeClr val="accent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162525" tIns="162525" rIns="162525" bIns="1625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3200"/>
                <a:buFont typeface="Calibri"/>
                <a:buNone/>
              </a:pPr>
              <a:endParaRPr sz="3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118" name="Google Shape;1118;p38"/>
            <p:cNvSpPr/>
            <p:nvPr/>
          </p:nvSpPr>
          <p:spPr>
            <a:xfrm>
              <a:off x="2486325" y="2855050"/>
              <a:ext cx="28825" cy="28550"/>
            </a:xfrm>
            <a:custGeom>
              <a:avLst/>
              <a:gdLst/>
              <a:ahLst/>
              <a:cxnLst/>
              <a:rect l="l" t="t" r="r" b="b"/>
              <a:pathLst>
                <a:path w="1153" h="1142" extrusionOk="0">
                  <a:moveTo>
                    <a:pt x="719" y="1085"/>
                  </a:moveTo>
                  <a:lnTo>
                    <a:pt x="730" y="1062"/>
                  </a:lnTo>
                  <a:lnTo>
                    <a:pt x="730" y="971"/>
                  </a:lnTo>
                  <a:lnTo>
                    <a:pt x="753" y="913"/>
                  </a:lnTo>
                  <a:lnTo>
                    <a:pt x="730" y="856"/>
                  </a:lnTo>
                  <a:lnTo>
                    <a:pt x="719" y="777"/>
                  </a:lnTo>
                  <a:lnTo>
                    <a:pt x="730" y="708"/>
                  </a:lnTo>
                  <a:lnTo>
                    <a:pt x="730" y="605"/>
                  </a:lnTo>
                  <a:lnTo>
                    <a:pt x="753" y="560"/>
                  </a:lnTo>
                  <a:lnTo>
                    <a:pt x="833" y="446"/>
                  </a:lnTo>
                  <a:lnTo>
                    <a:pt x="696" y="446"/>
                  </a:lnTo>
                  <a:lnTo>
                    <a:pt x="616" y="480"/>
                  </a:lnTo>
                  <a:lnTo>
                    <a:pt x="457" y="491"/>
                  </a:lnTo>
                  <a:lnTo>
                    <a:pt x="388" y="514"/>
                  </a:lnTo>
                  <a:lnTo>
                    <a:pt x="285" y="537"/>
                  </a:lnTo>
                  <a:lnTo>
                    <a:pt x="228" y="560"/>
                  </a:lnTo>
                  <a:lnTo>
                    <a:pt x="240" y="571"/>
                  </a:lnTo>
                  <a:lnTo>
                    <a:pt x="320" y="605"/>
                  </a:lnTo>
                  <a:lnTo>
                    <a:pt x="342" y="628"/>
                  </a:lnTo>
                  <a:lnTo>
                    <a:pt x="354" y="662"/>
                  </a:lnTo>
                  <a:lnTo>
                    <a:pt x="377" y="719"/>
                  </a:lnTo>
                  <a:lnTo>
                    <a:pt x="331" y="959"/>
                  </a:lnTo>
                  <a:lnTo>
                    <a:pt x="320" y="971"/>
                  </a:lnTo>
                  <a:lnTo>
                    <a:pt x="228" y="993"/>
                  </a:lnTo>
                  <a:lnTo>
                    <a:pt x="206" y="1028"/>
                  </a:lnTo>
                  <a:lnTo>
                    <a:pt x="0" y="1142"/>
                  </a:lnTo>
                  <a:lnTo>
                    <a:pt x="114" y="1130"/>
                  </a:lnTo>
                  <a:lnTo>
                    <a:pt x="240" y="1142"/>
                  </a:lnTo>
                  <a:lnTo>
                    <a:pt x="582" y="1130"/>
                  </a:lnTo>
                  <a:close/>
                  <a:moveTo>
                    <a:pt x="970" y="137"/>
                  </a:moveTo>
                  <a:lnTo>
                    <a:pt x="1141" y="58"/>
                  </a:lnTo>
                  <a:lnTo>
                    <a:pt x="1153" y="1"/>
                  </a:lnTo>
                  <a:lnTo>
                    <a:pt x="1130" y="1"/>
                  </a:lnTo>
                  <a:lnTo>
                    <a:pt x="1016" y="46"/>
                  </a:lnTo>
                  <a:lnTo>
                    <a:pt x="925" y="115"/>
                  </a:lnTo>
                  <a:lnTo>
                    <a:pt x="925" y="149"/>
                  </a:lnTo>
                  <a:close/>
                </a:path>
              </a:pathLst>
            </a:custGeom>
            <a:solidFill>
              <a:schemeClr val="accent2"/>
            </a:solidFill>
            <a:ln w="9525" cap="flat" cmpd="sng">
              <a:solidFill>
                <a:schemeClr val="accent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162525" tIns="162525" rIns="162525" bIns="1625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3200"/>
                <a:buFont typeface="Calibri"/>
                <a:buNone/>
              </a:pPr>
              <a:endParaRPr sz="3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119" name="Google Shape;1119;p38"/>
            <p:cNvSpPr/>
            <p:nvPr/>
          </p:nvSpPr>
          <p:spPr>
            <a:xfrm>
              <a:off x="2500575" y="2809125"/>
              <a:ext cx="5450" cy="15125"/>
            </a:xfrm>
            <a:custGeom>
              <a:avLst/>
              <a:gdLst/>
              <a:ahLst/>
              <a:cxnLst/>
              <a:rect l="l" t="t" r="r" b="b"/>
              <a:pathLst>
                <a:path w="218" h="605" extrusionOk="0">
                  <a:moveTo>
                    <a:pt x="12" y="605"/>
                  </a:moveTo>
                  <a:lnTo>
                    <a:pt x="12" y="605"/>
                  </a:lnTo>
                  <a:lnTo>
                    <a:pt x="12" y="582"/>
                  </a:lnTo>
                  <a:lnTo>
                    <a:pt x="35" y="582"/>
                  </a:lnTo>
                  <a:lnTo>
                    <a:pt x="35" y="571"/>
                  </a:lnTo>
                  <a:lnTo>
                    <a:pt x="35" y="571"/>
                  </a:lnTo>
                  <a:lnTo>
                    <a:pt x="35" y="559"/>
                  </a:lnTo>
                  <a:lnTo>
                    <a:pt x="12" y="559"/>
                  </a:lnTo>
                  <a:lnTo>
                    <a:pt x="12" y="571"/>
                  </a:lnTo>
                  <a:lnTo>
                    <a:pt x="12" y="571"/>
                  </a:lnTo>
                  <a:lnTo>
                    <a:pt x="12" y="582"/>
                  </a:lnTo>
                  <a:lnTo>
                    <a:pt x="1" y="582"/>
                  </a:lnTo>
                  <a:lnTo>
                    <a:pt x="1" y="605"/>
                  </a:lnTo>
                  <a:lnTo>
                    <a:pt x="1" y="605"/>
                  </a:lnTo>
                  <a:lnTo>
                    <a:pt x="1" y="605"/>
                  </a:lnTo>
                  <a:close/>
                  <a:moveTo>
                    <a:pt x="115" y="331"/>
                  </a:moveTo>
                  <a:lnTo>
                    <a:pt x="126" y="297"/>
                  </a:lnTo>
                  <a:lnTo>
                    <a:pt x="149" y="285"/>
                  </a:lnTo>
                  <a:lnTo>
                    <a:pt x="149" y="285"/>
                  </a:lnTo>
                  <a:lnTo>
                    <a:pt x="149" y="285"/>
                  </a:lnTo>
                  <a:lnTo>
                    <a:pt x="126" y="274"/>
                  </a:lnTo>
                  <a:lnTo>
                    <a:pt x="126" y="274"/>
                  </a:lnTo>
                  <a:lnTo>
                    <a:pt x="126" y="285"/>
                  </a:lnTo>
                  <a:lnTo>
                    <a:pt x="103" y="297"/>
                  </a:lnTo>
                  <a:lnTo>
                    <a:pt x="103" y="297"/>
                  </a:lnTo>
                  <a:lnTo>
                    <a:pt x="103" y="320"/>
                  </a:lnTo>
                  <a:lnTo>
                    <a:pt x="103" y="320"/>
                  </a:lnTo>
                  <a:lnTo>
                    <a:pt x="103" y="331"/>
                  </a:lnTo>
                  <a:lnTo>
                    <a:pt x="92" y="331"/>
                  </a:lnTo>
                  <a:lnTo>
                    <a:pt x="69" y="331"/>
                  </a:lnTo>
                  <a:lnTo>
                    <a:pt x="69" y="331"/>
                  </a:lnTo>
                  <a:lnTo>
                    <a:pt x="92" y="331"/>
                  </a:lnTo>
                  <a:lnTo>
                    <a:pt x="92" y="331"/>
                  </a:lnTo>
                  <a:lnTo>
                    <a:pt x="103" y="343"/>
                  </a:lnTo>
                  <a:lnTo>
                    <a:pt x="103" y="343"/>
                  </a:lnTo>
                  <a:lnTo>
                    <a:pt x="103" y="343"/>
                  </a:lnTo>
                  <a:lnTo>
                    <a:pt x="103" y="343"/>
                  </a:lnTo>
                  <a:close/>
                  <a:moveTo>
                    <a:pt x="160" y="171"/>
                  </a:moveTo>
                  <a:lnTo>
                    <a:pt x="195" y="148"/>
                  </a:lnTo>
                  <a:lnTo>
                    <a:pt x="218" y="57"/>
                  </a:lnTo>
                  <a:lnTo>
                    <a:pt x="195" y="0"/>
                  </a:lnTo>
                  <a:lnTo>
                    <a:pt x="172" y="0"/>
                  </a:lnTo>
                  <a:lnTo>
                    <a:pt x="126" y="12"/>
                  </a:lnTo>
                  <a:lnTo>
                    <a:pt x="103" y="57"/>
                  </a:lnTo>
                  <a:lnTo>
                    <a:pt x="81" y="126"/>
                  </a:lnTo>
                  <a:lnTo>
                    <a:pt x="138" y="183"/>
                  </a:lnTo>
                  <a:close/>
                </a:path>
              </a:pathLst>
            </a:custGeom>
            <a:solidFill>
              <a:schemeClr val="accent2"/>
            </a:solidFill>
            <a:ln w="9525" cap="flat" cmpd="sng">
              <a:solidFill>
                <a:schemeClr val="accent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162525" tIns="162525" rIns="162525" bIns="1625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3200"/>
                <a:buFont typeface="Calibri"/>
                <a:buNone/>
              </a:pPr>
              <a:endParaRPr sz="3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120" name="Google Shape;1120;p38"/>
            <p:cNvSpPr/>
            <p:nvPr/>
          </p:nvSpPr>
          <p:spPr>
            <a:xfrm>
              <a:off x="2444375" y="2686725"/>
              <a:ext cx="8875" cy="8000"/>
            </a:xfrm>
            <a:custGeom>
              <a:avLst/>
              <a:gdLst/>
              <a:ahLst/>
              <a:cxnLst/>
              <a:rect l="l" t="t" r="r" b="b"/>
              <a:pathLst>
                <a:path w="355" h="320" extrusionOk="0">
                  <a:moveTo>
                    <a:pt x="80" y="320"/>
                  </a:moveTo>
                  <a:lnTo>
                    <a:pt x="126" y="286"/>
                  </a:lnTo>
                  <a:lnTo>
                    <a:pt x="92" y="274"/>
                  </a:lnTo>
                  <a:lnTo>
                    <a:pt x="35" y="274"/>
                  </a:lnTo>
                  <a:lnTo>
                    <a:pt x="1" y="308"/>
                  </a:lnTo>
                  <a:lnTo>
                    <a:pt x="12" y="320"/>
                  </a:lnTo>
                  <a:close/>
                  <a:moveTo>
                    <a:pt x="240" y="263"/>
                  </a:moveTo>
                  <a:lnTo>
                    <a:pt x="297" y="206"/>
                  </a:lnTo>
                  <a:lnTo>
                    <a:pt x="229" y="217"/>
                  </a:lnTo>
                  <a:lnTo>
                    <a:pt x="195" y="251"/>
                  </a:lnTo>
                  <a:lnTo>
                    <a:pt x="206" y="263"/>
                  </a:lnTo>
                  <a:lnTo>
                    <a:pt x="229" y="263"/>
                  </a:lnTo>
                  <a:close/>
                  <a:moveTo>
                    <a:pt x="354" y="0"/>
                  </a:moveTo>
                  <a:lnTo>
                    <a:pt x="320" y="0"/>
                  </a:lnTo>
                  <a:lnTo>
                    <a:pt x="252" y="0"/>
                  </a:lnTo>
                  <a:lnTo>
                    <a:pt x="252" y="0"/>
                  </a:lnTo>
                  <a:lnTo>
                    <a:pt x="263" y="23"/>
                  </a:lnTo>
                  <a:lnTo>
                    <a:pt x="309" y="23"/>
                  </a:lnTo>
                  <a:lnTo>
                    <a:pt x="354" y="35"/>
                  </a:lnTo>
                  <a:lnTo>
                    <a:pt x="354" y="35"/>
                  </a:lnTo>
                  <a:close/>
                </a:path>
              </a:pathLst>
            </a:custGeom>
            <a:solidFill>
              <a:schemeClr val="accent2"/>
            </a:solidFill>
            <a:ln w="9525" cap="flat" cmpd="sng">
              <a:solidFill>
                <a:schemeClr val="accent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162525" tIns="162525" rIns="162525" bIns="1625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3200"/>
                <a:buFont typeface="Calibri"/>
                <a:buNone/>
              </a:pPr>
              <a:endParaRPr sz="3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121" name="Google Shape;1121;p38"/>
            <p:cNvSpPr/>
            <p:nvPr/>
          </p:nvSpPr>
          <p:spPr>
            <a:xfrm>
              <a:off x="2437825" y="2695000"/>
              <a:ext cx="7425" cy="15425"/>
            </a:xfrm>
            <a:custGeom>
              <a:avLst/>
              <a:gdLst/>
              <a:ahLst/>
              <a:cxnLst/>
              <a:rect l="l" t="t" r="r" b="b"/>
              <a:pathLst>
                <a:path w="297" h="617" extrusionOk="0">
                  <a:moveTo>
                    <a:pt x="160" y="525"/>
                  </a:moveTo>
                  <a:lnTo>
                    <a:pt x="57" y="559"/>
                  </a:lnTo>
                  <a:lnTo>
                    <a:pt x="46" y="617"/>
                  </a:lnTo>
                  <a:lnTo>
                    <a:pt x="194" y="617"/>
                  </a:lnTo>
                  <a:lnTo>
                    <a:pt x="297" y="571"/>
                  </a:lnTo>
                  <a:lnTo>
                    <a:pt x="217" y="571"/>
                  </a:lnTo>
                  <a:close/>
                  <a:moveTo>
                    <a:pt x="285" y="35"/>
                  </a:moveTo>
                  <a:lnTo>
                    <a:pt x="217" y="12"/>
                  </a:lnTo>
                  <a:lnTo>
                    <a:pt x="183" y="46"/>
                  </a:lnTo>
                  <a:lnTo>
                    <a:pt x="183" y="46"/>
                  </a:lnTo>
                  <a:lnTo>
                    <a:pt x="228" y="57"/>
                  </a:lnTo>
                  <a:close/>
                  <a:moveTo>
                    <a:pt x="126" y="46"/>
                  </a:moveTo>
                  <a:lnTo>
                    <a:pt x="103" y="12"/>
                  </a:lnTo>
                  <a:lnTo>
                    <a:pt x="57" y="0"/>
                  </a:lnTo>
                  <a:lnTo>
                    <a:pt x="0" y="12"/>
                  </a:lnTo>
                  <a:lnTo>
                    <a:pt x="69" y="57"/>
                  </a:lnTo>
                  <a:close/>
                </a:path>
              </a:pathLst>
            </a:custGeom>
            <a:solidFill>
              <a:schemeClr val="accent2"/>
            </a:solidFill>
            <a:ln w="9525" cap="flat" cmpd="sng">
              <a:solidFill>
                <a:schemeClr val="accent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162525" tIns="162525" rIns="162525" bIns="1625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3200"/>
                <a:buFont typeface="Calibri"/>
                <a:buNone/>
              </a:pPr>
              <a:endParaRPr sz="3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122" name="Google Shape;1122;p38"/>
            <p:cNvSpPr/>
            <p:nvPr/>
          </p:nvSpPr>
          <p:spPr>
            <a:xfrm>
              <a:off x="4331675" y="2302700"/>
              <a:ext cx="40825" cy="24850"/>
            </a:xfrm>
            <a:custGeom>
              <a:avLst/>
              <a:gdLst/>
              <a:ahLst/>
              <a:cxnLst/>
              <a:rect l="l" t="t" r="r" b="b"/>
              <a:pathLst>
                <a:path w="1633" h="994" extrusionOk="0">
                  <a:moveTo>
                    <a:pt x="297" y="457"/>
                  </a:moveTo>
                  <a:lnTo>
                    <a:pt x="251" y="446"/>
                  </a:lnTo>
                  <a:lnTo>
                    <a:pt x="183" y="468"/>
                  </a:lnTo>
                  <a:lnTo>
                    <a:pt x="126" y="525"/>
                  </a:lnTo>
                  <a:lnTo>
                    <a:pt x="69" y="571"/>
                  </a:lnTo>
                  <a:lnTo>
                    <a:pt x="0" y="525"/>
                  </a:lnTo>
                  <a:lnTo>
                    <a:pt x="23" y="651"/>
                  </a:lnTo>
                  <a:lnTo>
                    <a:pt x="103" y="811"/>
                  </a:lnTo>
                  <a:lnTo>
                    <a:pt x="137" y="856"/>
                  </a:lnTo>
                  <a:lnTo>
                    <a:pt x="183" y="879"/>
                  </a:lnTo>
                  <a:lnTo>
                    <a:pt x="331" y="925"/>
                  </a:lnTo>
                  <a:lnTo>
                    <a:pt x="377" y="925"/>
                  </a:lnTo>
                  <a:lnTo>
                    <a:pt x="468" y="925"/>
                  </a:lnTo>
                  <a:lnTo>
                    <a:pt x="491" y="936"/>
                  </a:lnTo>
                  <a:lnTo>
                    <a:pt x="525" y="993"/>
                  </a:lnTo>
                  <a:lnTo>
                    <a:pt x="582" y="993"/>
                  </a:lnTo>
                  <a:lnTo>
                    <a:pt x="582" y="982"/>
                  </a:lnTo>
                  <a:lnTo>
                    <a:pt x="582" y="936"/>
                  </a:lnTo>
                  <a:lnTo>
                    <a:pt x="605" y="914"/>
                  </a:lnTo>
                  <a:lnTo>
                    <a:pt x="651" y="879"/>
                  </a:lnTo>
                  <a:lnTo>
                    <a:pt x="696" y="879"/>
                  </a:lnTo>
                  <a:lnTo>
                    <a:pt x="776" y="868"/>
                  </a:lnTo>
                  <a:lnTo>
                    <a:pt x="868" y="845"/>
                  </a:lnTo>
                  <a:lnTo>
                    <a:pt x="936" y="788"/>
                  </a:lnTo>
                  <a:lnTo>
                    <a:pt x="1062" y="640"/>
                  </a:lnTo>
                  <a:lnTo>
                    <a:pt x="1107" y="640"/>
                  </a:lnTo>
                  <a:lnTo>
                    <a:pt x="1153" y="640"/>
                  </a:lnTo>
                  <a:lnTo>
                    <a:pt x="1233" y="640"/>
                  </a:lnTo>
                  <a:lnTo>
                    <a:pt x="1324" y="628"/>
                  </a:lnTo>
                  <a:lnTo>
                    <a:pt x="1290" y="571"/>
                  </a:lnTo>
                  <a:lnTo>
                    <a:pt x="1278" y="560"/>
                  </a:lnTo>
                  <a:lnTo>
                    <a:pt x="1221" y="480"/>
                  </a:lnTo>
                  <a:lnTo>
                    <a:pt x="1187" y="423"/>
                  </a:lnTo>
                  <a:lnTo>
                    <a:pt x="1210" y="343"/>
                  </a:lnTo>
                  <a:lnTo>
                    <a:pt x="1564" y="69"/>
                  </a:lnTo>
                  <a:lnTo>
                    <a:pt x="1632" y="1"/>
                  </a:lnTo>
                  <a:lnTo>
                    <a:pt x="1518" y="23"/>
                  </a:lnTo>
                  <a:lnTo>
                    <a:pt x="1438" y="80"/>
                  </a:lnTo>
                  <a:lnTo>
                    <a:pt x="1381" y="115"/>
                  </a:lnTo>
                  <a:lnTo>
                    <a:pt x="1278" y="172"/>
                  </a:lnTo>
                  <a:lnTo>
                    <a:pt x="947" y="286"/>
                  </a:lnTo>
                  <a:lnTo>
                    <a:pt x="833" y="297"/>
                  </a:lnTo>
                  <a:lnTo>
                    <a:pt x="719" y="297"/>
                  </a:lnTo>
                  <a:lnTo>
                    <a:pt x="582" y="286"/>
                  </a:lnTo>
                  <a:lnTo>
                    <a:pt x="445" y="252"/>
                  </a:lnTo>
                  <a:lnTo>
                    <a:pt x="445" y="354"/>
                  </a:lnTo>
                  <a:lnTo>
                    <a:pt x="422" y="446"/>
                  </a:lnTo>
                  <a:lnTo>
                    <a:pt x="331" y="468"/>
                  </a:lnTo>
                  <a:close/>
                </a:path>
              </a:pathLst>
            </a:custGeom>
            <a:solidFill>
              <a:schemeClr val="accent2"/>
            </a:solidFill>
            <a:ln w="9525" cap="flat" cmpd="sng">
              <a:solidFill>
                <a:schemeClr val="accent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162525" tIns="162525" rIns="162525" bIns="1625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3200"/>
                <a:buFont typeface="Calibri"/>
                <a:buNone/>
              </a:pPr>
              <a:endParaRPr sz="3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123" name="Google Shape;1123;p38"/>
            <p:cNvSpPr/>
            <p:nvPr/>
          </p:nvSpPr>
          <p:spPr>
            <a:xfrm>
              <a:off x="4806425" y="3585425"/>
              <a:ext cx="12000" cy="11450"/>
            </a:xfrm>
            <a:custGeom>
              <a:avLst/>
              <a:gdLst/>
              <a:ahLst/>
              <a:cxnLst/>
              <a:rect l="l" t="t" r="r" b="b"/>
              <a:pathLst>
                <a:path w="480" h="458" extrusionOk="0">
                  <a:moveTo>
                    <a:pt x="434" y="434"/>
                  </a:moveTo>
                  <a:lnTo>
                    <a:pt x="468" y="377"/>
                  </a:lnTo>
                  <a:lnTo>
                    <a:pt x="479" y="263"/>
                  </a:lnTo>
                  <a:lnTo>
                    <a:pt x="422" y="149"/>
                  </a:lnTo>
                  <a:lnTo>
                    <a:pt x="365" y="46"/>
                  </a:lnTo>
                  <a:lnTo>
                    <a:pt x="308" y="23"/>
                  </a:lnTo>
                  <a:lnTo>
                    <a:pt x="194" y="1"/>
                  </a:lnTo>
                  <a:lnTo>
                    <a:pt x="91" y="46"/>
                  </a:lnTo>
                  <a:lnTo>
                    <a:pt x="34" y="138"/>
                  </a:lnTo>
                  <a:lnTo>
                    <a:pt x="0" y="172"/>
                  </a:lnTo>
                  <a:lnTo>
                    <a:pt x="57" y="332"/>
                  </a:lnTo>
                  <a:lnTo>
                    <a:pt x="91" y="377"/>
                  </a:lnTo>
                  <a:lnTo>
                    <a:pt x="251" y="457"/>
                  </a:lnTo>
                  <a:lnTo>
                    <a:pt x="320" y="457"/>
                  </a:lnTo>
                  <a:close/>
                </a:path>
              </a:pathLst>
            </a:custGeom>
            <a:solidFill>
              <a:schemeClr val="accent2"/>
            </a:solidFill>
            <a:ln w="9525" cap="flat" cmpd="sng">
              <a:solidFill>
                <a:schemeClr val="accent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162525" tIns="162525" rIns="162525" bIns="1625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3200"/>
                <a:buFont typeface="Calibri"/>
                <a:buNone/>
              </a:pPr>
              <a:endParaRPr sz="3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124" name="Google Shape;1124;p38"/>
            <p:cNvSpPr/>
            <p:nvPr/>
          </p:nvSpPr>
          <p:spPr>
            <a:xfrm>
              <a:off x="4617550" y="3399400"/>
              <a:ext cx="3725" cy="7450"/>
            </a:xfrm>
            <a:custGeom>
              <a:avLst/>
              <a:gdLst/>
              <a:ahLst/>
              <a:cxnLst/>
              <a:rect l="l" t="t" r="r" b="b"/>
              <a:pathLst>
                <a:path w="149" h="298" extrusionOk="0">
                  <a:moveTo>
                    <a:pt x="103" y="286"/>
                  </a:moveTo>
                  <a:lnTo>
                    <a:pt x="103" y="241"/>
                  </a:lnTo>
                  <a:lnTo>
                    <a:pt x="126" y="172"/>
                  </a:lnTo>
                  <a:lnTo>
                    <a:pt x="126" y="161"/>
                  </a:lnTo>
                  <a:lnTo>
                    <a:pt x="149" y="81"/>
                  </a:lnTo>
                  <a:lnTo>
                    <a:pt x="103" y="47"/>
                  </a:lnTo>
                  <a:lnTo>
                    <a:pt x="69" y="47"/>
                  </a:lnTo>
                  <a:lnTo>
                    <a:pt x="46" y="1"/>
                  </a:lnTo>
                  <a:lnTo>
                    <a:pt x="0" y="47"/>
                  </a:lnTo>
                  <a:lnTo>
                    <a:pt x="46" y="115"/>
                  </a:lnTo>
                  <a:lnTo>
                    <a:pt x="34" y="161"/>
                  </a:lnTo>
                  <a:lnTo>
                    <a:pt x="12" y="218"/>
                  </a:lnTo>
                  <a:lnTo>
                    <a:pt x="34" y="275"/>
                  </a:lnTo>
                  <a:lnTo>
                    <a:pt x="57" y="298"/>
                  </a:lnTo>
                  <a:close/>
                </a:path>
              </a:pathLst>
            </a:custGeom>
            <a:solidFill>
              <a:schemeClr val="accent2"/>
            </a:solidFill>
            <a:ln w="9525" cap="flat" cmpd="sng">
              <a:solidFill>
                <a:schemeClr val="accent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162525" tIns="162525" rIns="162525" bIns="1625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3200"/>
                <a:buFont typeface="Calibri"/>
                <a:buNone/>
              </a:pPr>
              <a:endParaRPr sz="3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125" name="Google Shape;1125;p38"/>
            <p:cNvSpPr/>
            <p:nvPr/>
          </p:nvSpPr>
          <p:spPr>
            <a:xfrm>
              <a:off x="2506275" y="2774600"/>
              <a:ext cx="7175" cy="10300"/>
            </a:xfrm>
            <a:custGeom>
              <a:avLst/>
              <a:gdLst/>
              <a:ahLst/>
              <a:cxnLst/>
              <a:rect l="l" t="t" r="r" b="b"/>
              <a:pathLst>
                <a:path w="287" h="412" extrusionOk="0">
                  <a:moveTo>
                    <a:pt x="286" y="343"/>
                  </a:moveTo>
                  <a:lnTo>
                    <a:pt x="252" y="240"/>
                  </a:lnTo>
                  <a:lnTo>
                    <a:pt x="241" y="217"/>
                  </a:lnTo>
                  <a:lnTo>
                    <a:pt x="218" y="171"/>
                  </a:lnTo>
                  <a:lnTo>
                    <a:pt x="229" y="126"/>
                  </a:lnTo>
                  <a:lnTo>
                    <a:pt x="229" y="114"/>
                  </a:lnTo>
                  <a:lnTo>
                    <a:pt x="195" y="114"/>
                  </a:lnTo>
                  <a:lnTo>
                    <a:pt x="161" y="35"/>
                  </a:lnTo>
                  <a:lnTo>
                    <a:pt x="69" y="0"/>
                  </a:lnTo>
                  <a:lnTo>
                    <a:pt x="24" y="0"/>
                  </a:lnTo>
                  <a:lnTo>
                    <a:pt x="1" y="23"/>
                  </a:lnTo>
                  <a:lnTo>
                    <a:pt x="1" y="69"/>
                  </a:lnTo>
                  <a:lnTo>
                    <a:pt x="47" y="194"/>
                  </a:lnTo>
                  <a:lnTo>
                    <a:pt x="69" y="229"/>
                  </a:lnTo>
                  <a:lnTo>
                    <a:pt x="138" y="251"/>
                  </a:lnTo>
                  <a:lnTo>
                    <a:pt x="81" y="308"/>
                  </a:lnTo>
                  <a:lnTo>
                    <a:pt x="81" y="320"/>
                  </a:lnTo>
                  <a:lnTo>
                    <a:pt x="104" y="365"/>
                  </a:lnTo>
                  <a:lnTo>
                    <a:pt x="229" y="365"/>
                  </a:lnTo>
                  <a:lnTo>
                    <a:pt x="252" y="411"/>
                  </a:lnTo>
                  <a:lnTo>
                    <a:pt x="275" y="400"/>
                  </a:lnTo>
                  <a:close/>
                </a:path>
              </a:pathLst>
            </a:custGeom>
            <a:solidFill>
              <a:schemeClr val="accent2"/>
            </a:solidFill>
            <a:ln w="9525" cap="flat" cmpd="sng">
              <a:solidFill>
                <a:schemeClr val="accent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162525" tIns="162525" rIns="162525" bIns="1625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3200"/>
                <a:buFont typeface="Calibri"/>
                <a:buNone/>
              </a:pPr>
              <a:endParaRPr sz="3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126" name="Google Shape;1126;p38"/>
            <p:cNvSpPr/>
            <p:nvPr/>
          </p:nvSpPr>
          <p:spPr>
            <a:xfrm>
              <a:off x="2497450" y="2737500"/>
              <a:ext cx="12000" cy="14300"/>
            </a:xfrm>
            <a:custGeom>
              <a:avLst/>
              <a:gdLst/>
              <a:ahLst/>
              <a:cxnLst/>
              <a:rect l="l" t="t" r="r" b="b"/>
              <a:pathLst>
                <a:path w="480" h="572" extrusionOk="0">
                  <a:moveTo>
                    <a:pt x="411" y="571"/>
                  </a:moveTo>
                  <a:lnTo>
                    <a:pt x="445" y="537"/>
                  </a:lnTo>
                  <a:lnTo>
                    <a:pt x="445" y="503"/>
                  </a:lnTo>
                  <a:lnTo>
                    <a:pt x="411" y="457"/>
                  </a:lnTo>
                  <a:lnTo>
                    <a:pt x="377" y="469"/>
                  </a:lnTo>
                  <a:lnTo>
                    <a:pt x="354" y="514"/>
                  </a:lnTo>
                  <a:lnTo>
                    <a:pt x="354" y="560"/>
                  </a:lnTo>
                  <a:lnTo>
                    <a:pt x="365" y="571"/>
                  </a:lnTo>
                  <a:close/>
                  <a:moveTo>
                    <a:pt x="137" y="457"/>
                  </a:moveTo>
                  <a:lnTo>
                    <a:pt x="171" y="423"/>
                  </a:lnTo>
                  <a:lnTo>
                    <a:pt x="171" y="252"/>
                  </a:lnTo>
                  <a:lnTo>
                    <a:pt x="183" y="218"/>
                  </a:lnTo>
                  <a:lnTo>
                    <a:pt x="160" y="195"/>
                  </a:lnTo>
                  <a:lnTo>
                    <a:pt x="126" y="172"/>
                  </a:lnTo>
                  <a:lnTo>
                    <a:pt x="34" y="138"/>
                  </a:lnTo>
                  <a:lnTo>
                    <a:pt x="23" y="160"/>
                  </a:lnTo>
                  <a:lnTo>
                    <a:pt x="0" y="195"/>
                  </a:lnTo>
                  <a:lnTo>
                    <a:pt x="12" y="412"/>
                  </a:lnTo>
                  <a:lnTo>
                    <a:pt x="34" y="480"/>
                  </a:lnTo>
                  <a:lnTo>
                    <a:pt x="69" y="503"/>
                  </a:lnTo>
                  <a:close/>
                  <a:moveTo>
                    <a:pt x="365" y="252"/>
                  </a:moveTo>
                  <a:lnTo>
                    <a:pt x="480" y="229"/>
                  </a:lnTo>
                  <a:lnTo>
                    <a:pt x="354" y="138"/>
                  </a:lnTo>
                  <a:lnTo>
                    <a:pt x="320" y="81"/>
                  </a:lnTo>
                  <a:lnTo>
                    <a:pt x="320" y="46"/>
                  </a:lnTo>
                  <a:lnTo>
                    <a:pt x="274" y="1"/>
                  </a:lnTo>
                  <a:lnTo>
                    <a:pt x="240" y="24"/>
                  </a:lnTo>
                  <a:lnTo>
                    <a:pt x="228" y="69"/>
                  </a:lnTo>
                  <a:lnTo>
                    <a:pt x="240" y="138"/>
                  </a:lnTo>
                  <a:lnTo>
                    <a:pt x="194" y="195"/>
                  </a:lnTo>
                  <a:lnTo>
                    <a:pt x="217" y="252"/>
                  </a:lnTo>
                  <a:lnTo>
                    <a:pt x="274" y="275"/>
                  </a:lnTo>
                  <a:close/>
                </a:path>
              </a:pathLst>
            </a:custGeom>
            <a:solidFill>
              <a:schemeClr val="accent2"/>
            </a:solidFill>
            <a:ln w="9525" cap="flat" cmpd="sng">
              <a:solidFill>
                <a:schemeClr val="accent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162525" tIns="162525" rIns="162525" bIns="1625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3200"/>
                <a:buFont typeface="Calibri"/>
                <a:buNone/>
              </a:pPr>
              <a:endParaRPr sz="3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127" name="Google Shape;1127;p38"/>
            <p:cNvSpPr/>
            <p:nvPr/>
          </p:nvSpPr>
          <p:spPr>
            <a:xfrm>
              <a:off x="2360200" y="2833075"/>
              <a:ext cx="3175" cy="6025"/>
            </a:xfrm>
            <a:custGeom>
              <a:avLst/>
              <a:gdLst/>
              <a:ahLst/>
              <a:cxnLst/>
              <a:rect l="l" t="t" r="r" b="b"/>
              <a:pathLst>
                <a:path w="127" h="241" extrusionOk="0">
                  <a:moveTo>
                    <a:pt x="126" y="138"/>
                  </a:moveTo>
                  <a:lnTo>
                    <a:pt x="126" y="58"/>
                  </a:lnTo>
                  <a:lnTo>
                    <a:pt x="1" y="1"/>
                  </a:lnTo>
                  <a:lnTo>
                    <a:pt x="1" y="46"/>
                  </a:lnTo>
                  <a:lnTo>
                    <a:pt x="12" y="69"/>
                  </a:lnTo>
                  <a:lnTo>
                    <a:pt x="58" y="81"/>
                  </a:lnTo>
                  <a:lnTo>
                    <a:pt x="69" y="115"/>
                  </a:lnTo>
                  <a:lnTo>
                    <a:pt x="58" y="195"/>
                  </a:lnTo>
                  <a:lnTo>
                    <a:pt x="81" y="240"/>
                  </a:lnTo>
                  <a:close/>
                </a:path>
              </a:pathLst>
            </a:custGeom>
            <a:solidFill>
              <a:schemeClr val="accent2"/>
            </a:solidFill>
            <a:ln w="9525" cap="flat" cmpd="sng">
              <a:solidFill>
                <a:schemeClr val="accent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162525" tIns="162525" rIns="162525" bIns="1625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3200"/>
                <a:buFont typeface="Calibri"/>
                <a:buNone/>
              </a:pPr>
              <a:endParaRPr sz="3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128" name="Google Shape;1128;p38"/>
            <p:cNvSpPr/>
            <p:nvPr/>
          </p:nvSpPr>
          <p:spPr>
            <a:xfrm>
              <a:off x="3369625" y="2448500"/>
              <a:ext cx="92750" cy="36525"/>
            </a:xfrm>
            <a:custGeom>
              <a:avLst/>
              <a:gdLst/>
              <a:ahLst/>
              <a:cxnLst/>
              <a:rect l="l" t="t" r="r" b="b"/>
              <a:pathLst>
                <a:path w="3710" h="1461" extrusionOk="0">
                  <a:moveTo>
                    <a:pt x="217" y="1301"/>
                  </a:moveTo>
                  <a:lnTo>
                    <a:pt x="194" y="1278"/>
                  </a:lnTo>
                  <a:lnTo>
                    <a:pt x="92" y="1347"/>
                  </a:lnTo>
                  <a:lnTo>
                    <a:pt x="0" y="1347"/>
                  </a:lnTo>
                  <a:lnTo>
                    <a:pt x="23" y="1370"/>
                  </a:lnTo>
                  <a:lnTo>
                    <a:pt x="35" y="1404"/>
                  </a:lnTo>
                  <a:lnTo>
                    <a:pt x="137" y="1461"/>
                  </a:lnTo>
                  <a:close/>
                  <a:moveTo>
                    <a:pt x="2146" y="1004"/>
                  </a:moveTo>
                  <a:lnTo>
                    <a:pt x="2146" y="982"/>
                  </a:lnTo>
                  <a:lnTo>
                    <a:pt x="2134" y="982"/>
                  </a:lnTo>
                  <a:lnTo>
                    <a:pt x="2112" y="1004"/>
                  </a:lnTo>
                  <a:lnTo>
                    <a:pt x="1929" y="982"/>
                  </a:lnTo>
                  <a:lnTo>
                    <a:pt x="1906" y="1073"/>
                  </a:lnTo>
                  <a:lnTo>
                    <a:pt x="1826" y="1130"/>
                  </a:lnTo>
                  <a:lnTo>
                    <a:pt x="1826" y="1233"/>
                  </a:lnTo>
                  <a:lnTo>
                    <a:pt x="1906" y="1324"/>
                  </a:lnTo>
                  <a:lnTo>
                    <a:pt x="1940" y="1347"/>
                  </a:lnTo>
                  <a:lnTo>
                    <a:pt x="2020" y="1358"/>
                  </a:lnTo>
                  <a:lnTo>
                    <a:pt x="2112" y="1301"/>
                  </a:lnTo>
                  <a:lnTo>
                    <a:pt x="2146" y="1244"/>
                  </a:lnTo>
                  <a:lnTo>
                    <a:pt x="2157" y="1130"/>
                  </a:lnTo>
                  <a:lnTo>
                    <a:pt x="2146" y="1073"/>
                  </a:lnTo>
                  <a:close/>
                  <a:moveTo>
                    <a:pt x="765" y="1119"/>
                  </a:moveTo>
                  <a:lnTo>
                    <a:pt x="833" y="1061"/>
                  </a:lnTo>
                  <a:lnTo>
                    <a:pt x="833" y="1027"/>
                  </a:lnTo>
                  <a:lnTo>
                    <a:pt x="822" y="993"/>
                  </a:lnTo>
                  <a:lnTo>
                    <a:pt x="742" y="947"/>
                  </a:lnTo>
                  <a:lnTo>
                    <a:pt x="719" y="947"/>
                  </a:lnTo>
                  <a:lnTo>
                    <a:pt x="685" y="970"/>
                  </a:lnTo>
                  <a:lnTo>
                    <a:pt x="662" y="1027"/>
                  </a:lnTo>
                  <a:lnTo>
                    <a:pt x="696" y="1096"/>
                  </a:lnTo>
                  <a:lnTo>
                    <a:pt x="731" y="1119"/>
                  </a:lnTo>
                  <a:close/>
                  <a:moveTo>
                    <a:pt x="1427" y="788"/>
                  </a:moveTo>
                  <a:lnTo>
                    <a:pt x="1598" y="651"/>
                  </a:lnTo>
                  <a:lnTo>
                    <a:pt x="1598" y="605"/>
                  </a:lnTo>
                  <a:lnTo>
                    <a:pt x="1461" y="616"/>
                  </a:lnTo>
                  <a:lnTo>
                    <a:pt x="1301" y="765"/>
                  </a:lnTo>
                  <a:lnTo>
                    <a:pt x="1256" y="776"/>
                  </a:lnTo>
                  <a:lnTo>
                    <a:pt x="1119" y="788"/>
                  </a:lnTo>
                  <a:lnTo>
                    <a:pt x="1050" y="788"/>
                  </a:lnTo>
                  <a:lnTo>
                    <a:pt x="993" y="822"/>
                  </a:lnTo>
                  <a:lnTo>
                    <a:pt x="1016" y="856"/>
                  </a:lnTo>
                  <a:lnTo>
                    <a:pt x="1073" y="1004"/>
                  </a:lnTo>
                  <a:lnTo>
                    <a:pt x="1176" y="1130"/>
                  </a:lnTo>
                  <a:lnTo>
                    <a:pt x="1256" y="1107"/>
                  </a:lnTo>
                  <a:lnTo>
                    <a:pt x="1301" y="1073"/>
                  </a:lnTo>
                  <a:lnTo>
                    <a:pt x="1358" y="993"/>
                  </a:lnTo>
                  <a:close/>
                  <a:moveTo>
                    <a:pt x="3082" y="970"/>
                  </a:moveTo>
                  <a:lnTo>
                    <a:pt x="3298" y="902"/>
                  </a:lnTo>
                  <a:lnTo>
                    <a:pt x="3344" y="765"/>
                  </a:lnTo>
                  <a:lnTo>
                    <a:pt x="3390" y="605"/>
                  </a:lnTo>
                  <a:lnTo>
                    <a:pt x="3390" y="502"/>
                  </a:lnTo>
                  <a:lnTo>
                    <a:pt x="3355" y="457"/>
                  </a:lnTo>
                  <a:lnTo>
                    <a:pt x="3344" y="457"/>
                  </a:lnTo>
                  <a:lnTo>
                    <a:pt x="3287" y="457"/>
                  </a:lnTo>
                  <a:lnTo>
                    <a:pt x="3241" y="491"/>
                  </a:lnTo>
                  <a:lnTo>
                    <a:pt x="3230" y="571"/>
                  </a:lnTo>
                  <a:lnTo>
                    <a:pt x="3127" y="765"/>
                  </a:lnTo>
                  <a:lnTo>
                    <a:pt x="3059" y="936"/>
                  </a:lnTo>
                  <a:lnTo>
                    <a:pt x="2956" y="1016"/>
                  </a:lnTo>
                  <a:lnTo>
                    <a:pt x="2853" y="1050"/>
                  </a:lnTo>
                  <a:lnTo>
                    <a:pt x="2865" y="1061"/>
                  </a:lnTo>
                  <a:lnTo>
                    <a:pt x="2967" y="1073"/>
                  </a:lnTo>
                  <a:close/>
                  <a:moveTo>
                    <a:pt x="274" y="685"/>
                  </a:moveTo>
                  <a:lnTo>
                    <a:pt x="343" y="616"/>
                  </a:lnTo>
                  <a:lnTo>
                    <a:pt x="365" y="571"/>
                  </a:lnTo>
                  <a:lnTo>
                    <a:pt x="343" y="502"/>
                  </a:lnTo>
                  <a:lnTo>
                    <a:pt x="377" y="479"/>
                  </a:lnTo>
                  <a:lnTo>
                    <a:pt x="365" y="422"/>
                  </a:lnTo>
                  <a:lnTo>
                    <a:pt x="320" y="365"/>
                  </a:lnTo>
                  <a:lnTo>
                    <a:pt x="217" y="365"/>
                  </a:lnTo>
                  <a:lnTo>
                    <a:pt x="160" y="445"/>
                  </a:lnTo>
                  <a:lnTo>
                    <a:pt x="251" y="616"/>
                  </a:lnTo>
                  <a:lnTo>
                    <a:pt x="263" y="685"/>
                  </a:lnTo>
                  <a:close/>
                  <a:moveTo>
                    <a:pt x="3470" y="308"/>
                  </a:moveTo>
                  <a:lnTo>
                    <a:pt x="3595" y="263"/>
                  </a:lnTo>
                  <a:lnTo>
                    <a:pt x="3675" y="217"/>
                  </a:lnTo>
                  <a:lnTo>
                    <a:pt x="3686" y="91"/>
                  </a:lnTo>
                  <a:lnTo>
                    <a:pt x="3709" y="46"/>
                  </a:lnTo>
                  <a:lnTo>
                    <a:pt x="3686" y="0"/>
                  </a:lnTo>
                  <a:lnTo>
                    <a:pt x="3652" y="34"/>
                  </a:lnTo>
                  <a:lnTo>
                    <a:pt x="3629" y="91"/>
                  </a:lnTo>
                  <a:lnTo>
                    <a:pt x="3538" y="114"/>
                  </a:lnTo>
                  <a:lnTo>
                    <a:pt x="3424" y="171"/>
                  </a:lnTo>
                  <a:lnTo>
                    <a:pt x="3401" y="217"/>
                  </a:lnTo>
                  <a:lnTo>
                    <a:pt x="3367" y="343"/>
                  </a:lnTo>
                  <a:lnTo>
                    <a:pt x="3424" y="354"/>
                  </a:lnTo>
                  <a:close/>
                </a:path>
              </a:pathLst>
            </a:custGeom>
            <a:solidFill>
              <a:schemeClr val="accent2"/>
            </a:solidFill>
            <a:ln w="9525" cap="flat" cmpd="sng">
              <a:solidFill>
                <a:schemeClr val="accent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162525" tIns="162525" rIns="162525" bIns="1625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3200"/>
                <a:buFont typeface="Calibri"/>
                <a:buNone/>
              </a:pPr>
              <a:endParaRPr sz="3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pic>
        <p:nvPicPr>
          <p:cNvPr id="2" name="Рисунок 1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45699" y="1882375"/>
            <a:ext cx="7050961" cy="4477082"/>
          </a:xfrm>
          <a:prstGeom prst="rect">
            <a:avLst/>
          </a:prstGeom>
        </p:spPr>
      </p:pic>
      <p:sp>
        <p:nvSpPr>
          <p:cNvPr id="1129" name="Google Shape;1129;p38"/>
          <p:cNvSpPr txBox="1">
            <a:spLocks noGrp="1"/>
          </p:cNvSpPr>
          <p:nvPr>
            <p:ph type="body" idx="3"/>
          </p:nvPr>
        </p:nvSpPr>
        <p:spPr>
          <a:xfrm>
            <a:off x="8378500" y="2318375"/>
            <a:ext cx="3397800" cy="1553400"/>
          </a:xfrm>
          <a:prstGeom prst="rect">
            <a:avLst/>
          </a:prstGeom>
        </p:spPr>
        <p:txBody>
          <a:bodyPr spcFirstLastPara="1" wrap="square" lIns="121900" tIns="121900" rIns="121900" bIns="1219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  <p:sp>
        <p:nvSpPr>
          <p:cNvPr id="1130" name="Google Shape;1130;p38"/>
          <p:cNvSpPr txBox="1">
            <a:spLocks noGrp="1"/>
          </p:cNvSpPr>
          <p:nvPr>
            <p:ph type="body" idx="4"/>
          </p:nvPr>
        </p:nvSpPr>
        <p:spPr>
          <a:xfrm>
            <a:off x="8378500" y="4506700"/>
            <a:ext cx="3397800" cy="1553400"/>
          </a:xfrm>
          <a:prstGeom prst="rect">
            <a:avLst/>
          </a:prstGeom>
        </p:spPr>
        <p:txBody>
          <a:bodyPr spcFirstLastPara="1" wrap="square" lIns="121900" tIns="121900" rIns="121900" bIns="1219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1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56" name="Google Shape;1156;p40"/>
          <p:cNvSpPr txBox="1">
            <a:spLocks noGrp="1"/>
          </p:cNvSpPr>
          <p:nvPr>
            <p:ph type="title"/>
          </p:nvPr>
        </p:nvSpPr>
        <p:spPr>
          <a:xfrm>
            <a:off x="791774" y="564024"/>
            <a:ext cx="5581500" cy="763500"/>
          </a:xfrm>
          <a:prstGeom prst="rect">
            <a:avLst/>
          </a:prstGeom>
        </p:spPr>
        <p:txBody>
          <a:bodyPr spcFirstLastPara="1" wrap="square" lIns="121900" tIns="121900" rIns="121900" bIns="1219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ru-RU" dirty="0" smtClean="0"/>
              <a:t>Итоги и планы</a:t>
            </a:r>
            <a:endParaRPr dirty="0"/>
          </a:p>
        </p:txBody>
      </p:sp>
      <p:sp>
        <p:nvSpPr>
          <p:cNvPr id="1157" name="Google Shape;1157;p40"/>
          <p:cNvSpPr txBox="1">
            <a:spLocks noGrp="1"/>
          </p:cNvSpPr>
          <p:nvPr>
            <p:ph type="body" idx="1"/>
          </p:nvPr>
        </p:nvSpPr>
        <p:spPr>
          <a:xfrm>
            <a:off x="791774" y="1859280"/>
            <a:ext cx="7549586" cy="4480560"/>
          </a:xfrm>
          <a:prstGeom prst="rect">
            <a:avLst/>
          </a:prstGeom>
        </p:spPr>
        <p:txBody>
          <a:bodyPr spcFirstLastPara="1" wrap="square" lIns="121900" tIns="121900" rIns="121900" bIns="1219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2100"/>
              </a:spcAft>
              <a:buNone/>
            </a:pPr>
            <a:r>
              <a:rPr lang="ru-RU" dirty="0" smtClean="0"/>
              <a:t>Что уже работает:</a:t>
            </a:r>
          </a:p>
          <a:p>
            <a:pPr algn="l"/>
            <a:r>
              <a:rPr lang="ru-RU" dirty="0"/>
              <a:t>✅ Полноценный интернет-магазин с каталогом</a:t>
            </a:r>
          </a:p>
          <a:p>
            <a:pPr algn="l"/>
            <a:r>
              <a:rPr lang="ru-RU" dirty="0"/>
              <a:t>✅ Продавцы могут добавлять товары</a:t>
            </a:r>
          </a:p>
          <a:p>
            <a:pPr algn="l"/>
            <a:r>
              <a:rPr lang="ru-RU" dirty="0"/>
              <a:t>✅ Покупатели — фильтровать, выбирать, оплачивать</a:t>
            </a:r>
          </a:p>
          <a:p>
            <a:pPr algn="l"/>
            <a:r>
              <a:rPr lang="ru-RU" dirty="0"/>
              <a:t>✅ Живой чат и </a:t>
            </a:r>
            <a:r>
              <a:rPr lang="ru-RU" dirty="0" smtClean="0"/>
              <a:t>ИИ-рекомендации</a:t>
            </a:r>
          </a:p>
          <a:p>
            <a:pPr algn="l"/>
            <a:endParaRPr lang="ru-RU" dirty="0"/>
          </a:p>
          <a:p>
            <a:pPr marL="0" lvl="0" indent="0" algn="l" rtl="0">
              <a:spcBef>
                <a:spcPts val="0"/>
              </a:spcBef>
              <a:spcAft>
                <a:spcPts val="2100"/>
              </a:spcAft>
              <a:buNone/>
            </a:pPr>
            <a:r>
              <a:rPr lang="ru-RU" dirty="0" smtClean="0"/>
              <a:t>Планы для доработки:</a:t>
            </a:r>
          </a:p>
          <a:p>
            <a:pPr algn="l"/>
            <a:r>
              <a:rPr lang="ru-RU" dirty="0"/>
              <a:t>🚀 Система отзывов и рейтингов продавцов</a:t>
            </a:r>
          </a:p>
          <a:p>
            <a:pPr algn="l"/>
            <a:r>
              <a:rPr lang="ru-RU" dirty="0"/>
              <a:t>🚀 Админ-панель для </a:t>
            </a:r>
            <a:r>
              <a:rPr lang="ru-RU" dirty="0" err="1" smtClean="0"/>
              <a:t>модерации</a:t>
            </a:r>
            <a:endParaRPr lang="ru-RU" dirty="0"/>
          </a:p>
          <a:p>
            <a:pPr algn="l"/>
            <a:r>
              <a:rPr lang="ru-RU" dirty="0"/>
              <a:t>🚀 Мобильное приложение (</a:t>
            </a:r>
            <a:r>
              <a:rPr lang="ru-RU" dirty="0" err="1"/>
              <a:t>React</a:t>
            </a:r>
            <a:r>
              <a:rPr lang="ru-RU" dirty="0"/>
              <a:t> </a:t>
            </a:r>
            <a:r>
              <a:rPr lang="ru-RU" dirty="0" err="1"/>
              <a:t>Native</a:t>
            </a:r>
            <a:r>
              <a:rPr lang="ru-RU" dirty="0"/>
              <a:t>)</a:t>
            </a:r>
          </a:p>
          <a:p>
            <a:pPr marL="0" lvl="0" indent="0" algn="l" rtl="0">
              <a:spcBef>
                <a:spcPts val="0"/>
              </a:spcBef>
              <a:spcAft>
                <a:spcPts val="2100"/>
              </a:spcAft>
              <a:buNone/>
            </a:pPr>
            <a:endParaRPr dirty="0"/>
          </a:p>
        </p:txBody>
      </p:sp>
      <p:grpSp>
        <p:nvGrpSpPr>
          <p:cNvPr id="1158" name="Google Shape;1158;p40"/>
          <p:cNvGrpSpPr/>
          <p:nvPr/>
        </p:nvGrpSpPr>
        <p:grpSpPr>
          <a:xfrm>
            <a:off x="8832281" y="795840"/>
            <a:ext cx="2722500" cy="5544000"/>
            <a:chOff x="1019586" y="533175"/>
            <a:chExt cx="2722500" cy="5544000"/>
          </a:xfrm>
        </p:grpSpPr>
        <p:sp>
          <p:nvSpPr>
            <p:cNvPr id="1159" name="Google Shape;1159;p40"/>
            <p:cNvSpPr/>
            <p:nvPr/>
          </p:nvSpPr>
          <p:spPr>
            <a:xfrm rot="5322">
              <a:off x="1024385" y="535271"/>
              <a:ext cx="2712903" cy="5539808"/>
            </a:xfrm>
            <a:prstGeom prst="roundRect">
              <a:avLst>
                <a:gd name="adj" fmla="val 13728"/>
              </a:avLst>
            </a:prstGeom>
            <a:solidFill>
              <a:srgbClr val="262626"/>
            </a:solidFill>
            <a:ln w="38100" cap="flat" cmpd="sng">
              <a:solidFill>
                <a:srgbClr val="434343"/>
              </a:solidFill>
              <a:prstDash val="solid"/>
              <a:round/>
              <a:headEnd type="none" w="sm" len="sm"/>
              <a:tailEnd type="none" w="sm" len="sm"/>
            </a:ln>
            <a:effectLst>
              <a:outerShdw blurRad="177800" dist="114300" dir="2700000" algn="tl" rotWithShape="0">
                <a:srgbClr val="000000">
                  <a:alpha val="40000"/>
                </a:srgbClr>
              </a:outerShdw>
            </a:effectLst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160" name="Google Shape;1160;p40"/>
            <p:cNvSpPr/>
            <p:nvPr/>
          </p:nvSpPr>
          <p:spPr>
            <a:xfrm rot="5339">
              <a:off x="1117813" y="634767"/>
              <a:ext cx="2511303" cy="5315708"/>
            </a:xfrm>
            <a:prstGeom prst="roundRect">
              <a:avLst>
                <a:gd name="adj" fmla="val 11202"/>
              </a:avLst>
            </a:prstGeom>
            <a:solidFill>
              <a:srgbClr val="000000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161" name="Google Shape;1161;p40"/>
            <p:cNvSpPr/>
            <p:nvPr/>
          </p:nvSpPr>
          <p:spPr>
            <a:xfrm rot="-10793156">
              <a:off x="1702575" y="592275"/>
              <a:ext cx="1356303" cy="243601"/>
            </a:xfrm>
            <a:prstGeom prst="round2SameRect">
              <a:avLst>
                <a:gd name="adj1" fmla="val 50000"/>
                <a:gd name="adj2" fmla="val 0"/>
              </a:avLst>
            </a:prstGeom>
            <a:solidFill>
              <a:srgbClr val="252525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162" name="Google Shape;1162;p40"/>
            <p:cNvSpPr/>
            <p:nvPr/>
          </p:nvSpPr>
          <p:spPr>
            <a:xfrm>
              <a:off x="1848856" y="5858818"/>
              <a:ext cx="1063200" cy="37800"/>
            </a:xfrm>
            <a:prstGeom prst="roundRect">
              <a:avLst>
                <a:gd name="adj" fmla="val 50000"/>
              </a:avLst>
            </a:prstGeom>
            <a:solidFill>
              <a:srgbClr val="3A383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63" name="Google Shape;1163;p40"/>
            <p:cNvSpPr/>
            <p:nvPr/>
          </p:nvSpPr>
          <p:spPr>
            <a:xfrm rot="5827501">
              <a:off x="2668054" y="715410"/>
              <a:ext cx="62886" cy="62886"/>
            </a:xfrm>
            <a:prstGeom prst="ellipse">
              <a:avLst/>
            </a:prstGeom>
            <a:gradFill>
              <a:gsLst>
                <a:gs pos="0">
                  <a:srgbClr val="424242"/>
                </a:gs>
                <a:gs pos="100000">
                  <a:srgbClr val="010101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64" name="Google Shape;1164;p40"/>
            <p:cNvSpPr/>
            <p:nvPr/>
          </p:nvSpPr>
          <p:spPr>
            <a:xfrm>
              <a:off x="2176639" y="720996"/>
              <a:ext cx="408300" cy="37800"/>
            </a:xfrm>
            <a:prstGeom prst="roundRect">
              <a:avLst>
                <a:gd name="adj" fmla="val 50000"/>
              </a:avLst>
            </a:prstGeom>
            <a:gradFill>
              <a:gsLst>
                <a:gs pos="0">
                  <a:srgbClr val="424242"/>
                </a:gs>
                <a:gs pos="100000">
                  <a:srgbClr val="010101"/>
                </a:gs>
              </a:gsLst>
              <a:lin ang="2700006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SlidesMania · Modern Dark ">
  <a:themeElements>
    <a:clrScheme name="Simple Light">
      <a:dk1>
        <a:srgbClr val="000000"/>
      </a:dk1>
      <a:lt1>
        <a:srgbClr val="E392FA"/>
      </a:lt1>
      <a:dk2>
        <a:srgbClr val="FFFFFF"/>
      </a:dk2>
      <a:lt2>
        <a:srgbClr val="EEEEEE"/>
      </a:lt2>
      <a:accent1>
        <a:srgbClr val="E392FA"/>
      </a:accent1>
      <a:accent2>
        <a:srgbClr val="93A9F9"/>
      </a:accent2>
      <a:accent3>
        <a:srgbClr val="FFFFFF"/>
      </a:accent3>
      <a:accent4>
        <a:srgbClr val="FFFFFF"/>
      </a:accent4>
      <a:accent5>
        <a:srgbClr val="FFFFFF"/>
      </a:accent5>
      <a:accent6>
        <a:srgbClr val="FFFFFF"/>
      </a:accent6>
      <a:hlink>
        <a:srgbClr val="FFFFFF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433</TotalTime>
  <Words>249</Words>
  <Application>Microsoft Office PowerPoint</Application>
  <PresentationFormat>Широкоэкранный</PresentationFormat>
  <Paragraphs>53</Paragraphs>
  <Slides>9</Slides>
  <Notes>3</Notes>
  <HiddenSlides>0</HiddenSlides>
  <MMClips>0</MMClips>
  <ScaleCrop>false</ScaleCrop>
  <HeadingPairs>
    <vt:vector size="6" baseType="variant">
      <vt:variant>
        <vt:lpstr>Использованные шрифты</vt:lpstr>
      </vt:variant>
      <vt:variant>
        <vt:i4>9</vt:i4>
      </vt:variant>
      <vt:variant>
        <vt:lpstr>Тема</vt:lpstr>
      </vt:variant>
      <vt:variant>
        <vt:i4>1</vt:i4>
      </vt:variant>
      <vt:variant>
        <vt:lpstr>Заголовки слайдов</vt:lpstr>
      </vt:variant>
      <vt:variant>
        <vt:i4>9</vt:i4>
      </vt:variant>
    </vt:vector>
  </HeadingPairs>
  <TitlesOfParts>
    <vt:vector size="19" baseType="lpstr">
      <vt:lpstr>Abril Fatface</vt:lpstr>
      <vt:lpstr>Aldrich</vt:lpstr>
      <vt:lpstr>Arial</vt:lpstr>
      <vt:lpstr>Arial Rounded MT Bold</vt:lpstr>
      <vt:lpstr>Barlow Condensed</vt:lpstr>
      <vt:lpstr>Calibri</vt:lpstr>
      <vt:lpstr>Calibri Light</vt:lpstr>
      <vt:lpstr>DM Sans</vt:lpstr>
      <vt:lpstr>quote-cjk-patch</vt:lpstr>
      <vt:lpstr>SlidesMania · Modern Dark </vt:lpstr>
      <vt:lpstr>Презентация PowerPoint</vt:lpstr>
      <vt:lpstr>Презентация PowerPoint</vt:lpstr>
      <vt:lpstr>Что умеет сайт?</vt:lpstr>
      <vt:lpstr>Архитектура проекта (схема)</vt:lpstr>
      <vt:lpstr>Использованные технологии</vt:lpstr>
      <vt:lpstr>Безопасность </vt:lpstr>
      <vt:lpstr>Как работает: Пользователь просматривает несколько кондиционеров Backend отправляет историю просмотров в Google Gemini Gemini анализирует: ценовой сегмент, мощность, тип, бренд Пользователь видит блок "Вам также может понравиться"  Почему круто: Повышает шансы продажи (как на Ozon/Wildberries) Не требует ручной настройки от продавца </vt:lpstr>
      <vt:lpstr>Возможности масштабирования</vt:lpstr>
      <vt:lpstr>Итоги и планы</vt:lpstr>
    </vt:vector>
  </TitlesOfParts>
  <LinksUpToDate>false</LinksUpToDate>
  <SharedDoc>false</SharedDoc>
  <HyperlinksChanged>false</HyperlinksChanged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Презентация PowerPoint</dc:title>
  <dc:creator>Abdula</dc:creator>
  <cp:lastModifiedBy>Учетная запись Майкрософт</cp:lastModifiedBy>
  <cp:revision>15</cp:revision>
  <dcterms:modified xsi:type="dcterms:W3CDTF">2026-05-13T10:49:51Z</dcterms:modified>
</cp:coreProperties>
</file>